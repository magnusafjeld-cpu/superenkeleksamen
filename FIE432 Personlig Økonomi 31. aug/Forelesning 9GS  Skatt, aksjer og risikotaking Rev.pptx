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6" r:id="rId5"/>
    <p:sldId id="299" r:id="rId6"/>
    <p:sldId id="368" r:id="rId7"/>
    <p:sldId id="369" r:id="rId8"/>
    <p:sldId id="370" r:id="rId9"/>
    <p:sldId id="319" r:id="rId10"/>
    <p:sldId id="308" r:id="rId11"/>
    <p:sldId id="322" r:id="rId12"/>
    <p:sldId id="323" r:id="rId13"/>
    <p:sldId id="363" r:id="rId14"/>
    <p:sldId id="364" r:id="rId15"/>
    <p:sldId id="365" r:id="rId16"/>
    <p:sldId id="343" r:id="rId17"/>
    <p:sldId id="349" r:id="rId18"/>
    <p:sldId id="335" r:id="rId19"/>
    <p:sldId id="336" r:id="rId20"/>
    <p:sldId id="337" r:id="rId21"/>
    <p:sldId id="338" r:id="rId22"/>
    <p:sldId id="339" r:id="rId23"/>
    <p:sldId id="340" r:id="rId24"/>
    <p:sldId id="356" r:id="rId25"/>
    <p:sldId id="357" r:id="rId26"/>
    <p:sldId id="371" r:id="rId27"/>
    <p:sldId id="358" r:id="rId28"/>
    <p:sldId id="359" r:id="rId29"/>
    <p:sldId id="360" r:id="rId30"/>
    <p:sldId id="367" r:id="rId31"/>
    <p:sldId id="263" r:id="rId32"/>
    <p:sldId id="265" r:id="rId33"/>
    <p:sldId id="258" r:id="rId34"/>
    <p:sldId id="260" r:id="rId35"/>
    <p:sldId id="259" r:id="rId36"/>
    <p:sldId id="264" r:id="rId37"/>
    <p:sldId id="261" r:id="rId38"/>
    <p:sldId id="266" r:id="rId39"/>
    <p:sldId id="267" r:id="rId40"/>
  </p:sldIdLst>
  <p:sldSz cx="10009188" cy="7561263"/>
  <p:notesSz cx="9774238" cy="6724650"/>
  <p:defaultTextStyle>
    <a:defPPr>
      <a:defRPr lang="nb-NO"/>
    </a:defPPr>
    <a:lvl1pPr marL="0" algn="l" defTabSz="100401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2006" algn="l" defTabSz="100401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04011" algn="l" defTabSz="100401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06017" algn="l" defTabSz="100401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08022" algn="l" defTabSz="100401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10028" algn="l" defTabSz="100401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12034" algn="l" defTabSz="100401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14039" algn="l" defTabSz="100401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16045" algn="l" defTabSz="100401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1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9" userDrawn="1">
          <p15:clr>
            <a:srgbClr val="A4A3A4"/>
          </p15:clr>
        </p15:guide>
        <p15:guide id="2" pos="307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4A"/>
    <a:srgbClr val="D0D1D3"/>
    <a:srgbClr val="003A54"/>
    <a:srgbClr val="BCBDC0"/>
    <a:srgbClr val="A89449"/>
    <a:srgbClr val="2F7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FED429-8562-4B0E-A244-B5AA24C5CE48}" v="1276" dt="2025-09-17T09:31:30.2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- aks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9"/>
    <p:restoredTop sz="94694"/>
  </p:normalViewPr>
  <p:slideViewPr>
    <p:cSldViewPr>
      <p:cViewPr varScale="1">
        <p:scale>
          <a:sx n="125" d="100"/>
          <a:sy n="125" d="100"/>
        </p:scale>
        <p:origin x="102" y="336"/>
      </p:cViewPr>
      <p:guideLst>
        <p:guide orient="horz" pos="2382"/>
        <p:guide pos="315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3384" y="-78"/>
      </p:cViewPr>
      <p:guideLst>
        <p:guide orient="horz" pos="2119"/>
        <p:guide pos="30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ttorm Schjelderup" userId="e0ac67c0-b505-4405-ab95-266cbfcd4586" providerId="ADAL" clId="{A6A39AE8-E1CF-4F5D-BBAC-CEB80C096350}"/>
    <pc:docChg chg="undo custSel modSld">
      <pc:chgData name="Guttorm Schjelderup" userId="e0ac67c0-b505-4405-ab95-266cbfcd4586" providerId="ADAL" clId="{A6A39AE8-E1CF-4F5D-BBAC-CEB80C096350}" dt="2025-09-17T09:32:35.873" v="2019" actId="207"/>
      <pc:docMkLst>
        <pc:docMk/>
      </pc:docMkLst>
      <pc:sldChg chg="modSp">
        <pc:chgData name="Guttorm Schjelderup" userId="e0ac67c0-b505-4405-ab95-266cbfcd4586" providerId="ADAL" clId="{A6A39AE8-E1CF-4F5D-BBAC-CEB80C096350}" dt="2025-09-17T06:16:05.710" v="1681" actId="20577"/>
        <pc:sldMkLst>
          <pc:docMk/>
          <pc:sldMk cId="945610202" sldId="258"/>
        </pc:sldMkLst>
        <pc:spChg chg="mod">
          <ac:chgData name="Guttorm Schjelderup" userId="e0ac67c0-b505-4405-ab95-266cbfcd4586" providerId="ADAL" clId="{A6A39AE8-E1CF-4F5D-BBAC-CEB80C096350}" dt="2025-09-17T06:16:05.710" v="1681" actId="20577"/>
          <ac:spMkLst>
            <pc:docMk/>
            <pc:sldMk cId="945610202" sldId="258"/>
            <ac:spMk id="3" creationId="{C8420EB9-6FE2-08B6-2AD4-4100ACFD0D94}"/>
          </ac:spMkLst>
        </pc:spChg>
      </pc:sldChg>
      <pc:sldChg chg="modSp mod">
        <pc:chgData name="Guttorm Schjelderup" userId="e0ac67c0-b505-4405-ab95-266cbfcd4586" providerId="ADAL" clId="{A6A39AE8-E1CF-4F5D-BBAC-CEB80C096350}" dt="2025-09-17T06:19:13.734" v="1690"/>
        <pc:sldMkLst>
          <pc:docMk/>
          <pc:sldMk cId="3729305835" sldId="261"/>
        </pc:sldMkLst>
        <pc:spChg chg="mod">
          <ac:chgData name="Guttorm Schjelderup" userId="e0ac67c0-b505-4405-ab95-266cbfcd4586" providerId="ADAL" clId="{A6A39AE8-E1CF-4F5D-BBAC-CEB80C096350}" dt="2025-09-17T06:19:13.734" v="1690"/>
          <ac:spMkLst>
            <pc:docMk/>
            <pc:sldMk cId="3729305835" sldId="261"/>
            <ac:spMk id="3" creationId="{7909F367-E2A3-FAFA-CA39-3B837F4E1161}"/>
          </ac:spMkLst>
        </pc:spChg>
      </pc:sldChg>
      <pc:sldChg chg="modSp mod">
        <pc:chgData name="Guttorm Schjelderup" userId="e0ac67c0-b505-4405-ab95-266cbfcd4586" providerId="ADAL" clId="{A6A39AE8-E1CF-4F5D-BBAC-CEB80C096350}" dt="2025-09-17T06:19:37.647" v="1691" actId="20577"/>
        <pc:sldMkLst>
          <pc:docMk/>
          <pc:sldMk cId="1054398200" sldId="266"/>
        </pc:sldMkLst>
        <pc:spChg chg="mod">
          <ac:chgData name="Guttorm Schjelderup" userId="e0ac67c0-b505-4405-ab95-266cbfcd4586" providerId="ADAL" clId="{A6A39AE8-E1CF-4F5D-BBAC-CEB80C096350}" dt="2025-09-17T06:19:37.647" v="1691" actId="20577"/>
          <ac:spMkLst>
            <pc:docMk/>
            <pc:sldMk cId="1054398200" sldId="266"/>
            <ac:spMk id="3" creationId="{AB6F11E5-1D3A-99D3-3BCB-38D650E4EA49}"/>
          </ac:spMkLst>
        </pc:spChg>
      </pc:sldChg>
      <pc:sldChg chg="modSp mod">
        <pc:chgData name="Guttorm Schjelderup" userId="e0ac67c0-b505-4405-ab95-266cbfcd4586" providerId="ADAL" clId="{A6A39AE8-E1CF-4F5D-BBAC-CEB80C096350}" dt="2025-09-17T06:22:11.500" v="1779" actId="313"/>
        <pc:sldMkLst>
          <pc:docMk/>
          <pc:sldMk cId="1508826493" sldId="267"/>
        </pc:sldMkLst>
        <pc:spChg chg="mod">
          <ac:chgData name="Guttorm Schjelderup" userId="e0ac67c0-b505-4405-ab95-266cbfcd4586" providerId="ADAL" clId="{A6A39AE8-E1CF-4F5D-BBAC-CEB80C096350}" dt="2025-09-17T06:22:11.500" v="1779" actId="313"/>
          <ac:spMkLst>
            <pc:docMk/>
            <pc:sldMk cId="1508826493" sldId="267"/>
            <ac:spMk id="3" creationId="{DFFD88FA-96A1-BFF0-E364-C896C007E5D4}"/>
          </ac:spMkLst>
        </pc:spChg>
      </pc:sldChg>
      <pc:sldChg chg="modAnim">
        <pc:chgData name="Guttorm Schjelderup" userId="e0ac67c0-b505-4405-ab95-266cbfcd4586" providerId="ADAL" clId="{A6A39AE8-E1CF-4F5D-BBAC-CEB80C096350}" dt="2025-09-16T07:07:59.968" v="85"/>
        <pc:sldMkLst>
          <pc:docMk/>
          <pc:sldMk cId="1477803876" sldId="299"/>
        </pc:sldMkLst>
      </pc:sldChg>
      <pc:sldChg chg="modAnim">
        <pc:chgData name="Guttorm Schjelderup" userId="e0ac67c0-b505-4405-ab95-266cbfcd4586" providerId="ADAL" clId="{A6A39AE8-E1CF-4F5D-BBAC-CEB80C096350}" dt="2025-09-16T14:31:50.466" v="261"/>
        <pc:sldMkLst>
          <pc:docMk/>
          <pc:sldMk cId="2568596066" sldId="319"/>
        </pc:sldMkLst>
      </pc:sldChg>
      <pc:sldChg chg="modAnim">
        <pc:chgData name="Guttorm Schjelderup" userId="e0ac67c0-b505-4405-ab95-266cbfcd4586" providerId="ADAL" clId="{A6A39AE8-E1CF-4F5D-BBAC-CEB80C096350}" dt="2025-09-14T08:16:35.514" v="8"/>
        <pc:sldMkLst>
          <pc:docMk/>
          <pc:sldMk cId="3665186730" sldId="322"/>
        </pc:sldMkLst>
      </pc:sldChg>
      <pc:sldChg chg="modAnim">
        <pc:chgData name="Guttorm Schjelderup" userId="e0ac67c0-b505-4405-ab95-266cbfcd4586" providerId="ADAL" clId="{A6A39AE8-E1CF-4F5D-BBAC-CEB80C096350}" dt="2025-09-14T08:17:13.690" v="17"/>
        <pc:sldMkLst>
          <pc:docMk/>
          <pc:sldMk cId="3621469838" sldId="323"/>
        </pc:sldMkLst>
      </pc:sldChg>
      <pc:sldChg chg="modSp mod">
        <pc:chgData name="Guttorm Schjelderup" userId="e0ac67c0-b505-4405-ab95-266cbfcd4586" providerId="ADAL" clId="{A6A39AE8-E1CF-4F5D-BBAC-CEB80C096350}" dt="2025-09-16T14:32:40.596" v="281" actId="20577"/>
        <pc:sldMkLst>
          <pc:docMk/>
          <pc:sldMk cId="1432024424" sldId="335"/>
        </pc:sldMkLst>
        <pc:spChg chg="mod">
          <ac:chgData name="Guttorm Schjelderup" userId="e0ac67c0-b505-4405-ab95-266cbfcd4586" providerId="ADAL" clId="{A6A39AE8-E1CF-4F5D-BBAC-CEB80C096350}" dt="2025-09-16T14:32:13.934" v="279" actId="20577"/>
          <ac:spMkLst>
            <pc:docMk/>
            <pc:sldMk cId="1432024424" sldId="335"/>
            <ac:spMk id="2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5-09-16T14:32:40.596" v="281" actId="20577"/>
          <ac:spMkLst>
            <pc:docMk/>
            <pc:sldMk cId="1432024424" sldId="335"/>
            <ac:spMk id="3" creationId="{00000000-0000-0000-0000-000000000000}"/>
          </ac:spMkLst>
        </pc:spChg>
      </pc:sldChg>
      <pc:sldChg chg="modSp mod modAnim">
        <pc:chgData name="Guttorm Schjelderup" userId="e0ac67c0-b505-4405-ab95-266cbfcd4586" providerId="ADAL" clId="{A6A39AE8-E1CF-4F5D-BBAC-CEB80C096350}" dt="2025-09-16T14:47:35.660" v="315" actId="14100"/>
        <pc:sldMkLst>
          <pc:docMk/>
          <pc:sldMk cId="2249921086" sldId="336"/>
        </pc:sldMkLst>
        <pc:spChg chg="mod">
          <ac:chgData name="Guttorm Schjelderup" userId="e0ac67c0-b505-4405-ab95-266cbfcd4586" providerId="ADAL" clId="{A6A39AE8-E1CF-4F5D-BBAC-CEB80C096350}" dt="2025-09-16T14:47:12.951" v="311" actId="1076"/>
          <ac:spMkLst>
            <pc:docMk/>
            <pc:sldMk cId="2249921086" sldId="336"/>
            <ac:spMk id="2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5-09-16T14:47:35.660" v="315" actId="14100"/>
          <ac:spMkLst>
            <pc:docMk/>
            <pc:sldMk cId="2249921086" sldId="336"/>
            <ac:spMk id="3" creationId="{00000000-0000-0000-0000-000000000000}"/>
          </ac:spMkLst>
        </pc:spChg>
      </pc:sldChg>
      <pc:sldChg chg="modSp mod modAnim">
        <pc:chgData name="Guttorm Schjelderup" userId="e0ac67c0-b505-4405-ab95-266cbfcd4586" providerId="ADAL" clId="{A6A39AE8-E1CF-4F5D-BBAC-CEB80C096350}" dt="2025-09-16T14:47:51.569" v="317" actId="14100"/>
        <pc:sldMkLst>
          <pc:docMk/>
          <pc:sldMk cId="2064566543" sldId="337"/>
        </pc:sldMkLst>
        <pc:spChg chg="mod">
          <ac:chgData name="Guttorm Schjelderup" userId="e0ac67c0-b505-4405-ab95-266cbfcd4586" providerId="ADAL" clId="{A6A39AE8-E1CF-4F5D-BBAC-CEB80C096350}" dt="2025-09-16T14:46:49.627" v="306" actId="403"/>
          <ac:spMkLst>
            <pc:docMk/>
            <pc:sldMk cId="2064566543" sldId="337"/>
            <ac:spMk id="2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5-09-16T14:47:51.569" v="317" actId="14100"/>
          <ac:spMkLst>
            <pc:docMk/>
            <pc:sldMk cId="2064566543" sldId="337"/>
            <ac:spMk id="3" creationId="{00000000-0000-0000-0000-000000000000}"/>
          </ac:spMkLst>
        </pc:spChg>
      </pc:sldChg>
      <pc:sldChg chg="modSp mod">
        <pc:chgData name="Guttorm Schjelderup" userId="e0ac67c0-b505-4405-ab95-266cbfcd4586" providerId="ADAL" clId="{A6A39AE8-E1CF-4F5D-BBAC-CEB80C096350}" dt="2025-09-16T14:54:36.713" v="326" actId="403"/>
        <pc:sldMkLst>
          <pc:docMk/>
          <pc:sldMk cId="365794980" sldId="338"/>
        </pc:sldMkLst>
        <pc:spChg chg="mod">
          <ac:chgData name="Guttorm Schjelderup" userId="e0ac67c0-b505-4405-ab95-266cbfcd4586" providerId="ADAL" clId="{A6A39AE8-E1CF-4F5D-BBAC-CEB80C096350}" dt="2025-09-16T14:53:59.112" v="322" actId="403"/>
          <ac:spMkLst>
            <pc:docMk/>
            <pc:sldMk cId="365794980" sldId="338"/>
            <ac:spMk id="2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5-09-16T14:54:36.713" v="326" actId="403"/>
          <ac:spMkLst>
            <pc:docMk/>
            <pc:sldMk cId="365794980" sldId="338"/>
            <ac:spMk id="3" creationId="{00000000-0000-0000-0000-000000000000}"/>
          </ac:spMkLst>
        </pc:spChg>
      </pc:sldChg>
      <pc:sldChg chg="modSp mod">
        <pc:chgData name="Guttorm Schjelderup" userId="e0ac67c0-b505-4405-ab95-266cbfcd4586" providerId="ADAL" clId="{A6A39AE8-E1CF-4F5D-BBAC-CEB80C096350}" dt="2025-09-16T15:43:26.422" v="450" actId="20577"/>
        <pc:sldMkLst>
          <pc:docMk/>
          <pc:sldMk cId="2960654901" sldId="339"/>
        </pc:sldMkLst>
        <pc:spChg chg="mod">
          <ac:chgData name="Guttorm Schjelderup" userId="e0ac67c0-b505-4405-ab95-266cbfcd4586" providerId="ADAL" clId="{A6A39AE8-E1CF-4F5D-BBAC-CEB80C096350}" dt="2025-09-16T14:56:02.657" v="329" actId="1076"/>
          <ac:spMkLst>
            <pc:docMk/>
            <pc:sldMk cId="2960654901" sldId="339"/>
            <ac:spMk id="2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5-09-16T15:43:26.422" v="450" actId="20577"/>
          <ac:spMkLst>
            <pc:docMk/>
            <pc:sldMk cId="2960654901" sldId="339"/>
            <ac:spMk id="3" creationId="{00000000-0000-0000-0000-000000000000}"/>
          </ac:spMkLst>
        </pc:spChg>
      </pc:sldChg>
      <pc:sldChg chg="modSp mod modAnim">
        <pc:chgData name="Guttorm Schjelderup" userId="e0ac67c0-b505-4405-ab95-266cbfcd4586" providerId="ADAL" clId="{A6A39AE8-E1CF-4F5D-BBAC-CEB80C096350}" dt="2025-09-16T16:35:22.813" v="1206" actId="20577"/>
        <pc:sldMkLst>
          <pc:docMk/>
          <pc:sldMk cId="1029016714" sldId="340"/>
        </pc:sldMkLst>
        <pc:spChg chg="mod">
          <ac:chgData name="Guttorm Schjelderup" userId="e0ac67c0-b505-4405-ab95-266cbfcd4586" providerId="ADAL" clId="{A6A39AE8-E1CF-4F5D-BBAC-CEB80C096350}" dt="2025-09-16T16:31:39.517" v="775" actId="27636"/>
          <ac:spMkLst>
            <pc:docMk/>
            <pc:sldMk cId="1029016714" sldId="340"/>
            <ac:spMk id="2" creationId="{00000000-0000-0000-0000-000000000000}"/>
          </ac:spMkLst>
        </pc:spChg>
        <pc:spChg chg="mod">
          <ac:chgData name="Guttorm Schjelderup" userId="e0ac67c0-b505-4405-ab95-266cbfcd4586" providerId="ADAL" clId="{A6A39AE8-E1CF-4F5D-BBAC-CEB80C096350}" dt="2025-09-16T16:35:22.813" v="1206" actId="20577"/>
          <ac:spMkLst>
            <pc:docMk/>
            <pc:sldMk cId="1029016714" sldId="340"/>
            <ac:spMk id="3" creationId="{00000000-0000-0000-0000-000000000000}"/>
          </ac:spMkLst>
        </pc:spChg>
      </pc:sldChg>
      <pc:sldChg chg="modSp mod modAnim">
        <pc:chgData name="Guttorm Schjelderup" userId="e0ac67c0-b505-4405-ab95-266cbfcd4586" providerId="ADAL" clId="{A6A39AE8-E1CF-4F5D-BBAC-CEB80C096350}" dt="2025-09-16T16:36:42.727" v="1297"/>
        <pc:sldMkLst>
          <pc:docMk/>
          <pc:sldMk cId="4066632026" sldId="356"/>
        </pc:sldMkLst>
        <pc:spChg chg="mod">
          <ac:chgData name="Guttorm Schjelderup" userId="e0ac67c0-b505-4405-ab95-266cbfcd4586" providerId="ADAL" clId="{A6A39AE8-E1CF-4F5D-BBAC-CEB80C096350}" dt="2025-09-16T16:35:36.396" v="1208" actId="1076"/>
          <ac:spMkLst>
            <pc:docMk/>
            <pc:sldMk cId="4066632026" sldId="356"/>
            <ac:spMk id="2" creationId="{E811193D-BCB3-2940-A7A7-A129B1B88E73}"/>
          </ac:spMkLst>
        </pc:spChg>
        <pc:spChg chg="mod">
          <ac:chgData name="Guttorm Schjelderup" userId="e0ac67c0-b505-4405-ab95-266cbfcd4586" providerId="ADAL" clId="{A6A39AE8-E1CF-4F5D-BBAC-CEB80C096350}" dt="2025-09-16T16:36:29.709" v="1296" actId="20577"/>
          <ac:spMkLst>
            <pc:docMk/>
            <pc:sldMk cId="4066632026" sldId="356"/>
            <ac:spMk id="3" creationId="{3D958FAC-7ED7-2742-A856-B27309BE14DF}"/>
          </ac:spMkLst>
        </pc:spChg>
      </pc:sldChg>
      <pc:sldChg chg="modSp mod modAnim">
        <pc:chgData name="Guttorm Schjelderup" userId="e0ac67c0-b505-4405-ab95-266cbfcd4586" providerId="ADAL" clId="{A6A39AE8-E1CF-4F5D-BBAC-CEB80C096350}" dt="2025-09-17T06:10:37.081" v="1480" actId="20577"/>
        <pc:sldMkLst>
          <pc:docMk/>
          <pc:sldMk cId="1949313308" sldId="357"/>
        </pc:sldMkLst>
        <pc:spChg chg="mod">
          <ac:chgData name="Guttorm Schjelderup" userId="e0ac67c0-b505-4405-ab95-266cbfcd4586" providerId="ADAL" clId="{A6A39AE8-E1CF-4F5D-BBAC-CEB80C096350}" dt="2025-09-17T06:10:37.081" v="1480" actId="20577"/>
          <ac:spMkLst>
            <pc:docMk/>
            <pc:sldMk cId="1949313308" sldId="357"/>
            <ac:spMk id="3" creationId="{9F0FC03B-2FF7-0B4F-93A7-D45257FD74AB}"/>
          </ac:spMkLst>
        </pc:spChg>
      </pc:sldChg>
      <pc:sldChg chg="modSp mod">
        <pc:chgData name="Guttorm Schjelderup" userId="e0ac67c0-b505-4405-ab95-266cbfcd4586" providerId="ADAL" clId="{A6A39AE8-E1CF-4F5D-BBAC-CEB80C096350}" dt="2025-09-17T06:12:24.038" v="1567" actId="20577"/>
        <pc:sldMkLst>
          <pc:docMk/>
          <pc:sldMk cId="390943644" sldId="358"/>
        </pc:sldMkLst>
        <pc:spChg chg="mod">
          <ac:chgData name="Guttorm Schjelderup" userId="e0ac67c0-b505-4405-ab95-266cbfcd4586" providerId="ADAL" clId="{A6A39AE8-E1CF-4F5D-BBAC-CEB80C096350}" dt="2025-09-17T06:12:24.038" v="1567" actId="20577"/>
          <ac:spMkLst>
            <pc:docMk/>
            <pc:sldMk cId="390943644" sldId="358"/>
            <ac:spMk id="3" creationId="{48BB2DCB-A62D-194E-91D8-DF465A39BB58}"/>
          </ac:spMkLst>
        </pc:spChg>
      </pc:sldChg>
      <pc:sldChg chg="modSp mod modAnim">
        <pc:chgData name="Guttorm Schjelderup" userId="e0ac67c0-b505-4405-ab95-266cbfcd4586" providerId="ADAL" clId="{A6A39AE8-E1CF-4F5D-BBAC-CEB80C096350}" dt="2025-09-17T06:14:46.992" v="1668"/>
        <pc:sldMkLst>
          <pc:docMk/>
          <pc:sldMk cId="1530655042" sldId="359"/>
        </pc:sldMkLst>
        <pc:spChg chg="mod">
          <ac:chgData name="Guttorm Schjelderup" userId="e0ac67c0-b505-4405-ab95-266cbfcd4586" providerId="ADAL" clId="{A6A39AE8-E1CF-4F5D-BBAC-CEB80C096350}" dt="2025-09-17T06:14:46.992" v="1668"/>
          <ac:spMkLst>
            <pc:docMk/>
            <pc:sldMk cId="1530655042" sldId="359"/>
            <ac:spMk id="3" creationId="{E6242B5C-076B-A746-8E05-94CF189FA5DC}"/>
          </ac:spMkLst>
        </pc:spChg>
      </pc:sldChg>
      <pc:sldChg chg="modSp">
        <pc:chgData name="Guttorm Schjelderup" userId="e0ac67c0-b505-4405-ab95-266cbfcd4586" providerId="ADAL" clId="{A6A39AE8-E1CF-4F5D-BBAC-CEB80C096350}" dt="2025-09-16T17:16:35.701" v="1398" actId="20577"/>
        <pc:sldMkLst>
          <pc:docMk/>
          <pc:sldMk cId="1226540661" sldId="360"/>
        </pc:sldMkLst>
        <pc:spChg chg="mod">
          <ac:chgData name="Guttorm Schjelderup" userId="e0ac67c0-b505-4405-ab95-266cbfcd4586" providerId="ADAL" clId="{A6A39AE8-E1CF-4F5D-BBAC-CEB80C096350}" dt="2025-09-16T17:16:35.701" v="1398" actId="20577"/>
          <ac:spMkLst>
            <pc:docMk/>
            <pc:sldMk cId="1226540661" sldId="360"/>
            <ac:spMk id="3" creationId="{9621DBFF-4678-CB43-9E73-F28C4F656FE7}"/>
          </ac:spMkLst>
        </pc:spChg>
      </pc:sldChg>
      <pc:sldChg chg="modSp mod">
        <pc:chgData name="Guttorm Schjelderup" userId="e0ac67c0-b505-4405-ab95-266cbfcd4586" providerId="ADAL" clId="{A6A39AE8-E1CF-4F5D-BBAC-CEB80C096350}" dt="2025-09-16T17:16:58.465" v="1415" actId="403"/>
        <pc:sldMkLst>
          <pc:docMk/>
          <pc:sldMk cId="712017259" sldId="367"/>
        </pc:sldMkLst>
        <pc:spChg chg="mod">
          <ac:chgData name="Guttorm Schjelderup" userId="e0ac67c0-b505-4405-ab95-266cbfcd4586" providerId="ADAL" clId="{A6A39AE8-E1CF-4F5D-BBAC-CEB80C096350}" dt="2025-09-16T17:16:58.465" v="1415" actId="403"/>
          <ac:spMkLst>
            <pc:docMk/>
            <pc:sldMk cId="712017259" sldId="367"/>
            <ac:spMk id="3" creationId="{2B82C5B2-E6A5-0736-97A1-13660A5E1F09}"/>
          </ac:spMkLst>
        </pc:spChg>
      </pc:sldChg>
      <pc:sldChg chg="modSp mod">
        <pc:chgData name="Guttorm Schjelderup" userId="e0ac67c0-b505-4405-ab95-266cbfcd4586" providerId="ADAL" clId="{A6A39AE8-E1CF-4F5D-BBAC-CEB80C096350}" dt="2025-09-17T09:27:28.576" v="1857" actId="20577"/>
        <pc:sldMkLst>
          <pc:docMk/>
          <pc:sldMk cId="3753458227" sldId="368"/>
        </pc:sldMkLst>
        <pc:spChg chg="mod">
          <ac:chgData name="Guttorm Schjelderup" userId="e0ac67c0-b505-4405-ab95-266cbfcd4586" providerId="ADAL" clId="{A6A39AE8-E1CF-4F5D-BBAC-CEB80C096350}" dt="2025-09-17T09:27:28.576" v="1857" actId="20577"/>
          <ac:spMkLst>
            <pc:docMk/>
            <pc:sldMk cId="3753458227" sldId="368"/>
            <ac:spMk id="3" creationId="{DF671CCD-F2B0-6A02-2E5C-6C974C98F7B3}"/>
          </ac:spMkLst>
        </pc:spChg>
      </pc:sldChg>
      <pc:sldChg chg="addSp modSp mod">
        <pc:chgData name="Guttorm Schjelderup" userId="e0ac67c0-b505-4405-ab95-266cbfcd4586" providerId="ADAL" clId="{A6A39AE8-E1CF-4F5D-BBAC-CEB80C096350}" dt="2025-09-17T09:31:46.118" v="1999" actId="1076"/>
        <pc:sldMkLst>
          <pc:docMk/>
          <pc:sldMk cId="3235052975" sldId="369"/>
        </pc:sldMkLst>
        <pc:spChg chg="add mod">
          <ac:chgData name="Guttorm Schjelderup" userId="e0ac67c0-b505-4405-ab95-266cbfcd4586" providerId="ADAL" clId="{A6A39AE8-E1CF-4F5D-BBAC-CEB80C096350}" dt="2025-09-17T09:31:46.118" v="1999" actId="1076"/>
          <ac:spMkLst>
            <pc:docMk/>
            <pc:sldMk cId="3235052975" sldId="369"/>
            <ac:spMk id="2" creationId="{9E9618EA-3B41-142A-185F-83FD8D850FB9}"/>
          </ac:spMkLst>
        </pc:spChg>
        <pc:spChg chg="mod">
          <ac:chgData name="Guttorm Schjelderup" userId="e0ac67c0-b505-4405-ab95-266cbfcd4586" providerId="ADAL" clId="{A6A39AE8-E1CF-4F5D-BBAC-CEB80C096350}" dt="2025-09-17T09:31:38.441" v="1997" actId="403"/>
          <ac:spMkLst>
            <pc:docMk/>
            <pc:sldMk cId="3235052975" sldId="369"/>
            <ac:spMk id="3" creationId="{A52E903B-D869-3BD1-E7F5-C03CEC803641}"/>
          </ac:spMkLst>
        </pc:spChg>
        <pc:spChg chg="add mod">
          <ac:chgData name="Guttorm Schjelderup" userId="e0ac67c0-b505-4405-ab95-266cbfcd4586" providerId="ADAL" clId="{A6A39AE8-E1CF-4F5D-BBAC-CEB80C096350}" dt="2025-09-17T09:31:42.970" v="1998" actId="1076"/>
          <ac:spMkLst>
            <pc:docMk/>
            <pc:sldMk cId="3235052975" sldId="369"/>
            <ac:spMk id="5" creationId="{6F3C9BCC-9DC6-92E4-DF09-0F762B0D7CFA}"/>
          </ac:spMkLst>
        </pc:spChg>
      </pc:sldChg>
      <pc:sldChg chg="modSp mod">
        <pc:chgData name="Guttorm Schjelderup" userId="e0ac67c0-b505-4405-ab95-266cbfcd4586" providerId="ADAL" clId="{A6A39AE8-E1CF-4F5D-BBAC-CEB80C096350}" dt="2025-09-17T09:32:35.873" v="2019" actId="207"/>
        <pc:sldMkLst>
          <pc:docMk/>
          <pc:sldMk cId="2535223957" sldId="370"/>
        </pc:sldMkLst>
        <pc:spChg chg="mod">
          <ac:chgData name="Guttorm Schjelderup" userId="e0ac67c0-b505-4405-ab95-266cbfcd4586" providerId="ADAL" clId="{A6A39AE8-E1CF-4F5D-BBAC-CEB80C096350}" dt="2025-09-17T09:32:35.873" v="2019" actId="207"/>
          <ac:spMkLst>
            <pc:docMk/>
            <pc:sldMk cId="2535223957" sldId="370"/>
            <ac:spMk id="3" creationId="{CB9B9931-88FF-F585-EECB-CDAB0216C0A0}"/>
          </ac:spMkLst>
        </pc:spChg>
      </pc:sldChg>
      <pc:sldChg chg="modSp mod">
        <pc:chgData name="Guttorm Schjelderup" userId="e0ac67c0-b505-4405-ab95-266cbfcd4586" providerId="ADAL" clId="{A6A39AE8-E1CF-4F5D-BBAC-CEB80C096350}" dt="2025-09-17T06:12:05.077" v="1560" actId="20577"/>
        <pc:sldMkLst>
          <pc:docMk/>
          <pc:sldMk cId="3499243345" sldId="371"/>
        </pc:sldMkLst>
        <pc:spChg chg="mod">
          <ac:chgData name="Guttorm Schjelderup" userId="e0ac67c0-b505-4405-ab95-266cbfcd4586" providerId="ADAL" clId="{A6A39AE8-E1CF-4F5D-BBAC-CEB80C096350}" dt="2025-09-17T06:12:05.077" v="1560" actId="20577"/>
          <ac:spMkLst>
            <pc:docMk/>
            <pc:sldMk cId="3499243345" sldId="371"/>
            <ac:spMk id="3" creationId="{4DD93964-24D0-4DD9-3150-24CF233420E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235503" cy="336233"/>
          </a:xfrm>
          <a:prstGeom prst="rect">
            <a:avLst/>
          </a:prstGeom>
        </p:spPr>
        <p:txBody>
          <a:bodyPr vert="horz" lIns="89893" tIns="44947" rIns="89893" bIns="44947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5536476" y="2"/>
            <a:ext cx="4235503" cy="336233"/>
          </a:xfrm>
          <a:prstGeom prst="rect">
            <a:avLst/>
          </a:prstGeom>
        </p:spPr>
        <p:txBody>
          <a:bodyPr vert="horz" lIns="89893" tIns="44947" rIns="89893" bIns="44947" rtlCol="0"/>
          <a:lstStyle>
            <a:lvl1pPr algn="r">
              <a:defRPr sz="1200"/>
            </a:lvl1pPr>
          </a:lstStyle>
          <a:p>
            <a:fld id="{F27DBD2A-FA58-4AD3-809F-BA8D4A980247}" type="datetimeFigureOut">
              <a:rPr lang="nb-NO" smtClean="0"/>
              <a:pPr/>
              <a:t>17.09.2025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2" y="6387252"/>
            <a:ext cx="4235503" cy="336233"/>
          </a:xfrm>
          <a:prstGeom prst="rect">
            <a:avLst/>
          </a:prstGeom>
        </p:spPr>
        <p:txBody>
          <a:bodyPr vert="horz" lIns="89893" tIns="44947" rIns="89893" bIns="44947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5536476" y="6387252"/>
            <a:ext cx="4235503" cy="336233"/>
          </a:xfrm>
          <a:prstGeom prst="rect">
            <a:avLst/>
          </a:prstGeom>
        </p:spPr>
        <p:txBody>
          <a:bodyPr vert="horz" lIns="89893" tIns="44947" rIns="89893" bIns="44947" rtlCol="0" anchor="b"/>
          <a:lstStyle>
            <a:lvl1pPr algn="r">
              <a:defRPr sz="1200"/>
            </a:lvl1pPr>
          </a:lstStyle>
          <a:p>
            <a:fld id="{AAA75A8A-F3EC-4E41-9543-E2675E537B95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360407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235503" cy="336233"/>
          </a:xfrm>
          <a:prstGeom prst="rect">
            <a:avLst/>
          </a:prstGeom>
        </p:spPr>
        <p:txBody>
          <a:bodyPr vert="horz" lIns="89893" tIns="44947" rIns="89893" bIns="44947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5536476" y="2"/>
            <a:ext cx="4235503" cy="336233"/>
          </a:xfrm>
          <a:prstGeom prst="rect">
            <a:avLst/>
          </a:prstGeom>
        </p:spPr>
        <p:txBody>
          <a:bodyPr vert="horz" lIns="89893" tIns="44947" rIns="89893" bIns="44947" rtlCol="0"/>
          <a:lstStyle>
            <a:lvl1pPr algn="r">
              <a:defRPr sz="1200"/>
            </a:lvl1pPr>
          </a:lstStyle>
          <a:p>
            <a:fld id="{0AB39C5D-D8EB-459F-85BC-8C0DD646C392}" type="datetimeFigureOut">
              <a:rPr lang="nb-NO" smtClean="0"/>
              <a:pPr/>
              <a:t>17.09.2025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217863" y="504825"/>
            <a:ext cx="3338512" cy="2522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93" tIns="44947" rIns="89893" bIns="44947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977424" y="3194210"/>
            <a:ext cx="7819390" cy="3026093"/>
          </a:xfrm>
          <a:prstGeom prst="rect">
            <a:avLst/>
          </a:prstGeom>
        </p:spPr>
        <p:txBody>
          <a:bodyPr vert="horz" lIns="89893" tIns="44947" rIns="89893" bIns="44947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2" y="6387252"/>
            <a:ext cx="4235503" cy="336233"/>
          </a:xfrm>
          <a:prstGeom prst="rect">
            <a:avLst/>
          </a:prstGeom>
        </p:spPr>
        <p:txBody>
          <a:bodyPr vert="horz" lIns="89893" tIns="44947" rIns="89893" bIns="44947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5536476" y="6387252"/>
            <a:ext cx="4235503" cy="336233"/>
          </a:xfrm>
          <a:prstGeom prst="rect">
            <a:avLst/>
          </a:prstGeom>
        </p:spPr>
        <p:txBody>
          <a:bodyPr vert="horz" lIns="89893" tIns="44947" rIns="89893" bIns="44947" rtlCol="0" anchor="b"/>
          <a:lstStyle>
            <a:lvl1pPr algn="r">
              <a:defRPr sz="1200"/>
            </a:lvl1pPr>
          </a:lstStyle>
          <a:p>
            <a:fld id="{D3E10AA6-FB05-4A99-A181-D1EF3D6981B4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80015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0401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2006" algn="l" defTabSz="100401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04011" algn="l" defTabSz="100401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06017" algn="l" defTabSz="100401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08022" algn="l" defTabSz="100401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10028" algn="l" defTabSz="100401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12034" algn="l" defTabSz="100401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14039" algn="l" defTabSz="100401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16045" algn="l" defTabSz="100401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161" y="6410945"/>
            <a:ext cx="4069088" cy="1170434"/>
          </a:xfrm>
          <a:prstGeom prst="rect">
            <a:avLst/>
          </a:prstGeom>
        </p:spPr>
      </p:pic>
      <p:pic>
        <p:nvPicPr>
          <p:cNvPr id="4" name="Bild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000" y="673200"/>
            <a:ext cx="780290" cy="1557531"/>
          </a:xfrm>
          <a:prstGeom prst="rect">
            <a:avLst/>
          </a:prstGeom>
        </p:spPr>
      </p:pic>
      <p:sp>
        <p:nvSpPr>
          <p:cNvPr id="5" name="Tittel 1"/>
          <p:cNvSpPr>
            <a:spLocks noGrp="1"/>
          </p:cNvSpPr>
          <p:nvPr>
            <p:ph type="ctrTitle" hasCustomPrompt="1"/>
          </p:nvPr>
        </p:nvSpPr>
        <p:spPr>
          <a:xfrm>
            <a:off x="1116162" y="1504950"/>
            <a:ext cx="7151538" cy="3176372"/>
          </a:xfrm>
        </p:spPr>
        <p:txBody>
          <a:bodyPr anchor="b">
            <a:noAutofit/>
          </a:bodyPr>
          <a:lstStyle>
            <a:lvl1pPr>
              <a:defRPr sz="4000" b="0" cap="all" baseline="0">
                <a:solidFill>
                  <a:srgbClr val="003A54"/>
                </a:solidFill>
              </a:defRPr>
            </a:lvl1pPr>
          </a:lstStyle>
          <a:p>
            <a:r>
              <a:rPr lang="nb-NO" dirty="0"/>
              <a:t>Tittel</a:t>
            </a:r>
          </a:p>
        </p:txBody>
      </p:sp>
      <p:sp>
        <p:nvSpPr>
          <p:cNvPr id="6" name="Plassholder for tekst 8"/>
          <p:cNvSpPr>
            <a:spLocks noGrp="1"/>
          </p:cNvSpPr>
          <p:nvPr>
            <p:ph type="body" sz="quarter" idx="10" hasCustomPrompt="1"/>
          </p:nvPr>
        </p:nvSpPr>
        <p:spPr>
          <a:xfrm>
            <a:off x="1116011" y="4678635"/>
            <a:ext cx="7153200" cy="914400"/>
          </a:xfrm>
        </p:spPr>
        <p:txBody>
          <a:bodyPr>
            <a:normAutofit/>
          </a:bodyPr>
          <a:lstStyle>
            <a:lvl1pPr marL="0" indent="0">
              <a:buNone/>
              <a:defRPr sz="2000" cap="none" normalizeH="0" baseline="0">
                <a:solidFill>
                  <a:srgbClr val="A89449"/>
                </a:solidFill>
              </a:defRPr>
            </a:lvl1pPr>
          </a:lstStyle>
          <a:p>
            <a:pPr lvl="0"/>
            <a:r>
              <a:rPr lang="nb-NO" dirty="0"/>
              <a:t>Undertittel</a:t>
            </a:r>
          </a:p>
        </p:txBody>
      </p:sp>
    </p:spTree>
    <p:extLst>
      <p:ext uri="{BB962C8B-B14F-4D97-AF65-F5344CB8AC3E}">
        <p14:creationId xmlns:p14="http://schemas.microsoft.com/office/powerpoint/2010/main" val="101521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C938-27D9-4FDE-9B20-AE634E5CC57F}" type="datetime1">
              <a:rPr lang="nb-NO" smtClean="0"/>
              <a:t>17.09.2025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95784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lysbil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bilde 7"/>
          <p:cNvSpPr>
            <a:spLocks noGrp="1"/>
          </p:cNvSpPr>
          <p:nvPr>
            <p:ph type="pic" sz="quarter" idx="14" hasCustomPrompt="1"/>
          </p:nvPr>
        </p:nvSpPr>
        <p:spPr>
          <a:xfrm>
            <a:off x="806400" y="2509200"/>
            <a:ext cx="4186800" cy="4244400"/>
          </a:xfrm>
          <a:blipFill dpi="0" rotWithShape="1">
            <a:blip r:embed="rId2" cstate="print"/>
            <a:srcRect/>
            <a:tile tx="0" ty="0" sx="100000" sy="100000" flip="none" algn="tl"/>
          </a:blipFill>
        </p:spPr>
        <p:txBody>
          <a:bodyPr tIns="1530000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bilde</a:t>
            </a:r>
          </a:p>
        </p:txBody>
      </p:sp>
      <p:sp>
        <p:nvSpPr>
          <p:cNvPr id="14" name="Rektangel 13"/>
          <p:cNvSpPr/>
          <p:nvPr userDrawn="1"/>
        </p:nvSpPr>
        <p:spPr>
          <a:xfrm>
            <a:off x="5065200" y="2509200"/>
            <a:ext cx="4197600" cy="4244400"/>
          </a:xfrm>
          <a:prstGeom prst="rect">
            <a:avLst/>
          </a:prstGeom>
          <a:solidFill>
            <a:srgbClr val="2F7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 err="1">
              <a:solidFill>
                <a:srgbClr val="00314A"/>
              </a:solidFill>
            </a:endParaRPr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5334000" y="2787377"/>
            <a:ext cx="3703042" cy="1497310"/>
          </a:xfrm>
        </p:spPr>
        <p:txBody>
          <a:bodyPr anchor="t">
            <a:normAutofit/>
          </a:bodyPr>
          <a:lstStyle>
            <a:lvl1pPr>
              <a:defRPr sz="24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pic>
        <p:nvPicPr>
          <p:cNvPr id="6" name="Bild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593" y="442800"/>
            <a:ext cx="403200" cy="80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229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lysbilde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00" y="666000"/>
            <a:ext cx="712800" cy="1422815"/>
          </a:xfrm>
          <a:prstGeom prst="rect">
            <a:avLst/>
          </a:prstGeom>
        </p:spPr>
      </p:pic>
      <p:sp>
        <p:nvSpPr>
          <p:cNvPr id="14" name="Rektangel 13"/>
          <p:cNvSpPr/>
          <p:nvPr userDrawn="1"/>
        </p:nvSpPr>
        <p:spPr>
          <a:xfrm>
            <a:off x="5065200" y="2509200"/>
            <a:ext cx="4197600" cy="4244400"/>
          </a:xfrm>
          <a:prstGeom prst="rect">
            <a:avLst/>
          </a:prstGeom>
          <a:solidFill>
            <a:srgbClr val="BCBD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 err="1">
              <a:solidFill>
                <a:srgbClr val="00314A"/>
              </a:solidFill>
            </a:endParaRPr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5334000" y="2787377"/>
            <a:ext cx="3703042" cy="1497310"/>
          </a:xfrm>
        </p:spPr>
        <p:txBody>
          <a:bodyPr anchor="t">
            <a:normAutofit/>
          </a:bodyPr>
          <a:lstStyle>
            <a:lvl1pPr>
              <a:defRPr sz="2400" b="0" cap="none" baseline="0">
                <a:solidFill>
                  <a:srgbClr val="003A5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9" name="Plassholder for bilde 7"/>
          <p:cNvSpPr>
            <a:spLocks noGrp="1"/>
          </p:cNvSpPr>
          <p:nvPr>
            <p:ph type="pic" sz="quarter" idx="14" hasCustomPrompt="1"/>
          </p:nvPr>
        </p:nvSpPr>
        <p:spPr>
          <a:xfrm>
            <a:off x="806400" y="2509200"/>
            <a:ext cx="4186800" cy="4244400"/>
          </a:xfrm>
          <a:blipFill dpi="0" rotWithShape="1">
            <a:blip r:embed="rId3" cstate="print"/>
            <a:srcRect/>
            <a:tile tx="0" ty="0" sx="100000" sy="100000" flip="none" algn="tl"/>
          </a:blipFill>
        </p:spPr>
        <p:txBody>
          <a:bodyPr tIns="1530000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bilde</a:t>
            </a:r>
          </a:p>
        </p:txBody>
      </p:sp>
    </p:spTree>
    <p:extLst>
      <p:ext uri="{BB962C8B-B14F-4D97-AF65-F5344CB8AC3E}">
        <p14:creationId xmlns:p14="http://schemas.microsoft.com/office/powerpoint/2010/main" val="207587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90656" y="4858812"/>
            <a:ext cx="8622000" cy="1501751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790657" y="3204786"/>
            <a:ext cx="8622000" cy="1654026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20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040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0601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0802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1002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1203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1403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1604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6691-55F6-4DB7-A6EE-74077A326C37}" type="datetime1">
              <a:rPr lang="nb-NO" smtClean="0"/>
              <a:t>17.09.2025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60654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56C80-81BA-476D-8E41-9BF53EDC8092}" type="datetime1">
              <a:rPr lang="nb-NO" smtClean="0"/>
              <a:t>17.09.2025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8" name="Plassholder for innhold 2"/>
          <p:cNvSpPr>
            <a:spLocks noGrp="1"/>
          </p:cNvSpPr>
          <p:nvPr>
            <p:ph idx="1"/>
          </p:nvPr>
        </p:nvSpPr>
        <p:spPr>
          <a:xfrm>
            <a:off x="799199" y="1720800"/>
            <a:ext cx="4284000" cy="536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9" name="Plassholder for innhold 2"/>
          <p:cNvSpPr>
            <a:spLocks noGrp="1"/>
          </p:cNvSpPr>
          <p:nvPr>
            <p:ph idx="13"/>
          </p:nvPr>
        </p:nvSpPr>
        <p:spPr>
          <a:xfrm>
            <a:off x="5220000" y="1720800"/>
            <a:ext cx="4190400" cy="536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660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nholdsdeler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9B01E-30C6-4325-995D-08CB1EECDFC9}" type="datetime1">
              <a:rPr lang="nb-NO" smtClean="0"/>
              <a:t>17.09.2025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2" name="Plassholder for innhold 2"/>
          <p:cNvSpPr>
            <a:spLocks noGrp="1"/>
          </p:cNvSpPr>
          <p:nvPr>
            <p:ph idx="1"/>
          </p:nvPr>
        </p:nvSpPr>
        <p:spPr>
          <a:xfrm>
            <a:off x="799199" y="1720800"/>
            <a:ext cx="4237200" cy="4237200"/>
          </a:xfrm>
          <a:solidFill>
            <a:schemeClr val="accent5"/>
          </a:solidFill>
        </p:spPr>
        <p:txBody>
          <a:bodyPr lIns="180000" tIns="180000" rIns="180000" bIns="180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3" name="Plassholder for innhold 2"/>
          <p:cNvSpPr>
            <a:spLocks noGrp="1"/>
          </p:cNvSpPr>
          <p:nvPr>
            <p:ph idx="13"/>
          </p:nvPr>
        </p:nvSpPr>
        <p:spPr>
          <a:xfrm>
            <a:off x="5159882" y="1720800"/>
            <a:ext cx="4237200" cy="4237200"/>
          </a:xfrm>
          <a:solidFill>
            <a:srgbClr val="BCBDC0"/>
          </a:solidFill>
        </p:spPr>
        <p:txBody>
          <a:bodyPr lIns="180000" tIns="180000" rIns="180000" bIns="180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3622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799200" y="1720800"/>
            <a:ext cx="4237200" cy="77737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2006" indent="0">
              <a:buNone/>
              <a:defRPr sz="2200" b="1"/>
            </a:lvl2pPr>
            <a:lvl3pPr marL="1004011" indent="0">
              <a:buNone/>
              <a:defRPr sz="2000" b="1"/>
            </a:lvl3pPr>
            <a:lvl4pPr marL="1506017" indent="0">
              <a:buNone/>
              <a:defRPr sz="1800" b="1"/>
            </a:lvl4pPr>
            <a:lvl5pPr marL="2008022" indent="0">
              <a:buNone/>
              <a:defRPr sz="1800" b="1"/>
            </a:lvl5pPr>
            <a:lvl6pPr marL="2510028" indent="0">
              <a:buNone/>
              <a:defRPr sz="1800" b="1"/>
            </a:lvl6pPr>
            <a:lvl7pPr marL="3012034" indent="0">
              <a:buNone/>
              <a:defRPr sz="1800" b="1"/>
            </a:lvl7pPr>
            <a:lvl8pPr marL="3514039" indent="0">
              <a:buNone/>
              <a:defRPr sz="1800" b="1"/>
            </a:lvl8pPr>
            <a:lvl9pPr marL="4016045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5158800" y="1720800"/>
            <a:ext cx="4237200" cy="77737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2006" indent="0">
              <a:buNone/>
              <a:defRPr sz="2200" b="1"/>
            </a:lvl2pPr>
            <a:lvl3pPr marL="1004011" indent="0">
              <a:buNone/>
              <a:defRPr sz="2000" b="1"/>
            </a:lvl3pPr>
            <a:lvl4pPr marL="1506017" indent="0">
              <a:buNone/>
              <a:defRPr sz="1800" b="1"/>
            </a:lvl4pPr>
            <a:lvl5pPr marL="2008022" indent="0">
              <a:buNone/>
              <a:defRPr sz="1800" b="1"/>
            </a:lvl5pPr>
            <a:lvl6pPr marL="2510028" indent="0">
              <a:buNone/>
              <a:defRPr sz="1800" b="1"/>
            </a:lvl6pPr>
            <a:lvl7pPr marL="3012034" indent="0">
              <a:buNone/>
              <a:defRPr sz="1800" b="1"/>
            </a:lvl7pPr>
            <a:lvl8pPr marL="3514039" indent="0">
              <a:buNone/>
              <a:defRPr sz="1800" b="1"/>
            </a:lvl8pPr>
            <a:lvl9pPr marL="4016045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61D6-A340-4BFD-AFB0-918BF7C7E708}" type="datetime1">
              <a:rPr lang="nb-NO" smtClean="0"/>
              <a:t>17.09.2025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2" name="Plassholder for innhold 2"/>
          <p:cNvSpPr>
            <a:spLocks noGrp="1"/>
          </p:cNvSpPr>
          <p:nvPr>
            <p:ph idx="13"/>
          </p:nvPr>
        </p:nvSpPr>
        <p:spPr>
          <a:xfrm>
            <a:off x="799199" y="2484487"/>
            <a:ext cx="4237200" cy="4404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3" name="Plassholder for innhold 2"/>
          <p:cNvSpPr>
            <a:spLocks noGrp="1"/>
          </p:cNvSpPr>
          <p:nvPr>
            <p:ph idx="14"/>
          </p:nvPr>
        </p:nvSpPr>
        <p:spPr>
          <a:xfrm>
            <a:off x="5158800" y="2484487"/>
            <a:ext cx="4237200" cy="4404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8320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A5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C36FA-1B25-4B9E-8DA3-BA36BBD69AB5}" type="datetime1">
              <a:rPr lang="nb-NO" smtClean="0"/>
              <a:t>17.09.2025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8" name="Plassholder for bilde 7"/>
          <p:cNvSpPr>
            <a:spLocks noGrp="1"/>
          </p:cNvSpPr>
          <p:nvPr>
            <p:ph type="pic" sz="quarter" idx="13" hasCustomPrompt="1"/>
          </p:nvPr>
        </p:nvSpPr>
        <p:spPr>
          <a:xfrm>
            <a:off x="631156" y="1720800"/>
            <a:ext cx="8776800" cy="4363200"/>
          </a:xfrm>
          <a:solidFill>
            <a:schemeClr val="accent2"/>
          </a:solidFill>
        </p:spPr>
        <p:txBody>
          <a:bodyPr tIns="1620000"/>
          <a:lstStyle>
            <a:lvl1pPr marL="0" indent="0" algn="ctr">
              <a:buNone/>
              <a:defRPr baseline="0"/>
            </a:lvl1pPr>
          </a:lstStyle>
          <a:p>
            <a:r>
              <a:rPr lang="nb-NO" dirty="0"/>
              <a:t>Sett inn bilde</a:t>
            </a:r>
          </a:p>
        </p:txBody>
      </p:sp>
    </p:spTree>
    <p:extLst>
      <p:ext uri="{BB962C8B-B14F-4D97-AF65-F5344CB8AC3E}">
        <p14:creationId xmlns:p14="http://schemas.microsoft.com/office/powerpoint/2010/main" val="3165234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A5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C49E5-CBF6-4AB7-9943-23FAF8EF1D9B}" type="datetime1">
              <a:rPr lang="nb-NO" smtClean="0"/>
              <a:t>17.09.2025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8" name="Plassholder for bilde 7"/>
          <p:cNvSpPr>
            <a:spLocks noGrp="1"/>
          </p:cNvSpPr>
          <p:nvPr>
            <p:ph type="pic" sz="quarter" idx="13" hasCustomPrompt="1"/>
          </p:nvPr>
        </p:nvSpPr>
        <p:spPr>
          <a:xfrm>
            <a:off x="631156" y="1720800"/>
            <a:ext cx="4320000" cy="4363200"/>
          </a:xfrm>
          <a:solidFill>
            <a:schemeClr val="accent2"/>
          </a:solidFill>
        </p:spPr>
        <p:txBody>
          <a:bodyPr tIns="1620000"/>
          <a:lstStyle>
            <a:lvl1pPr marL="0" indent="0" algn="ctr">
              <a:buNone/>
              <a:defRPr baseline="0"/>
            </a:lvl1pPr>
          </a:lstStyle>
          <a:p>
            <a:r>
              <a:rPr lang="nb-NO" dirty="0"/>
              <a:t>Sett inn bilde</a:t>
            </a:r>
          </a:p>
        </p:txBody>
      </p:sp>
      <p:sp>
        <p:nvSpPr>
          <p:cNvPr id="7" name="Plassholder for bilde 7"/>
          <p:cNvSpPr>
            <a:spLocks noGrp="1"/>
          </p:cNvSpPr>
          <p:nvPr>
            <p:ph type="pic" sz="quarter" idx="14" hasCustomPrompt="1"/>
          </p:nvPr>
        </p:nvSpPr>
        <p:spPr>
          <a:xfrm>
            <a:off x="5082373" y="1720800"/>
            <a:ext cx="4320000" cy="4363200"/>
          </a:xfrm>
          <a:solidFill>
            <a:schemeClr val="accent2"/>
          </a:solidFill>
        </p:spPr>
        <p:txBody>
          <a:bodyPr tIns="1620000"/>
          <a:lstStyle>
            <a:lvl1pPr marL="0" indent="0" algn="ctr">
              <a:buNone/>
              <a:defRPr baseline="0"/>
            </a:lvl1pPr>
          </a:lstStyle>
          <a:p>
            <a:r>
              <a:rPr lang="nb-NO" dirty="0"/>
              <a:t>Sett inn bilde</a:t>
            </a:r>
          </a:p>
        </p:txBody>
      </p:sp>
    </p:spTree>
    <p:extLst>
      <p:ext uri="{BB962C8B-B14F-4D97-AF65-F5344CB8AC3E}">
        <p14:creationId xmlns:p14="http://schemas.microsoft.com/office/powerpoint/2010/main" val="328514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bilde - t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A5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1F29-AA30-45C0-BD0C-58A22D8BC3F2}" type="datetime1">
              <a:rPr lang="nb-NO" smtClean="0"/>
              <a:t>17.09.2025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8" name="Plassholder for bilde 7"/>
          <p:cNvSpPr>
            <a:spLocks noGrp="1"/>
          </p:cNvSpPr>
          <p:nvPr>
            <p:ph type="pic" sz="quarter" idx="13" hasCustomPrompt="1"/>
          </p:nvPr>
        </p:nvSpPr>
        <p:spPr>
          <a:xfrm>
            <a:off x="631156" y="1720800"/>
            <a:ext cx="4381200" cy="4363200"/>
          </a:xfrm>
          <a:solidFill>
            <a:schemeClr val="accent2"/>
          </a:solidFill>
        </p:spPr>
        <p:txBody>
          <a:bodyPr tIns="1620000"/>
          <a:lstStyle>
            <a:lvl1pPr marL="0" indent="0" algn="ctr">
              <a:buNone/>
              <a:defRPr baseline="0"/>
            </a:lvl1pPr>
          </a:lstStyle>
          <a:p>
            <a:r>
              <a:rPr lang="nb-NO" dirty="0"/>
              <a:t>Sett inn bilde</a:t>
            </a:r>
          </a:p>
        </p:txBody>
      </p:sp>
      <p:sp>
        <p:nvSpPr>
          <p:cNvPr id="7" name="Plassholder for bilde 7"/>
          <p:cNvSpPr>
            <a:spLocks noGrp="1"/>
          </p:cNvSpPr>
          <p:nvPr>
            <p:ph type="pic" sz="quarter" idx="14" hasCustomPrompt="1"/>
          </p:nvPr>
        </p:nvSpPr>
        <p:spPr>
          <a:xfrm>
            <a:off x="5019452" y="1720800"/>
            <a:ext cx="4381200" cy="4363200"/>
          </a:xfrm>
          <a:solidFill>
            <a:schemeClr val="accent2"/>
          </a:solidFill>
        </p:spPr>
        <p:txBody>
          <a:bodyPr tIns="1620000"/>
          <a:lstStyle>
            <a:lvl1pPr marL="0" indent="0" algn="ctr">
              <a:buNone/>
              <a:defRPr baseline="0"/>
            </a:lvl1pPr>
          </a:lstStyle>
          <a:p>
            <a:r>
              <a:rPr lang="nb-NO" dirty="0"/>
              <a:t>Sett inn bilde</a:t>
            </a:r>
          </a:p>
        </p:txBody>
      </p:sp>
    </p:spTree>
    <p:extLst>
      <p:ext uri="{BB962C8B-B14F-4D97-AF65-F5344CB8AC3E}">
        <p14:creationId xmlns:p14="http://schemas.microsoft.com/office/powerpoint/2010/main" val="1294425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3FA81-B48A-4139-A995-9E225FF6671E}" type="datetime1">
              <a:rPr lang="nb-NO" smtClean="0"/>
              <a:t>17.09.2025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62821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14310-9F73-4BC6-89E0-909386402C58}" type="datetime1">
              <a:rPr lang="nb-NO" smtClean="0"/>
              <a:t>17.09.2025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6557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D874-5931-DF48-398B-F3D8DF58E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1149" y="1237457"/>
            <a:ext cx="7506891" cy="2632440"/>
          </a:xfrm>
        </p:spPr>
        <p:txBody>
          <a:bodyPr anchor="b"/>
          <a:lstStyle>
            <a:lvl1pPr algn="ctr">
              <a:defRPr sz="4926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A6768-407E-5878-AA23-98B42BE4F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1149" y="3971414"/>
            <a:ext cx="7506891" cy="1825554"/>
          </a:xfrm>
        </p:spPr>
        <p:txBody>
          <a:bodyPr/>
          <a:lstStyle>
            <a:lvl1pPr marL="0" indent="0" algn="ctr">
              <a:buNone/>
              <a:defRPr sz="1970"/>
            </a:lvl1pPr>
            <a:lvl2pPr marL="375361" indent="0" algn="ctr">
              <a:buNone/>
              <a:defRPr sz="1642"/>
            </a:lvl2pPr>
            <a:lvl3pPr marL="750722" indent="0" algn="ctr">
              <a:buNone/>
              <a:defRPr sz="1478"/>
            </a:lvl3pPr>
            <a:lvl4pPr marL="1126084" indent="0" algn="ctr">
              <a:buNone/>
              <a:defRPr sz="1314"/>
            </a:lvl4pPr>
            <a:lvl5pPr marL="1501445" indent="0" algn="ctr">
              <a:buNone/>
              <a:defRPr sz="1314"/>
            </a:lvl5pPr>
            <a:lvl6pPr marL="1876806" indent="0" algn="ctr">
              <a:buNone/>
              <a:defRPr sz="1314"/>
            </a:lvl6pPr>
            <a:lvl7pPr marL="2252167" indent="0" algn="ctr">
              <a:buNone/>
              <a:defRPr sz="1314"/>
            </a:lvl7pPr>
            <a:lvl8pPr marL="2627528" indent="0" algn="ctr">
              <a:buNone/>
              <a:defRPr sz="1314"/>
            </a:lvl8pPr>
            <a:lvl9pPr marL="3002890" indent="0" algn="ctr">
              <a:buNone/>
              <a:defRPr sz="1314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FA69F-055E-AF94-400A-FCAAE35F3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74D73-A7A5-429A-81C0-D604E57B404A}" type="datetimeFigureOut">
              <a:rPr lang="nb-NO" smtClean="0"/>
              <a:t>17.09.2025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D42DD-7A23-2866-888A-383CB5C1F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21B60-029A-122E-D2E0-4C833E33A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748A3-5F10-407B-BE6B-7D0E0D718E5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6021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800101" y="421425"/>
            <a:ext cx="7732885" cy="91705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799200" y="1718826"/>
            <a:ext cx="8582271" cy="535877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00">
                <a:solidFill>
                  <a:schemeClr val="bg1"/>
                </a:solidFill>
              </a:defRPr>
            </a:lvl1pPr>
          </a:lstStyle>
          <a:p>
            <a:fld id="{01BE5302-E742-4BA6-BA5D-191D9660392F}" type="datetime1">
              <a:rPr lang="nb-NO" smtClean="0"/>
              <a:t>17.09.2025</a:t>
            </a:fld>
            <a:endParaRPr lang="nb-NO" dirty="0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00">
                <a:solidFill>
                  <a:schemeClr val="bg1"/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696052" y="7034400"/>
            <a:ext cx="687711" cy="402567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100">
                <a:solidFill>
                  <a:srgbClr val="D0D1D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3FA4DDC8-1D0B-4B83-8CF0-4F24D54506BB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8" name="Bilde 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200" y="442800"/>
            <a:ext cx="403200" cy="80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6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2" r:id="rId4"/>
    <p:sldLayoutId id="2147483651" r:id="rId5"/>
    <p:sldLayoutId id="2147483652" r:id="rId6"/>
    <p:sldLayoutId id="2147483656" r:id="rId7"/>
    <p:sldLayoutId id="2147483653" r:id="rId8"/>
    <p:sldLayoutId id="2147483657" r:id="rId9"/>
    <p:sldLayoutId id="2147483660" r:id="rId10"/>
    <p:sldLayoutId id="2147483659" r:id="rId11"/>
    <p:sldLayoutId id="2147483654" r:id="rId12"/>
    <p:sldLayoutId id="2147483655" r:id="rId13"/>
    <p:sldLayoutId id="2147483663" r:id="rId14"/>
  </p:sldLayoutIdLst>
  <p:hf hdr="0" ftr="0" dt="0"/>
  <p:txStyles>
    <p:titleStyle>
      <a:lvl1pPr algn="l" defTabSz="1004011" rtl="0" eaLnBrk="1" latinLnBrk="0" hangingPunct="1">
        <a:spcBef>
          <a:spcPct val="0"/>
        </a:spcBef>
        <a:buNone/>
        <a:defRPr sz="3000" b="0" kern="1200" cap="none" baseline="0">
          <a:solidFill>
            <a:srgbClr val="003A54"/>
          </a:solidFill>
          <a:latin typeface="+mj-lt"/>
          <a:ea typeface="+mj-ea"/>
          <a:cs typeface="+mj-cs"/>
        </a:defRPr>
      </a:lvl1pPr>
    </p:titleStyle>
    <p:bodyStyle>
      <a:lvl1pPr marL="198000" indent="-198000" algn="l" defTabSz="1004011" rtl="0" eaLnBrk="1" latinLnBrk="0" hangingPunct="1">
        <a:lnSpc>
          <a:spcPct val="125000"/>
        </a:lnSpc>
        <a:spcBef>
          <a:spcPts val="0"/>
        </a:spcBef>
        <a:spcAft>
          <a:spcPts val="200"/>
        </a:spcAft>
        <a:buFont typeface="Arial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7675" indent="-180975" algn="l" defTabSz="1004011" rtl="0" eaLnBrk="1" latinLnBrk="0" hangingPunct="1">
        <a:spcBef>
          <a:spcPts val="0"/>
        </a:spcBef>
        <a:buFont typeface="Georgia" pitchFamily="18" charset="0"/>
        <a:buChar char="-"/>
        <a:defRPr sz="22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2pPr>
      <a:lvl3pPr marL="628650" indent="-180975" algn="l" defTabSz="1004011" rtl="0" eaLnBrk="1" latinLnBrk="0" hangingPunct="1">
        <a:spcBef>
          <a:spcPts val="0"/>
        </a:spcBef>
        <a:buFont typeface="Arial" pitchFamily="34" charset="0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3pPr>
      <a:lvl4pPr marL="895350" indent="-180975" algn="l" defTabSz="1004011" rtl="0" eaLnBrk="1" latinLnBrk="0" hangingPunct="1">
        <a:spcBef>
          <a:spcPts val="0"/>
        </a:spcBef>
        <a:buFont typeface="Georgia" pitchFamily="18" charset="0"/>
        <a:buChar char="-"/>
        <a:defRPr sz="22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4pPr>
      <a:lvl5pPr marL="1162050" indent="-266700" algn="l" defTabSz="1004011" rtl="0" eaLnBrk="1" latinLnBrk="0" hangingPunct="1">
        <a:spcBef>
          <a:spcPts val="0"/>
        </a:spcBef>
        <a:buFont typeface="Arial" pitchFamily="34" charset="0"/>
        <a:buChar char="»"/>
        <a:defRPr sz="22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5pPr>
      <a:lvl6pPr marL="2761031" indent="-251003" algn="l" defTabSz="1004011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63036" indent="-251003" algn="l" defTabSz="1004011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65042" indent="-251003" algn="l" defTabSz="1004011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67048" indent="-251003" algn="l" defTabSz="1004011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10040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006" algn="l" defTabSz="10040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4011" algn="l" defTabSz="10040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06017" algn="l" defTabSz="10040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08022" algn="l" defTabSz="10040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0028" algn="l" defTabSz="10040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12034" algn="l" defTabSz="10040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14039" algn="l" defTabSz="10040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16045" algn="l" defTabSz="10040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Skatt, Risiko og Ulike Spareformer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b-NO" dirty="0"/>
              <a:t>FIE 432 Personlig Økonomi</a:t>
            </a:r>
          </a:p>
          <a:p>
            <a:r>
              <a:rPr lang="nb-NO" dirty="0"/>
              <a:t>Professor Guttorm Schjelderup</a:t>
            </a:r>
          </a:p>
        </p:txBody>
      </p:sp>
    </p:spTree>
    <p:extLst>
      <p:ext uri="{BB962C8B-B14F-4D97-AF65-F5344CB8AC3E}">
        <p14:creationId xmlns:p14="http://schemas.microsoft.com/office/powerpoint/2010/main" val="322456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092"/>
    </mc:Choice>
    <mc:Fallback xmlns="">
      <p:transition spd="slow" advTm="320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108050" y="252239"/>
            <a:ext cx="9649072" cy="6782161"/>
          </a:xfrm>
        </p:spPr>
        <p:txBody>
          <a:bodyPr>
            <a:normAutofit/>
          </a:bodyPr>
          <a:lstStyle/>
          <a:p>
            <a:r>
              <a:rPr lang="nb-NO" sz="3600" dirty="0">
                <a:solidFill>
                  <a:schemeClr val="bg1"/>
                </a:solidFill>
              </a:rPr>
              <a:t>Hvordan påvirker skattesystemet:</a:t>
            </a:r>
          </a:p>
          <a:p>
            <a:endParaRPr lang="nb-NO" sz="3600" dirty="0">
              <a:solidFill>
                <a:schemeClr val="bg1"/>
              </a:solidFill>
            </a:endParaRPr>
          </a:p>
          <a:p>
            <a:pPr lvl="1"/>
            <a:r>
              <a:rPr lang="nb-NO" sz="3600" dirty="0">
                <a:solidFill>
                  <a:schemeClr val="bg1"/>
                </a:solidFill>
                <a:latin typeface="+mj-lt"/>
              </a:rPr>
              <a:t>Risikotaking. </a:t>
            </a:r>
          </a:p>
          <a:p>
            <a:pPr lvl="1"/>
            <a:endParaRPr lang="nb-NO" sz="3600" dirty="0">
              <a:solidFill>
                <a:schemeClr val="bg1"/>
              </a:solidFill>
              <a:latin typeface="+mj-lt"/>
            </a:endParaRPr>
          </a:p>
          <a:p>
            <a:pPr lvl="1"/>
            <a:r>
              <a:rPr lang="nb-NO" sz="3600" dirty="0">
                <a:solidFill>
                  <a:schemeClr val="bg1"/>
                </a:solidFill>
                <a:latin typeface="+mj-lt"/>
              </a:rPr>
              <a:t>Rangeringen av prosjekter?</a:t>
            </a:r>
          </a:p>
          <a:p>
            <a:pPr lvl="1"/>
            <a:endParaRPr lang="nb-NO" sz="3600" dirty="0">
              <a:solidFill>
                <a:schemeClr val="bg1"/>
              </a:solidFill>
              <a:latin typeface="+mj-lt"/>
            </a:endParaRPr>
          </a:p>
          <a:p>
            <a:pPr lvl="1"/>
            <a:r>
              <a:rPr lang="nb-NO" sz="3600" dirty="0">
                <a:solidFill>
                  <a:schemeClr val="bg1"/>
                </a:solidFill>
                <a:latin typeface="+mj-lt"/>
              </a:rPr>
              <a:t>Porteføljevalg</a:t>
            </a:r>
          </a:p>
          <a:p>
            <a:pPr lvl="1"/>
            <a:endParaRPr lang="nb-NO" sz="3600" dirty="0">
              <a:solidFill>
                <a:schemeClr val="bg1"/>
              </a:solidFill>
              <a:latin typeface="+mj-lt"/>
            </a:endParaRPr>
          </a:p>
          <a:p>
            <a:pPr lvl="1"/>
            <a:r>
              <a:rPr lang="nb-NO" sz="3600" dirty="0">
                <a:solidFill>
                  <a:schemeClr val="bg1"/>
                </a:solidFill>
                <a:latin typeface="+mj-lt"/>
              </a:rPr>
              <a:t>Skatt og spareprodukter</a:t>
            </a:r>
          </a:p>
          <a:p>
            <a:pPr marL="0" indent="0">
              <a:buNone/>
            </a:pPr>
            <a:endParaRPr lang="nb-NO" sz="3200" dirty="0">
              <a:solidFill>
                <a:schemeClr val="bg1"/>
              </a:solidFill>
              <a:latin typeface="+mj-lt"/>
            </a:endParaRP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2</a:t>
            </a:fld>
            <a:endParaRPr lang="nb-NO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780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244"/>
    </mc:Choice>
    <mc:Fallback xmlns="">
      <p:transition spd="slow" advTm="4124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671CCD-F2B0-6A02-2E5C-6C974C98F7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2066" y="124297"/>
                <a:ext cx="9757122" cy="7312670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buNone/>
                </a:pPr>
                <a:r>
                  <a:rPr lang="nb-NO" sz="3200" dirty="0">
                    <a:solidFill>
                      <a:srgbClr val="FFFF00"/>
                    </a:solidFill>
                  </a:rPr>
                  <a:t> </a:t>
                </a:r>
                <a:r>
                  <a:rPr lang="nb-NO" sz="3500" b="1" dirty="0">
                    <a:solidFill>
                      <a:srgbClr val="FFFF00"/>
                    </a:solidFill>
                  </a:rPr>
                  <a:t>Betydningen av tapsfradrag og risiko</a:t>
                </a:r>
                <a:endParaRPr lang="nb-NO" sz="3200" b="1" dirty="0">
                  <a:solidFill>
                    <a:srgbClr val="FFFF00"/>
                  </a:solidFill>
                </a:endParaRPr>
              </a:p>
              <a:p>
                <a:endParaRPr lang="nb-NO" sz="3200" dirty="0">
                  <a:solidFill>
                    <a:schemeClr val="bg1"/>
                  </a:solidFill>
                </a:endParaRPr>
              </a:p>
              <a:p>
                <a:r>
                  <a:rPr lang="nb-NO" sz="3200" dirty="0">
                    <a:solidFill>
                      <a:schemeClr val="bg1"/>
                    </a:solidFill>
                  </a:rPr>
                  <a:t>Vi investerer kr 100 000. Vi kan velge mellom to prosjekter; </a:t>
                </a:r>
                <a:r>
                  <a:rPr lang="nb-NO" sz="3200" dirty="0">
                    <a:solidFill>
                      <a:srgbClr val="FFFF00"/>
                    </a:solidFill>
                  </a:rPr>
                  <a:t>A</a:t>
                </a:r>
                <a:r>
                  <a:rPr lang="nb-NO" sz="3200" dirty="0">
                    <a:solidFill>
                      <a:schemeClr val="bg1"/>
                    </a:solidFill>
                  </a:rPr>
                  <a:t> og </a:t>
                </a:r>
                <a:r>
                  <a:rPr lang="nb-NO" sz="3200" dirty="0">
                    <a:solidFill>
                      <a:srgbClr val="FFFF00"/>
                    </a:solidFill>
                  </a:rPr>
                  <a:t>B</a:t>
                </a:r>
              </a:p>
              <a:p>
                <a:pPr marL="0" indent="0">
                  <a:buNone/>
                </a:pPr>
                <a:endParaRPr lang="nb-NO" sz="3200" dirty="0">
                  <a:solidFill>
                    <a:schemeClr val="bg1"/>
                  </a:solidFill>
                </a:endParaRPr>
              </a:p>
              <a:p>
                <a:r>
                  <a:rPr lang="nb-NO" sz="3200" dirty="0">
                    <a:solidFill>
                      <a:srgbClr val="FFFF00"/>
                    </a:solidFill>
                  </a:rPr>
                  <a:t>Prosjekt A: </a:t>
                </a:r>
                <a:r>
                  <a:rPr lang="nb-NO" sz="3200" dirty="0">
                    <a:solidFill>
                      <a:schemeClr val="bg1"/>
                    </a:solidFill>
                  </a:rPr>
                  <a:t>S</a:t>
                </a:r>
                <a:r>
                  <a:rPr lang="nb-NO" altLang="nb-NO" sz="3200" dirty="0">
                    <a:solidFill>
                      <a:schemeClr val="bg1"/>
                    </a:solidFill>
                  </a:rPr>
                  <a:t>ikker avkastning lik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b-NO" altLang="nb-NO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nb-NO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nb-NO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nb-NO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20 000</m:t>
                    </m:r>
                    <m:r>
                      <a:rPr lang="en-US" altLang="nb-NO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nb-NO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𝑘𝑟</m:t>
                    </m:r>
                  </m:oMath>
                </a14:m>
                <a:endParaRPr lang="nb-NO" sz="3200" dirty="0">
                  <a:solidFill>
                    <a:schemeClr val="bg1"/>
                  </a:solidFill>
                </a:endParaRPr>
              </a:p>
              <a:p>
                <a:endParaRPr lang="nb-NO" sz="3200" dirty="0">
                  <a:solidFill>
                    <a:schemeClr val="bg1"/>
                  </a:solidFill>
                </a:endParaRPr>
              </a:p>
              <a:p>
                <a:r>
                  <a:rPr lang="nb-NO" sz="3200" dirty="0">
                    <a:solidFill>
                      <a:srgbClr val="FFFF00"/>
                    </a:solidFill>
                  </a:rPr>
                  <a:t>Prosjekt B er usikkert: </a:t>
                </a:r>
                <a14:m>
                  <m:oMath xmlns:m="http://schemas.openxmlformats.org/officeDocument/2006/math">
                    <m:r>
                      <a:rPr lang="en-US" altLang="nb-NO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nb-NO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=50%  </m:t>
                    </m:r>
                    <m:r>
                      <a:rPr lang="en-US" altLang="nb-NO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𝑠𝑗𝑎𝑛𝑠𝑒</m:t>
                    </m:r>
                    <m:r>
                      <a:rPr lang="en-US" altLang="nb-NO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nb-NO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nb-NO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nb-NO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𝑠𝑢𝑘𝑠𝑒𝑠𝑠</m:t>
                    </m:r>
                  </m:oMath>
                </a14:m>
                <a:endParaRPr lang="nb-NO" sz="3200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:r>
                  <a:rPr lang="nb-NO" sz="3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150 000 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𝑘𝑟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+(1−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)∙(−100.000 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𝑘𝑟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nb-NO" sz="32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 150 000 </m:t>
                      </m:r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𝑘𝑟</m:t>
                      </m:r>
                      <m:r>
                        <a:rPr 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+0.5∙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−100.000 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𝑘𝑟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=25 000</m:t>
                      </m:r>
                    </m:oMath>
                  </m:oMathPara>
                </a14:m>
                <a:endParaRPr lang="nb-NO" sz="32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nb-NO" sz="32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nb-NO" sz="3200" dirty="0">
                    <a:solidFill>
                      <a:schemeClr val="bg1"/>
                    </a:solidFill>
                  </a:rPr>
                  <a:t>Hvis vi er </a:t>
                </a:r>
                <a:r>
                  <a:rPr lang="nb-NO" sz="3200" u="sng" dirty="0">
                    <a:solidFill>
                      <a:schemeClr val="bg1"/>
                    </a:solidFill>
                  </a:rPr>
                  <a:t>risikonøytral velger vi B:</a:t>
                </a:r>
                <a:r>
                  <a:rPr lang="nb-NO" sz="3200" dirty="0">
                    <a:solidFill>
                      <a:schemeClr val="bg1"/>
                    </a:solidFill>
                  </a:rPr>
                  <a:t> 25 000 kr &gt; 20 000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671CCD-F2B0-6A02-2E5C-6C974C98F7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66" y="124297"/>
                <a:ext cx="9757122" cy="7312670"/>
              </a:xfrm>
              <a:blipFill>
                <a:blip r:embed="rId2"/>
                <a:stretch>
                  <a:fillRect l="-2374" t="-833" b="-250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D76F5-1E94-6DB2-0E01-AAEC4E5B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53458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E903B-D869-3BD1-E7F5-C03CEC8036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8050" y="180231"/>
                <a:ext cx="9793088" cy="7256736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nb-NO" sz="3200" dirty="0">
                    <a:solidFill>
                      <a:srgbClr val="FFFF00"/>
                    </a:solidFill>
                  </a:rPr>
                  <a:t>Vi innfører en skatt på gevinsten lik t= 40%.</a:t>
                </a:r>
              </a:p>
              <a:p>
                <a:endParaRPr lang="nb-NO" sz="3200" dirty="0">
                  <a:solidFill>
                    <a:schemeClr val="bg1"/>
                  </a:solidFill>
                </a:endParaRPr>
              </a:p>
              <a:p>
                <a:r>
                  <a:rPr lang="nb-NO" sz="3600" dirty="0">
                    <a:solidFill>
                      <a:schemeClr val="bg1"/>
                    </a:solidFill>
                  </a:rPr>
                  <a:t>Taper vi pengene deler ikke staten nedsiden (vi får ikke fradrag for tapet når det går dårlig).</a:t>
                </a:r>
              </a:p>
              <a:p>
                <a:endParaRPr lang="nb-NO" sz="3600" dirty="0">
                  <a:solidFill>
                    <a:schemeClr val="bg1"/>
                  </a:solidFill>
                </a:endParaRPr>
              </a:p>
              <a:p>
                <a:r>
                  <a:rPr lang="nb-NO" sz="3600" dirty="0">
                    <a:solidFill>
                      <a:srgbClr val="FFFF00"/>
                    </a:solidFill>
                  </a:rPr>
                  <a:t>Prosjekt A</a:t>
                </a:r>
                <a:r>
                  <a:rPr lang="nb-NO" sz="3600" dirty="0">
                    <a:solidFill>
                      <a:schemeClr val="bg1"/>
                    </a:solidFill>
                  </a:rPr>
                  <a:t>: (100% - 40%)* 20 000 = 12 000 kr</a:t>
                </a:r>
              </a:p>
              <a:p>
                <a:endParaRPr lang="nb-NO" sz="3600" dirty="0">
                  <a:solidFill>
                    <a:schemeClr val="bg1"/>
                  </a:solidFill>
                </a:endParaRPr>
              </a:p>
              <a:p>
                <a:endParaRPr lang="nb-NO" sz="3600" dirty="0">
                  <a:solidFill>
                    <a:schemeClr val="bg1"/>
                  </a:solidFill>
                </a:endParaRPr>
              </a:p>
              <a:p>
                <a:r>
                  <a:rPr lang="nb-NO" sz="3600" dirty="0">
                    <a:solidFill>
                      <a:srgbClr val="FFFF00"/>
                    </a:solidFill>
                  </a:rPr>
                  <a:t>Prosjekt B: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=0.5∗</m:t>
                      </m:r>
                      <m:r>
                        <a:rPr lang="en-US" sz="3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60%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∗150.000−0.5∗</m:t>
                      </m:r>
                      <m:r>
                        <a:rPr lang="en-US" sz="3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60%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∗100.000=−5000</m:t>
                      </m:r>
                    </m:oMath>
                  </m:oMathPara>
                </a14:m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nb-NO" sz="36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nb-NO" sz="3600" dirty="0">
                    <a:solidFill>
                      <a:schemeClr val="bg1"/>
                    </a:solidFill>
                  </a:rPr>
                  <a:t>‘</a:t>
                </a:r>
              </a:p>
              <a:p>
                <a:pPr marL="0" indent="0">
                  <a:buNone/>
                </a:pPr>
                <a:r>
                  <a:rPr lang="nb-NO" sz="3600" dirty="0">
                    <a:solidFill>
                      <a:schemeClr val="bg1"/>
                    </a:solidFill>
                  </a:rPr>
                  <a:t>Vi velger nå A i stedet for B!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E903B-D869-3BD1-E7F5-C03CEC803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050" y="180231"/>
                <a:ext cx="9793088" cy="7256736"/>
              </a:xfrm>
              <a:blipFill>
                <a:blip r:embed="rId2"/>
                <a:stretch>
                  <a:fillRect l="-2242" t="-1429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C25B7-A5E4-C47F-6445-787BA112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4</a:t>
            </a:fld>
            <a:endParaRPr lang="nb-NO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9E9618EA-3B41-142A-185F-83FD8D850FB9}"/>
              </a:ext>
            </a:extLst>
          </p:cNvPr>
          <p:cNvSpPr/>
          <p:nvPr/>
        </p:nvSpPr>
        <p:spPr>
          <a:xfrm rot="5400000">
            <a:off x="3092573" y="2016987"/>
            <a:ext cx="216024" cy="2152622"/>
          </a:xfrm>
          <a:prstGeom prst="rightBrac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C9BCC-9DC6-92E4-DF09-0F762B0D7CFA}"/>
              </a:ext>
            </a:extLst>
          </p:cNvPr>
          <p:cNvSpPr txBox="1"/>
          <p:nvPr/>
        </p:nvSpPr>
        <p:spPr>
          <a:xfrm>
            <a:off x="2563939" y="3204567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>
                <a:solidFill>
                  <a:srgbClr val="FFFF00"/>
                </a:solidFill>
              </a:rPr>
              <a:t>60%</a:t>
            </a:r>
          </a:p>
        </p:txBody>
      </p:sp>
    </p:spTree>
    <p:extLst>
      <p:ext uri="{BB962C8B-B14F-4D97-AF65-F5344CB8AC3E}">
        <p14:creationId xmlns:p14="http://schemas.microsoft.com/office/powerpoint/2010/main" val="3235052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9B9931-88FF-F585-EECB-CDAB0216C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8050" y="180231"/>
                <a:ext cx="9901138" cy="7528695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buNone/>
                </a:pPr>
                <a:r>
                  <a:rPr lang="nb-NO" sz="4200" dirty="0">
                    <a:solidFill>
                      <a:srgbClr val="FFFF00"/>
                    </a:solidFill>
                  </a:rPr>
                  <a:t>Fullt tapsfradrag</a:t>
                </a:r>
                <a:endParaRPr lang="nb-NO" sz="3200" dirty="0">
                  <a:solidFill>
                    <a:srgbClr val="FFFF00"/>
                  </a:solidFill>
                </a:endParaRPr>
              </a:p>
              <a:p>
                <a:r>
                  <a:rPr lang="nb-NO" sz="3200" dirty="0">
                    <a:solidFill>
                      <a:schemeClr val="bg1"/>
                    </a:solidFill>
                  </a:rPr>
                  <a:t> </a:t>
                </a:r>
                <a:r>
                  <a:rPr lang="nb-NO" sz="3300" dirty="0">
                    <a:solidFill>
                      <a:schemeClr val="bg1"/>
                    </a:solidFill>
                  </a:rPr>
                  <a:t>Prosjekt A som før kr 12 000</a:t>
                </a:r>
              </a:p>
              <a:p>
                <a:pPr marL="0" indent="0">
                  <a:buNone/>
                </a:pPr>
                <a:endParaRPr lang="nb-NO" sz="3300" dirty="0">
                  <a:solidFill>
                    <a:schemeClr val="bg1"/>
                  </a:solidFill>
                </a:endParaRPr>
              </a:p>
              <a:p>
                <a:r>
                  <a:rPr lang="nb-NO" sz="3300" dirty="0">
                    <a:solidFill>
                      <a:srgbClr val="FFFF00"/>
                    </a:solidFill>
                  </a:rPr>
                  <a:t>Prosjekt B</a:t>
                </a:r>
                <a:r>
                  <a:rPr lang="nb-NO" sz="3300" dirty="0">
                    <a:solidFill>
                      <a:schemeClr val="bg1"/>
                    </a:solidFill>
                  </a:rPr>
                  <a:t>: Vi sitter igjen med </a:t>
                </a:r>
                <a:r>
                  <a:rPr lang="nb-NO" sz="3300" dirty="0">
                    <a:solidFill>
                      <a:srgbClr val="FFFF00"/>
                    </a:solidFill>
                  </a:rPr>
                  <a:t>60% (=100%-40%)</a:t>
                </a:r>
                <a:r>
                  <a:rPr lang="nb-NO" sz="3300" dirty="0">
                    <a:solidFill>
                      <a:schemeClr val="bg1"/>
                    </a:solidFill>
                  </a:rPr>
                  <a:t> av tap og gevinst. Staten tar 40% av opp- og nedsiden.</a:t>
                </a:r>
              </a:p>
              <a:p>
                <a:pPr marL="0" indent="0">
                  <a:buNone/>
                </a:pPr>
                <a:endParaRPr lang="nb-NO" sz="33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nb-NO" sz="3300" dirty="0">
                    <a:solidFill>
                      <a:srgbClr val="FFFF00"/>
                    </a:solidFill>
                  </a:rPr>
                  <a:t>Prosjekt B: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33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=0.5∗60%∗150.000−0.5∗60%∗100.000=15.000</m:t>
                      </m:r>
                    </m:oMath>
                  </m:oMathPara>
                </a14:m>
                <a:endParaRPr lang="nb-NO" sz="33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nb-NO" sz="33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Vi velger nå prosjekt B akkurat som vi gjorde før vi innførte skatt siden </a:t>
                </a:r>
                <a:r>
                  <a:rPr lang="nb-NO" sz="3300" dirty="0">
                    <a:solidFill>
                      <a:srgbClr val="FFFF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(B=15 000 &gt; A= 12 000)</a:t>
                </a:r>
                <a:endParaRPr lang="nb-NO" sz="33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nb-NO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9B9931-88FF-F585-EECB-CDAB0216C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050" y="180231"/>
                <a:ext cx="9901138" cy="7528695"/>
              </a:xfrm>
              <a:blipFill>
                <a:blip r:embed="rId2"/>
                <a:stretch>
                  <a:fillRect l="-2463" t="-1053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F1056-8EEA-C019-91FE-BA924C3C9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35223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180058" y="180231"/>
            <a:ext cx="9145016" cy="71287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b-NO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b-NO" sz="34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Skatt påvirker ikke investeringsvalg når staten er med på både opp- og nedsiden!</a:t>
            </a:r>
          </a:p>
          <a:p>
            <a:pPr marL="0" indent="0">
              <a:buNone/>
            </a:pPr>
            <a:endParaRPr lang="nb-NO" sz="3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nb-NO" sz="3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«start-up» bedrift har ofte ikke fradragsmuligheter for tap mot fremtidig inntekt som er usikker. </a:t>
            </a:r>
          </a:p>
          <a:p>
            <a:pPr marL="0" indent="0">
              <a:buNone/>
            </a:pPr>
            <a:endParaRPr lang="nb-NO" sz="3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nb-NO" sz="3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Eksisterende virksomheter med inntekt fra andre prosjekter har en skattefordel da de kan avskrive tap på et prosjekt mot gevinsten på andre prosjekter!</a:t>
            </a:r>
          </a:p>
          <a:p>
            <a:endParaRPr lang="nb-NO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nb-NO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6</a:t>
            </a:fld>
            <a:endParaRPr lang="nb-NO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8596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83"/>
    </mc:Choice>
    <mc:Fallback xmlns="">
      <p:transition spd="slow" advTm="14708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tel 1"/>
          <p:cNvSpPr>
            <a:spLocks noGrp="1"/>
          </p:cNvSpPr>
          <p:nvPr>
            <p:ph type="title"/>
          </p:nvPr>
        </p:nvSpPr>
        <p:spPr>
          <a:xfrm>
            <a:off x="500460" y="71096"/>
            <a:ext cx="9008269" cy="799883"/>
          </a:xfrm>
          <a:noFill/>
        </p:spPr>
        <p:txBody>
          <a:bodyPr>
            <a:normAutofit/>
          </a:bodyPr>
          <a:lstStyle/>
          <a:p>
            <a:r>
              <a:rPr lang="nb-NO" altLang="nb-NO" sz="3600" dirty="0">
                <a:solidFill>
                  <a:srgbClr val="FFFF00"/>
                </a:solidFill>
              </a:rPr>
              <a:t>Porteføljeinvesteringer, risiko og skatt</a:t>
            </a:r>
          </a:p>
        </p:txBody>
      </p:sp>
      <p:sp>
        <p:nvSpPr>
          <p:cNvPr id="27651" name="Plassholder for innhold 2"/>
          <p:cNvSpPr>
            <a:spLocks noGrp="1"/>
          </p:cNvSpPr>
          <p:nvPr>
            <p:ph idx="1"/>
          </p:nvPr>
        </p:nvSpPr>
        <p:spPr>
          <a:xfrm>
            <a:off x="500460" y="1044327"/>
            <a:ext cx="9112646" cy="5662781"/>
          </a:xfrm>
        </p:spPr>
        <p:txBody>
          <a:bodyPr>
            <a:noAutofit/>
          </a:bodyPr>
          <a:lstStyle/>
          <a:p>
            <a:endParaRPr lang="nb-NO" altLang="nb-NO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b-NO" altLang="nb-NO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Hva skjer med aksjeinvesteringer hvis skatten på kapitalgevinster øker? </a:t>
            </a:r>
          </a:p>
          <a:p>
            <a:endParaRPr lang="nb-NO" altLang="nb-NO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b-NO" altLang="nb-NO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Vil investor selge seg ned i aksjer (ta mindre risiko) fordi investor sitter igjen med lavere avkastning etter skatt?</a:t>
            </a:r>
          </a:p>
          <a:p>
            <a:pPr marL="0" indent="0">
              <a:buNone/>
            </a:pPr>
            <a:endParaRPr lang="nb-NO" altLang="nb-NO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3" name="Plassholder for lysbildenumm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5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815759" indent="-313754" eaLnBrk="0" hangingPunct="0">
              <a:spcBef>
                <a:spcPct val="20000"/>
              </a:spcBef>
              <a:buFont typeface="Arial" pitchFamily="34" charset="0"/>
              <a:buChar char="–"/>
              <a:defRPr sz="31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255014" indent="-251003" eaLnBrk="0" hangingPunct="0">
              <a:spcBef>
                <a:spcPct val="20000"/>
              </a:spcBef>
              <a:buFont typeface="Arial" pitchFamily="34" charset="0"/>
              <a:buChar char="•"/>
              <a:defRPr sz="26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757020" indent="-251003" eaLnBrk="0" hangingPunct="0">
              <a:spcBef>
                <a:spcPct val="20000"/>
              </a:spcBef>
              <a:buFont typeface="Arial" pitchFamily="34" charset="0"/>
              <a:buChar char="–"/>
              <a:defRPr sz="2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259025" indent="-251003" eaLnBrk="0" hangingPunct="0">
              <a:spcBef>
                <a:spcPct val="20000"/>
              </a:spcBef>
              <a:buFont typeface="Arial" pitchFamily="34" charset="0"/>
              <a:buChar char="»"/>
              <a:defRPr sz="2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761031" indent="-251003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3263036" indent="-251003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765042" indent="-251003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4267048" indent="-251003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C1111D7-7657-4759-8624-8C02739CC0CF}" type="slidenum">
              <a:rPr lang="nb-NO" altLang="nb-NO" sz="1300">
                <a:solidFill>
                  <a:srgbClr val="898989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nb-NO" altLang="nb-NO" sz="1300">
              <a:solidFill>
                <a:srgbClr val="898989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089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485"/>
    </mc:Choice>
    <mc:Fallback xmlns="">
      <p:transition spd="slow" advTm="744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756122" y="108223"/>
            <a:ext cx="8092925" cy="576064"/>
          </a:xfrm>
          <a:noFill/>
        </p:spPr>
        <p:txBody>
          <a:bodyPr>
            <a:normAutofit/>
          </a:bodyPr>
          <a:lstStyle/>
          <a:p>
            <a:pPr algn="ctr"/>
            <a:r>
              <a:rPr lang="nb-NO" altLang="nb-NO" sz="2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Porteføljeinvesteringer: En enkel modell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6082" y="1044327"/>
                <a:ext cx="9300319" cy="599007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nb-NO" altLang="nb-NO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Investors startformue er  A  som investeres to aktiva</a:t>
                </a:r>
                <a:endParaRPr lang="en-US" altLang="nb-NO" sz="2400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/>
                <a:r>
                  <a:rPr lang="nb-NO" altLang="nb-NO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b-NO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nb-NO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nb-NO" altLang="nb-NO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 med sikker avkastning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nb-NO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nb-NO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nb-NO" altLang="nb-NO" sz="24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b-NO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nb-NO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nb-NO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altLang="nb-NO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med usikker avkastning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b-NO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nb-NO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nb-NO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altLang="nb-NO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b-NO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nb-NO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nb-NO" sz="2400" b="0" i="1" smtClean="0">
                        <a:latin typeface="Cambria Math" panose="02040503050406030204" pitchFamily="18" charset="0"/>
                      </a:rPr>
                      <m:t>&lt;0</m:t>
                    </m:r>
                    <m:r>
                      <a:rPr lang="en-US" altLang="nb-NO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altLang="nb-NO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eller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b-NO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nb-NO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nb-NO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nb-NO" altLang="nb-NO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b-NO" altLang="nb-NO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nb-NO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b-NO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nb-NO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nb-NO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nb-NO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nb-NO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nb-NO" altLang="nb-NO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.</a:t>
                </a:r>
                <a:endParaRPr lang="nb-NO" altLang="nb-NO" sz="2400" baseline="-250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endParaRPr lang="nb-NO" altLang="nb-NO" sz="2400" baseline="-250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nb-NO" altLang="nb-NO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Sluttformue (</a:t>
                </a:r>
                <a14:m>
                  <m:oMath xmlns:m="http://schemas.openxmlformats.org/officeDocument/2006/math">
                    <m:r>
                      <a:rPr lang="nb-NO" altLang="nb-NO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nb-NO" altLang="nb-NO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) etter investering er:</a:t>
                </a:r>
              </a:p>
              <a:p>
                <a:pPr marL="0" indent="0">
                  <a:buNone/>
                </a:pPr>
                <a:endParaRPr lang="nb-NO" altLang="nb-NO" sz="2400" b="0" i="1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altLang="nb-NO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nb-NO" altLang="nb-NO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b-NO" altLang="nb-NO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nb-NO" altLang="nb-NO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altLang="nb-NO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altLang="nb-NO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nb-NO" altLang="nb-NO" sz="2400" b="0" i="1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nb-NO" altLang="nb-NO" sz="2400" b="0" i="1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altLang="nb-N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b-NO" altLang="nb-NO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altLang="nb-N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altLang="nb-NO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nb-NO" altLang="nb-NO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nb-NO" altLang="nb-N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nb-NO" altLang="nb-NO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nb-NO" altLang="nb-NO" sz="2400" i="1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nb-NO" altLang="nb-NO" sz="2400" i="1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altLang="nb-NO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altLang="nb-NO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nb-NO" altLang="nb-NO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altLang="nb-N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nb-NO" altLang="nb-N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nb-NO" altLang="nb-NO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nb-NO" altLang="nb-NO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nb-NO" altLang="nb-NO" sz="24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endParaRPr lang="nb-NO" altLang="nb-NO" sz="24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r>
                  <a:rPr lang="nb-NO" altLang="nb-NO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Merk at tap er fullt ut fradragsberettiget: hvis x</a:t>
                </a:r>
                <a:r>
                  <a:rPr lang="nb-NO" altLang="nb-NO" sz="2400" baseline="-250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1</a:t>
                </a:r>
                <a:r>
                  <a:rPr lang="nb-NO" altLang="nb-NO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 &lt; 0 mottar vi: tx</a:t>
                </a:r>
                <a:r>
                  <a:rPr lang="nb-NO" altLang="nb-NO" sz="2400" baseline="-250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1</a:t>
                </a:r>
                <a:endParaRPr lang="nb-NO" altLang="nb-NO" sz="24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lvl="1"/>
                <a:endParaRPr lang="nb-NO" altLang="nb-NO" sz="24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31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6082" y="1044327"/>
                <a:ext cx="9300319" cy="5990073"/>
              </a:xfrm>
              <a:blipFill>
                <a:blip r:embed="rId3"/>
                <a:stretch>
                  <a:fillRect l="-2031" t="-122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1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503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813233" indent="-312782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3065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251128" indent="-250226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627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751579" indent="-250226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189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252030" indent="-250226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189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752481" indent="-250226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89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3252932" indent="-250226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89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753383" indent="-250226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89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4253835" indent="-250226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89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564C95C-47D5-4C08-9FBC-C21382FC3913}" type="slidenum">
              <a:rPr lang="nb-NO" altLang="nb-NO" sz="1314">
                <a:solidFill>
                  <a:srgbClr val="898989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nb-NO" altLang="nb-NO" sz="1314">
              <a:solidFill>
                <a:srgbClr val="898989"/>
              </a:solidFill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92A6CA02-AD7C-98A5-6FA0-7B728274C8CE}"/>
              </a:ext>
            </a:extLst>
          </p:cNvPr>
          <p:cNvSpPr/>
          <p:nvPr/>
        </p:nvSpPr>
        <p:spPr>
          <a:xfrm rot="5400000">
            <a:off x="4140498" y="4716735"/>
            <a:ext cx="144016" cy="864096"/>
          </a:xfrm>
          <a:prstGeom prst="rightBrace">
            <a:avLst>
              <a:gd name="adj1" fmla="val 8333"/>
              <a:gd name="adj2" fmla="val 44345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AA4638-7588-8B66-E9B6-F134BA24A9CC}"/>
                  </a:ext>
                </a:extLst>
              </p:cNvPr>
              <p:cNvSpPr txBox="1"/>
              <p:nvPr/>
            </p:nvSpPr>
            <p:spPr>
              <a:xfrm>
                <a:off x="4002705" y="5108713"/>
                <a:ext cx="4196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altLang="nb-NO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nb-NO" dirty="0" err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AA4638-7588-8B66-E9B6-F134BA24A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705" y="5108713"/>
                <a:ext cx="41960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6518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154"/>
    </mc:Choice>
    <mc:Fallback xmlns="">
      <p:transition spd="slow" advTm="13515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8050" y="180231"/>
                <a:ext cx="10009112" cy="7403907"/>
              </a:xfrm>
              <a:ln>
                <a:noFill/>
              </a:ln>
            </p:spPr>
            <p:txBody>
              <a:bodyPr>
                <a:normAutofit fontScale="32500" lnSpcReduction="20000"/>
              </a:bodyPr>
              <a:lstStyle/>
              <a:p>
                <a:r>
                  <a:rPr lang="nb-NO" altLang="nb-NO" sz="7100" dirty="0"/>
                  <a:t>Investor har nyttefunksjon </a:t>
                </a:r>
                <a14:m>
                  <m:oMath xmlns:m="http://schemas.openxmlformats.org/officeDocument/2006/math">
                    <m:r>
                      <a:rPr lang="nb-NO" altLang="nb-NO" sz="7100" i="1">
                        <a:latin typeface="Cambria Math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pt-BR" altLang="nb-NO" sz="7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altLang="nb-NO" sz="7100" i="1">
                            <a:latin typeface="Cambria Math" charset="0"/>
                          </a:rPr>
                          <m:t>𝑈</m:t>
                        </m:r>
                        <m:d>
                          <m:dPr>
                            <m:ctrlPr>
                              <a:rPr lang="nb-NO" altLang="nb-NO" sz="7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altLang="nb-NO" sz="7100" i="1">
                                <a:latin typeface="Cambria Math" charset="0"/>
                              </a:rPr>
                              <m:t>𝑌</m:t>
                            </m:r>
                          </m:e>
                        </m:d>
                      </m:e>
                    </m:d>
                    <m:r>
                      <a:rPr lang="nb-NO" altLang="nb-NO" sz="7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altLang="nb-NO" sz="7100" dirty="0"/>
                  <a:t>og maksimerer sluttnytte. </a:t>
                </a:r>
              </a:p>
              <a:p>
                <a:r>
                  <a:rPr lang="nb-NO" altLang="nb-NO" sz="7100" dirty="0"/>
                  <a:t>Finner vi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sz="7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71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nb-NO" altLang="nb-NO" sz="7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nb-NO" altLang="nb-NO" sz="7100" dirty="0"/>
                  <a:t> 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nb-NO" sz="7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71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nb-NO" altLang="nb-NO" sz="71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nb-NO" sz="7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nb-NO" sz="71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nb-NO" altLang="nb-NO" sz="71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nb-NO" altLang="nb-NO" sz="71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b-NO" altLang="nb-NO" sz="7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altLang="nb-NO" sz="71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nb-NO" altLang="nb-NO" sz="7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nb-NO" sz="7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b-NO" altLang="nb-NO" sz="71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nb-NO" altLang="nb-NO" sz="7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b-NO" altLang="nb-NO" sz="7100" b="0" i="0" smtClean="0">
                              <a:latin typeface="Cambria Math" charset="0"/>
                            </a:rPr>
                            <m:t>max</m:t>
                          </m:r>
                        </m:fName>
                        <m:e>
                          <m:r>
                            <a:rPr lang="nb-NO" altLang="nb-NO" sz="7100" b="0" i="1" smtClean="0">
                              <a:latin typeface="Cambria Math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altLang="nb-NO" sz="7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altLang="nb-NO" sz="7100" b="0" i="1" smtClean="0">
                                  <a:latin typeface="Cambria Math" charset="0"/>
                                </a:rPr>
                                <m:t>𝑈</m:t>
                              </m:r>
                              <m:d>
                                <m:dPr>
                                  <m:ctrlPr>
                                    <a:rPr lang="nb-NO" altLang="nb-NO" sz="7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b-NO" altLang="nb-NO" sz="7100" b="0" i="1" smtClean="0">
                                      <a:latin typeface="Cambria Math" charset="0"/>
                                    </a:rPr>
                                    <m:t>𝑌</m:t>
                                  </m:r>
                                  <m:r>
                                    <a:rPr lang="en-US" altLang="nb-NO" sz="71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nb-NO" sz="7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∙)</m:t>
                                  </m:r>
                                </m:e>
                              </m:d>
                            </m:e>
                          </m:d>
                          <m:r>
                            <a:rPr lang="nb-NO" altLang="nb-NO" sz="7100" i="1">
                              <a:latin typeface="Cambria Math" charset="0"/>
                            </a:rPr>
                            <m:t>   </m:t>
                          </m:r>
                          <m:r>
                            <a:rPr lang="nb-NO" altLang="nb-NO" sz="7100" i="1">
                              <a:latin typeface="Cambria Math" charset="0"/>
                            </a:rPr>
                            <m:t>𝑚h𝑝</m:t>
                          </m:r>
                          <m:r>
                            <a:rPr lang="nb-NO" altLang="nb-NO" sz="7100" b="0" i="1" smtClean="0">
                              <a:latin typeface="Cambria Math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nb-NO" sz="7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altLang="nb-NO" sz="7100" b="0" i="1" smtClean="0">
                                  <a:latin typeface="Cambria Math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nb-NO" altLang="nb-NO" sz="71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nb-NO" altLang="nb-NO" sz="7100" b="0" i="1" smtClean="0">
                              <a:latin typeface="Cambria Math" charset="0"/>
                            </a:rPr>
                            <m:t> </m:t>
                          </m:r>
                        </m:e>
                      </m:func>
                      <m:r>
                        <a:rPr lang="nb-NO" altLang="nb-NO" sz="7100" b="0" i="1" smtClean="0">
                          <a:latin typeface="Cambria Math" charset="0"/>
                        </a:rPr>
                        <m:t>       </m:t>
                      </m:r>
                      <m:r>
                        <a:rPr lang="is-IS" altLang="nb-NO" sz="71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→</m:t>
                      </m:r>
                      <m:r>
                        <a:rPr lang="nb-NO" altLang="nb-NO" sz="71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         </m:t>
                      </m:r>
                      <m:r>
                        <a:rPr lang="nb-NO" altLang="nb-NO" sz="71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nb-NO" altLang="nb-NO" sz="7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altLang="nb-NO" sz="7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b-NO" altLang="nb-NO" sz="7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altLang="nb-NO" sz="7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nb-NO" altLang="nb-NO" sz="7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nb-NO" altLang="nb-NO" sz="7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nb-NO" altLang="nb-NO" sz="7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nb-NO" altLang="nb-NO" sz="7100" dirty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bg-BG" altLang="nb-NO" sz="7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bg-BG" altLang="nb-NO" sz="71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𝜕</m:t>
                              </m:r>
                              <m:r>
                                <a:rPr lang="nb-NO" altLang="nb-NO" sz="71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num>
                            <m:den>
                              <m:r>
                                <a:rPr lang="bg-BG" altLang="nb-NO" sz="71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nb-NO" sz="7100" b="0" i="1" smtClean="0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altLang="nb-NO" sz="71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nb-NO" altLang="nb-NO" sz="71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nb-NO" altLang="nb-NO" sz="7100" b="0" i="1" smtClean="0">
                          <a:latin typeface="Cambria Math" charset="0"/>
                          <a:ea typeface="Cambria Math" panose="02040503050406030204" pitchFamily="18" charset="0"/>
                        </a:rPr>
                        <m:t>=0       </m:t>
                      </m:r>
                    </m:oMath>
                  </m:oMathPara>
                </a14:m>
                <a:endParaRPr lang="nb-NO" altLang="nb-NO" sz="7100" b="0" i="1" dirty="0">
                  <a:latin typeface="Cambria Math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b-NO" altLang="nb-NO" sz="7100" b="0" i="1" dirty="0">
                  <a:latin typeface="Cambria Math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nb-NO" altLang="nb-NO" sz="7100" b="0" i="1" smtClean="0">
                        <a:latin typeface="Cambria Math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nb-NO" altLang="nb-NO" sz="7100" b="0" i="1" smtClean="0">
                        <a:latin typeface="Cambria Math" charset="0"/>
                        <a:ea typeface="Cambria Math" panose="02040503050406030204" pitchFamily="18" charset="0"/>
                      </a:rPr>
                      <m:t>h𝑣𝑜𝑟</m:t>
                    </m:r>
                    <m:r>
                      <a:rPr lang="nb-NO" altLang="nb-NO" sz="7100" b="0" i="1" smtClean="0">
                        <a:latin typeface="Cambria Math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nb-NO" altLang="nb-NO" sz="7100" b="0" i="1" smtClean="0">
                        <a:latin typeface="Cambria Math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nb-NO" altLang="nb-NO" sz="7100" b="0" i="1" smtClean="0">
                        <a:latin typeface="Cambria Math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nb-NO" altLang="nb-NO" sz="7100" b="0" i="1" smtClean="0">
                        <a:latin typeface="Cambria Math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nb-NO" altLang="nb-NO" sz="7100" b="0" i="1" smtClean="0">
                        <a:latin typeface="Cambria Math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nb-NO" sz="71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nb-NO" altLang="nb-NO" sz="71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b>
                        <m:r>
                          <a:rPr lang="nb-NO" altLang="nb-NO" sz="71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nb-NO" sz="71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nb-NO" altLang="nb-NO" sz="71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b>
                        <m:r>
                          <a:rPr lang="nb-NO" altLang="nb-NO" sz="71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nb-NO" altLang="nb-NO" sz="71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nb-NO" altLang="nb-NO" sz="71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1−</m:t>
                        </m:r>
                        <m:r>
                          <a:rPr lang="nb-NO" altLang="nb-NO" sz="71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</m:d>
                    <m:r>
                      <a:rPr lang="nb-NO" altLang="nb-NO" sz="71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   </m:t>
                    </m:r>
                    <m:r>
                      <a:rPr lang="nb-NO" altLang="nb-NO" sz="71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𝑜𝑔</m:t>
                    </m:r>
                    <m:r>
                      <a:rPr lang="nb-NO" altLang="nb-NO" sz="71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   </m:t>
                    </m:r>
                    <m:f>
                      <m:fPr>
                        <m:ctrlPr>
                          <a:rPr lang="bg-BG" altLang="nb-NO" sz="7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bg-BG" altLang="nb-NO" sz="71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𝜕</m:t>
                        </m:r>
                        <m:r>
                          <a:rPr lang="nb-NO" altLang="nb-NO" sz="71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𝑌</m:t>
                        </m:r>
                      </m:num>
                      <m:den>
                        <m:r>
                          <a:rPr lang="bg-BG" altLang="nb-NO" sz="71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nb-NO" sz="71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nb-NO" altLang="nb-NO" sz="71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nb-NO" altLang="nb-NO" sz="71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nb-NO" altLang="nb-NO" sz="71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nb-NO" sz="71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nb-NO" altLang="nb-NO" sz="71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b>
                        <m:r>
                          <a:rPr lang="nb-NO" altLang="nb-NO" sz="71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nb-NO" altLang="nb-NO" sz="71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nb-NO" altLang="nb-NO" sz="71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1−</m:t>
                        </m:r>
                        <m:r>
                          <a:rPr lang="nb-NO" altLang="nb-NO" sz="71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</m:d>
                    <m:r>
                      <a:rPr lang="en-US" altLang="nb-NO" sz="71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   </m:t>
                    </m:r>
                    <m:r>
                      <a:rPr lang="en-US" altLang="nb-NO" sz="71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𝑜𝑔</m:t>
                    </m:r>
                  </m:oMath>
                </a14:m>
                <a:r>
                  <a:rPr lang="nb-NO" altLang="nb-NO" sz="71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b-NO" altLang="nb-NO" sz="7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altLang="nb-NO" sz="7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nb-NO" altLang="nb-NO" sz="7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nb-NO" altLang="nb-NO" sz="7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altLang="nb-NO" sz="7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num>
                      <m:den>
                        <m:r>
                          <a:rPr lang="nb-NO" altLang="nb-NO" sz="7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nb-NO" altLang="nb-NO" sz="7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den>
                    </m:f>
                    <m:r>
                      <a:rPr lang="nb-NO" altLang="nb-NO" sz="7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nb-NO" altLang="nb-NO" sz="7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altLang="nb-NO" sz="7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nb-NO" altLang="nb-NO" sz="7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nb-NO" altLang="nb-NO" sz="7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nb-NO" altLang="nb-NO" sz="7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nb-NO" altLang="nb-NO" sz="7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nb-NO" altLang="nb-NO" sz="7100" dirty="0">
                  <a:latin typeface="Cambria Math" panose="02040503050406030204" pitchFamily="18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endParaRPr lang="nb-NO" altLang="nb-NO" sz="7100" b="0" dirty="0">
                  <a:ea typeface="Cambria Math" panose="02040503050406030204" pitchFamily="18" charset="0"/>
                </a:endParaRPr>
              </a:p>
              <a:p>
                <a:pPr>
                  <a:buNone/>
                </a:pPr>
                <a:endParaRPr lang="nb-NO" altLang="nb-NO" sz="7100" dirty="0">
                  <a:ea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altLang="nb-NO" sz="7100" b="0" i="1" smtClean="0">
                          <a:latin typeface="Cambria Math" charset="0"/>
                        </a:rPr>
                        <m:t>       </m:t>
                      </m:r>
                      <m:r>
                        <a:rPr lang="nb-NO" altLang="nb-NO" sz="7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nb-NO" altLang="nb-NO" sz="7100" b="0" i="1" smtClean="0">
                          <a:latin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altLang="nb-NO" sz="7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altLang="nb-NO" sz="7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b-NO" altLang="nb-NO" sz="7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altLang="nb-NO" sz="7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nb-NO" altLang="nb-NO" sz="7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nb-NO" altLang="nb-NO" sz="7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nb-NO" altLang="nb-NO" sz="7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nb-NO" altLang="nb-NO" sz="7100" dirty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nb-NO" sz="71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nb-NO" altLang="nb-NO" sz="71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altLang="nb-NO" sz="71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nb-NO" altLang="nb-NO" sz="71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nb-NO" altLang="nb-NO" sz="71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1−</m:t>
                              </m:r>
                              <m:r>
                                <a:rPr lang="nb-NO" altLang="nb-NO" sz="71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nb-NO" altLang="nb-NO" sz="7100" b="0" i="1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nb-NO" altLang="nb-NO" sz="7100" i="1">
                          <a:latin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altLang="nb-NO" sz="7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altLang="nb-NO" sz="7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b-NO" altLang="nb-NO" sz="7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altLang="nb-NO" sz="7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nb-NO" altLang="nb-NO" sz="7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nb-NO" altLang="nb-NO" sz="7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nb-NO" altLang="nb-NO" sz="7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nb-NO" altLang="nb-NO" sz="7100" dirty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nb-NO" sz="71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nb-NO" altLang="nb-NO" sz="71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altLang="nb-NO" sz="71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nb-NO" altLang="nb-NO" sz="71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nb-NO" altLang="nb-NO" sz="71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1−</m:t>
                          </m:r>
                          <m:r>
                            <a:rPr lang="nb-NO" altLang="nb-NO" sz="71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altLang="nb-NO" sz="71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nb-NO" altLang="nb-NO" sz="7100" b="0" i="1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0</m:t>
                      </m:r>
                    </m:oMath>
                  </m:oMathPara>
                </a14:m>
                <a:endParaRPr lang="nb-NO" altLang="nb-NO" sz="7100" i="1" dirty="0">
                  <a:latin typeface="Cambria Math" panose="02040503050406030204" pitchFamily="18" charset="0"/>
                  <a:ea typeface="Cambria Math" charset="0"/>
                  <a:cs typeface="Cambria Math" charset="0"/>
                </a:endParaRPr>
              </a:p>
              <a:p>
                <a:pPr>
                  <a:buNone/>
                </a:pPr>
                <a:endParaRPr lang="nb-NO" altLang="nb-NO" sz="7100" i="1" dirty="0">
                  <a:latin typeface="Cambria Math" panose="02040503050406030204" pitchFamily="18" charset="0"/>
                  <a:ea typeface="Cambria Math" charset="0"/>
                  <a:cs typeface="Cambria Math" charset="0"/>
                </a:endParaRPr>
              </a:p>
              <a:p>
                <a:pPr>
                  <a:buNone/>
                </a:pPr>
                <a:r>
                  <a:rPr lang="nb-NO" altLang="nb-NO" sz="7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Det som ikke er stokastisk (usikkert) kan settes utenfor forventningsoperatoren.</a:t>
                </a:r>
              </a:p>
              <a:p>
                <a:pPr>
                  <a:buNone/>
                </a:pPr>
                <a:r>
                  <a:rPr lang="nb-NO" altLang="nb-NO" sz="7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Vi dividerer med </a:t>
                </a:r>
                <a14:m>
                  <m:oMath xmlns:m="http://schemas.openxmlformats.org/officeDocument/2006/math">
                    <m:r>
                      <a:rPr lang="en-US" altLang="nb-NO" sz="8000" b="0" i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1/</m:t>
                    </m:r>
                    <m:d>
                      <m:dPr>
                        <m:ctrlPr>
                          <a:rPr lang="nb-NO" altLang="nb-NO" sz="80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nb-NO" altLang="nb-NO" sz="80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1−</m:t>
                        </m:r>
                        <m:r>
                          <a:rPr lang="nb-NO" altLang="nb-NO" sz="80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nb-NO" altLang="nb-NO" sz="7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på begge sider av ligningen</a:t>
                </a:r>
                <a:r>
                  <a:rPr lang="nb-NO" altLang="nb-NO" sz="7400" b="0" dirty="0"/>
                  <a:t> 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altLang="nb-NO" sz="8000" i="1">
                          <a:latin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altLang="nb-NO" sz="8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altLang="nb-NO" sz="8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b-NO" altLang="nb-NO" sz="8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altLang="nb-NO" sz="8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nb-NO" altLang="nb-NO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nb-NO" altLang="nb-NO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nb-NO" altLang="nb-NO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nb-NO" altLang="nb-NO" sz="8000" dirty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nb-NO" sz="80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nb-NO" altLang="nb-NO" sz="80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altLang="nb-NO" sz="80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nb-NO" sz="8000" i="1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nb-NO" altLang="nb-NO" sz="8000" i="1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0</m:t>
                      </m:r>
                    </m:oMath>
                  </m:oMathPara>
                </a14:m>
                <a:endParaRPr lang="nb-NO" altLang="nb-NO" sz="8000" i="1" dirty="0">
                  <a:latin typeface="Cambria Math" panose="02040503050406030204" pitchFamily="18" charset="0"/>
                  <a:ea typeface="Cambria Math" charset="0"/>
                  <a:cs typeface="Cambria Math" charset="0"/>
                </a:endParaRPr>
              </a:p>
              <a:p>
                <a:pPr algn="ctr">
                  <a:buNone/>
                </a:pPr>
                <a:r>
                  <a:rPr lang="nb-NO" altLang="nb-NO" sz="7400" b="0" dirty="0"/>
                  <a:t> </a:t>
                </a:r>
                <a:endParaRPr lang="nb-NO" altLang="nb-NO" sz="6200" dirty="0">
                  <a:ea typeface="Cambria Math" panose="02040503050406030204" pitchFamily="18" charset="0"/>
                </a:endParaRPr>
              </a:p>
              <a:p>
                <a:pPr lvl="1">
                  <a:buFont typeface="Arial" panose="020B0604020202020204" pitchFamily="34" charset="0"/>
                  <a:buNone/>
                </a:pPr>
                <a:endParaRPr lang="nb-NO" altLang="ja-JP" sz="2900" dirty="0"/>
              </a:p>
              <a:p>
                <a:pPr marL="0" indent="0">
                  <a:buNone/>
                </a:pPr>
                <a:endParaRPr lang="nb-NO" altLang="nb-NO" sz="2900" dirty="0"/>
              </a:p>
              <a:p>
                <a:endParaRPr lang="nb-NO" altLang="nb-NO" sz="2900" dirty="0"/>
              </a:p>
            </p:txBody>
          </p:sp>
        </mc:Choice>
        <mc:Fallback xmlns="">
          <p:sp>
            <p:nvSpPr>
              <p:cNvPr id="1433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050" y="180231"/>
                <a:ext cx="10009112" cy="7403907"/>
              </a:xfrm>
              <a:blipFill>
                <a:blip r:embed="rId3"/>
                <a:stretch>
                  <a:fillRect l="-1888" t="-14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503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813233" indent="-312782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3065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251128" indent="-250226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627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751579" indent="-250226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189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252030" indent="-250226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189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752481" indent="-250226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89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3252932" indent="-250226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89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753383" indent="-250226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89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4253835" indent="-250226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89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471E21D-8533-4A44-978F-51D5B7307A27}" type="slidenum">
              <a:rPr lang="nb-NO" altLang="nb-NO" sz="1314">
                <a:solidFill>
                  <a:srgbClr val="898989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nb-NO" altLang="nb-NO" sz="1314">
              <a:solidFill>
                <a:srgbClr val="898989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A65C1A0-D159-C944-1FD1-8D3847C14628}"/>
              </a:ext>
            </a:extLst>
          </p:cNvPr>
          <p:cNvSpPr/>
          <p:nvPr/>
        </p:nvSpPr>
        <p:spPr>
          <a:xfrm>
            <a:off x="4860578" y="3026085"/>
            <a:ext cx="2376264" cy="115212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 err="1">
              <a:noFill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6A1CF9-BA07-DE8A-2C02-6A14A3BE6B04}"/>
              </a:ext>
            </a:extLst>
          </p:cNvPr>
          <p:cNvSpPr txBox="1"/>
          <p:nvPr/>
        </p:nvSpPr>
        <p:spPr>
          <a:xfrm>
            <a:off x="6444754" y="3130030"/>
            <a:ext cx="1850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solidFill>
                  <a:schemeClr val="accent1">
                    <a:lumMod val="75000"/>
                  </a:schemeClr>
                </a:solidFill>
              </a:rPr>
              <a:t>Ikke stokastisk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7870429C-5375-E296-08BB-D184B81F8571}"/>
              </a:ext>
            </a:extLst>
          </p:cNvPr>
          <p:cNvSpPr/>
          <p:nvPr/>
        </p:nvSpPr>
        <p:spPr>
          <a:xfrm rot="16200000">
            <a:off x="7297839" y="3184804"/>
            <a:ext cx="144016" cy="898562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146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752"/>
    </mc:Choice>
    <mc:Fallback xmlns="">
      <p:transition spd="slow" advTm="175752"/>
    </mc:Fallback>
  </mc:AlternateContent>
  <p:extLst>
    <p:ext uri="{3A86A75C-4F4B-4683-9AE1-C65F6400EC91}">
      <p14:laserTraceLst xmlns:p14="http://schemas.microsoft.com/office/powerpoint/2010/main">
        <p14:tracePtLst>
          <p14:tracePt t="46449" x="3443288" y="7418388"/>
          <p14:tracePt t="46457" x="3546475" y="7318375"/>
          <p14:tracePt t="46467" x="3657600" y="7199313"/>
          <p14:tracePt t="46474" x="3781425" y="7070725"/>
          <p14:tracePt t="46481" x="3905250" y="6923088"/>
          <p14:tracePt t="46489" x="4075113" y="6761163"/>
          <p14:tracePt t="46497" x="4240213" y="6575425"/>
          <p14:tracePt t="46506" x="4421188" y="6389688"/>
          <p14:tracePt t="46513" x="4586288" y="6208713"/>
          <p14:tracePt t="46523" x="4768850" y="6010275"/>
          <p14:tracePt t="46529" x="5008563" y="5724525"/>
          <p14:tracePt t="46537" x="5214938" y="5502275"/>
          <p14:tracePt t="46549" x="5411788" y="5254625"/>
          <p14:tracePt t="46635" x="5875338" y="4679950"/>
          <p14:tracePt t="46639" x="6891338" y="2774950"/>
          <p14:tracePt t="46642" x="6891338" y="2697163"/>
          <p14:tracePt t="46660" x="6886575" y="2609850"/>
          <p14:tracePt t="46665" x="6873875" y="2589213"/>
          <p14:tracePt t="46673" x="6873875" y="2586038"/>
          <p14:tracePt t="46681" x="6869113" y="2578100"/>
          <p14:tracePt t="47239" x="6861175" y="2593975"/>
          <p14:tracePt t="47252" x="6848475" y="2627313"/>
          <p14:tracePt t="47263" x="6807200" y="2701925"/>
          <p14:tracePt t="47271" x="6799263" y="2730500"/>
          <p14:tracePt t="47280" x="6783388" y="2763838"/>
          <p14:tracePt t="47290" x="6762750" y="2813050"/>
          <p14:tracePt t="47297" x="6737350" y="2862263"/>
          <p14:tracePt t="47305" x="6713538" y="2900363"/>
          <p14:tracePt t="47312" x="6700838" y="2941638"/>
          <p14:tracePt t="47319" x="6683375" y="2978150"/>
          <p14:tracePt t="47329" x="6662738" y="3011488"/>
          <p14:tracePt t="47338" x="6646863" y="3052763"/>
          <p14:tracePt t="47345" x="6634163" y="3086100"/>
          <p14:tracePt t="47352" x="6621463" y="3114675"/>
          <p14:tracePt t="47360" x="6613525" y="3135313"/>
          <p14:tracePt t="47367" x="6610350" y="3151188"/>
          <p14:tracePt t="47375" x="6600825" y="3163888"/>
          <p14:tracePt t="47385" x="6597650" y="3176588"/>
          <p14:tracePt t="47391" x="6597650" y="3184525"/>
          <p14:tracePt t="47399" x="6597650" y="3189288"/>
          <p14:tracePt t="47408" x="6589713" y="3189288"/>
          <p14:tracePt t="47417" x="6589713" y="3197225"/>
          <p14:tracePt t="47673" x="6589713" y="3192463"/>
          <p14:tracePt t="47680" x="6589713" y="3179763"/>
          <p14:tracePt t="47687" x="6592888" y="3168650"/>
          <p14:tracePt t="47695" x="6592888" y="3155950"/>
          <p14:tracePt t="47703" x="6600825" y="3143250"/>
          <p14:tracePt t="47712" x="6605588" y="3130550"/>
          <p14:tracePt t="47719" x="6613525" y="3109913"/>
          <p14:tracePt t="47728" x="6626225" y="3081338"/>
          <p14:tracePt t="47735" x="6626225" y="3055938"/>
          <p14:tracePt t="47747" x="6626225" y="3024188"/>
          <p14:tracePt t="47760" x="6626225" y="2921000"/>
          <p14:tracePt t="47767" x="6626225" y="2870200"/>
          <p14:tracePt t="47778" x="6626225" y="2820988"/>
          <p14:tracePt t="47783" x="6621463" y="2759075"/>
          <p14:tracePt t="47791" x="6613525" y="2709863"/>
          <p14:tracePt t="47802" x="6600825" y="2663825"/>
          <p14:tracePt t="47810" x="6597650" y="2627313"/>
          <p14:tracePt t="47815" x="6589713" y="2578100"/>
          <p14:tracePt t="47823" x="6577013" y="2547938"/>
          <p14:tracePt t="47831" x="6572250" y="2511425"/>
          <p14:tracePt t="47839" x="6572250" y="2486025"/>
          <p14:tracePt t="47847" x="6564313" y="2462213"/>
          <p14:tracePt t="47855" x="6559550" y="2449513"/>
          <p14:tracePt t="47863" x="6551613" y="2428875"/>
          <p14:tracePt t="47871" x="6551613" y="2416175"/>
          <p14:tracePt t="47879" x="6538913" y="2403475"/>
          <p14:tracePt t="47897" x="6535738" y="2390775"/>
          <p14:tracePt t="47903" x="6535738" y="2387600"/>
          <p14:tracePt t="47912" x="6535738" y="2374900"/>
          <p14:tracePt t="47919" x="6527800" y="2366963"/>
          <p14:tracePt t="47935" x="6527800" y="2362200"/>
          <p14:tracePt t="47944" x="6523038" y="2362200"/>
          <p14:tracePt t="47951" x="6523038" y="2354263"/>
          <p14:tracePt t="47960" x="6523038" y="2349500"/>
          <p14:tracePt t="47967" x="6515100" y="2341563"/>
          <p14:tracePt t="47983" x="6510338" y="2328863"/>
          <p14:tracePt t="47991" x="6502400" y="2317750"/>
          <p14:tracePt t="47999" x="6502400" y="2312988"/>
          <p14:tracePt t="48010" x="6489700" y="2305050"/>
          <p14:tracePt t="48016" x="6489700" y="2300288"/>
          <p14:tracePt t="48023" x="6486525" y="2292350"/>
          <p14:tracePt t="48031" x="6477000" y="2287588"/>
          <p14:tracePt t="48039" x="6473825" y="2287588"/>
          <p14:tracePt t="48047" x="6465888" y="2287588"/>
          <p14:tracePt t="48055" x="6453188" y="2279650"/>
          <p14:tracePt t="48063" x="6448425" y="2279650"/>
          <p14:tracePt t="48071" x="6440488" y="2279650"/>
          <p14:tracePt t="48087" x="6435725" y="2276475"/>
          <p14:tracePt t="48096" x="6427788" y="2276475"/>
          <p14:tracePt t="48103" x="6415088" y="2276475"/>
          <p14:tracePt t="48113" x="6411913" y="2276475"/>
          <p14:tracePt t="48119" x="6399213" y="2276475"/>
          <p14:tracePt t="48129" x="6391275" y="2276475"/>
          <p14:tracePt t="48135" x="6386513" y="2276475"/>
          <p14:tracePt t="48143" x="6373813" y="2276475"/>
          <p14:tracePt t="48151" x="6365875" y="2276475"/>
          <p14:tracePt t="48160" x="6362700" y="2276475"/>
          <p14:tracePt t="48167" x="6350000" y="2276475"/>
          <p14:tracePt t="48175" x="6337300" y="2276475"/>
          <p14:tracePt t="48183" x="6329363" y="2276475"/>
          <p14:tracePt t="48189" x="6316663" y="2276475"/>
          <p14:tracePt t="48199" x="6303963" y="2276475"/>
          <p14:tracePt t="48208" x="6300788" y="2276475"/>
          <p14:tracePt t="48215" x="6288088" y="2276475"/>
          <p14:tracePt t="48221" x="6280150" y="2276475"/>
          <p14:tracePt t="48231" x="6275388" y="2276475"/>
          <p14:tracePt t="48239" x="6262688" y="2276475"/>
          <p14:tracePt t="48246" x="6254750" y="2276475"/>
          <p14:tracePt t="48255" x="6249988" y="2276475"/>
          <p14:tracePt t="48263" x="6242050" y="2276475"/>
          <p14:tracePt t="48270" x="6238875" y="2276475"/>
          <p14:tracePt t="48279" x="6229350" y="2276475"/>
          <p14:tracePt t="48295" x="6226175" y="2276475"/>
          <p14:tracePt t="48301" x="6218238" y="2276475"/>
          <p14:tracePt t="48321" x="6213475" y="2276475"/>
          <p14:tracePt t="48342" x="6205538" y="2276475"/>
          <p14:tracePt t="48383" x="6200775" y="2276475"/>
          <p14:tracePt t="48437" x="6192838" y="2276475"/>
          <p14:tracePt t="48469" x="6188075" y="2276475"/>
          <p14:tracePt t="48477" x="6188075" y="2279650"/>
          <p14:tracePt t="48485" x="6180138" y="2279650"/>
          <p14:tracePt t="48501" x="6176963" y="2284413"/>
          <p14:tracePt t="48517" x="6167438" y="2292350"/>
          <p14:tracePt t="48533" x="6164263" y="2297113"/>
          <p14:tracePt t="48549" x="6156325" y="2305050"/>
          <p14:tracePt t="48565" x="6151563" y="2305050"/>
          <p14:tracePt t="48573" x="6151563" y="2308225"/>
          <p14:tracePt t="48589" x="6143625" y="2308225"/>
          <p14:tracePt t="48597" x="6143625" y="2317750"/>
          <p14:tracePt t="48630" x="6138863" y="2320925"/>
          <p14:tracePt t="49491" x="6126163" y="2320925"/>
          <p14:tracePt t="49499" x="6089650" y="2333625"/>
          <p14:tracePt t="49507" x="6002338" y="2341563"/>
          <p14:tracePt t="49515" x="5895975" y="2341563"/>
          <p14:tracePt t="49524" x="5746750" y="2341563"/>
          <p14:tracePt t="49532" x="5548313" y="2341563"/>
          <p14:tracePt t="49539" x="5338763" y="2328863"/>
          <p14:tracePt t="49547" x="5114925" y="2312988"/>
          <p14:tracePt t="49555" x="4879975" y="2287588"/>
          <p14:tracePt t="49563" x="4665663" y="2263775"/>
          <p14:tracePt t="49572" x="4454525" y="2238375"/>
          <p14:tracePt t="49580" x="4273550" y="2217738"/>
          <p14:tracePt t="49587" x="4108450" y="2205038"/>
          <p14:tracePt t="49596" x="3971925" y="2201863"/>
          <p14:tracePt t="49603" x="3851275" y="2193925"/>
          <p14:tracePt t="49612" x="3760788" y="2189163"/>
          <p14:tracePt t="49619" x="3690938" y="2189163"/>
          <p14:tracePt t="49628" x="3662363" y="2189163"/>
          <p14:tracePt t="49635" x="3641725" y="2189163"/>
          <p14:tracePt t="49651" x="3636963" y="2189163"/>
          <p14:tracePt t="49708" x="3636963" y="2193925"/>
          <p14:tracePt t="49715" x="3629025" y="2193925"/>
          <p14:tracePt t="49723" x="3629025" y="2197100"/>
          <p14:tracePt t="49731" x="3616325" y="2205038"/>
          <p14:tracePt t="49739" x="3603625" y="2209800"/>
          <p14:tracePt t="49748" x="3587750" y="2222500"/>
          <p14:tracePt t="49755" x="3554413" y="2246313"/>
          <p14:tracePt t="49763" x="3530600" y="2259013"/>
          <p14:tracePt t="49772" x="3500438" y="2279650"/>
          <p14:tracePt t="49780" x="3468688" y="2292350"/>
          <p14:tracePt t="49788" x="3430588" y="2308225"/>
          <p14:tracePt t="49795" x="3402013" y="2328863"/>
          <p14:tracePt t="49804" x="3368675" y="2346325"/>
          <p14:tracePt t="49812" x="3340100" y="2366963"/>
          <p14:tracePt t="49819" x="3294063" y="2395538"/>
          <p14:tracePt t="49828" x="3257550" y="2432050"/>
          <p14:tracePt t="49835" x="3228975" y="2457450"/>
          <p14:tracePt t="49844" x="3170238" y="2490788"/>
          <p14:tracePt t="49849" x="3116263" y="2519363"/>
          <p14:tracePt t="49858" x="3067050" y="2557463"/>
          <p14:tracePt t="49867" x="3017838" y="2581275"/>
          <p14:tracePt t="49875" x="2971800" y="2614613"/>
          <p14:tracePt t="49882" x="2919413" y="2643188"/>
          <p14:tracePt t="49900" x="2844800" y="2681288"/>
          <p14:tracePt t="49905" x="2819400" y="2692400"/>
          <p14:tracePt t="49915" x="2795588" y="2705100"/>
          <p14:tracePt t="49921" x="2770188" y="2713038"/>
          <p14:tracePt t="49931" x="2757488" y="2717800"/>
          <p14:tracePt t="49937" x="2736850" y="2725738"/>
          <p14:tracePt t="49947" x="2733675" y="2730500"/>
          <p14:tracePt t="49962" x="2724150" y="2730500"/>
          <p14:tracePt t="49993" x="2720975" y="2730500"/>
          <p14:tracePt t="50226" x="2724150" y="2730500"/>
          <p14:tracePt t="50233" x="2736850" y="2730500"/>
          <p14:tracePt t="50242" x="2749550" y="2730500"/>
          <p14:tracePt t="50249" x="2765425" y="2730500"/>
          <p14:tracePt t="50257" x="2786063" y="2738438"/>
          <p14:tracePt t="50266" x="2811463" y="2738438"/>
          <p14:tracePt t="50274" x="2827338" y="2738438"/>
          <p14:tracePt t="50281" x="2847975" y="2743200"/>
          <p14:tracePt t="50289" x="2865438" y="2751138"/>
          <p14:tracePt t="50298" x="2878138" y="2751138"/>
          <p14:tracePt t="50305" x="2889250" y="2754313"/>
          <p14:tracePt t="50313" x="2898775" y="2754313"/>
          <p14:tracePt t="50322" x="2909888" y="2754313"/>
          <p14:tracePt t="50345" x="2914650" y="2754313"/>
          <p14:tracePt t="50361" x="2922588" y="2754313"/>
          <p14:tracePt t="50370" x="2935288" y="2751138"/>
          <p14:tracePt t="50377" x="2940050" y="2751138"/>
          <p14:tracePt t="50385" x="2947988" y="2738438"/>
          <p14:tracePt t="50393" x="2951163" y="2738438"/>
          <p14:tracePt t="50401" x="2960688" y="2733675"/>
          <p14:tracePt t="50408" x="2960688" y="2725738"/>
          <p14:tracePt t="50417" x="2963863" y="2722563"/>
          <p14:tracePt t="50425" x="2971800" y="2713038"/>
          <p14:tracePt t="50434" x="2971800" y="2701925"/>
          <p14:tracePt t="50443" x="2971800" y="2697163"/>
          <p14:tracePt t="50458" x="2971800" y="2689225"/>
          <p14:tracePt t="50465" x="2971800" y="2684463"/>
          <p14:tracePt t="50474" x="2971800" y="2676525"/>
          <p14:tracePt t="50481" x="2971800" y="2663825"/>
          <p14:tracePt t="50488" x="2971800" y="2660650"/>
          <p14:tracePt t="50497" x="2968625" y="2651125"/>
          <p14:tracePt t="50504" x="2960688" y="2647950"/>
          <p14:tracePt t="50511" x="2947988" y="2647950"/>
          <p14:tracePt t="50520" x="2943225" y="2640013"/>
          <p14:tracePt t="50529" x="2930525" y="2640013"/>
          <p14:tracePt t="50535" x="2919413" y="2635250"/>
          <p14:tracePt t="50544" x="2909888" y="2627313"/>
          <p14:tracePt t="50551" x="2906713" y="2627313"/>
          <p14:tracePt t="50560" x="2894013" y="2627313"/>
          <p14:tracePt t="50567" x="2881313" y="2622550"/>
          <p14:tracePt t="50576" x="2873375" y="2622550"/>
          <p14:tracePt t="50583" x="2860675" y="2622550"/>
          <p14:tracePt t="50592" x="2857500" y="2622550"/>
          <p14:tracePt t="50599" x="2847975" y="2622550"/>
          <p14:tracePt t="50608" x="2844800" y="2622550"/>
          <p14:tracePt t="50615" x="2832100" y="2622550"/>
          <p14:tracePt t="50623" x="2824163" y="2614613"/>
          <p14:tracePt t="50631" x="2811463" y="2614613"/>
          <p14:tracePt t="50639" x="2806700" y="2614613"/>
          <p14:tracePt t="50647" x="2795588" y="2614613"/>
          <p14:tracePt t="50657" x="2786063" y="2614613"/>
          <p14:tracePt t="50665" x="2782888" y="2614613"/>
          <p14:tracePt t="50672" x="2774950" y="2614613"/>
          <p14:tracePt t="50679" x="2770188" y="2614613"/>
          <p14:tracePt t="50687" x="2757488" y="2614613"/>
          <p14:tracePt t="50700" x="2749550" y="2614613"/>
          <p14:tracePt t="50711" x="2736850" y="2614613"/>
          <p14:tracePt t="50719" x="2733675" y="2614613"/>
          <p14:tracePt t="50727" x="2724150" y="2614613"/>
          <p14:tracePt t="50736" x="2720975" y="2619375"/>
          <p14:tracePt t="50751" x="2713038" y="2619375"/>
          <p14:tracePt t="50760" x="2713038" y="2627313"/>
          <p14:tracePt t="50776" x="2708275" y="2627313"/>
          <p14:tracePt t="50792" x="2708275" y="2630488"/>
          <p14:tracePt t="50831" x="2708275" y="2640013"/>
          <p14:tracePt t="50863" x="2708275" y="2643188"/>
          <p14:tracePt t="50879" x="2713038" y="2643188"/>
          <p14:tracePt t="50890" x="2716213" y="2651125"/>
          <p14:tracePt t="50897" x="2724150" y="2651125"/>
          <p14:tracePt t="50903" x="2724150" y="2655888"/>
          <p14:tracePt t="50912" x="2728913" y="2655888"/>
          <p14:tracePt t="50935" x="2728913" y="2663825"/>
          <p14:tracePt t="51151" x="2736850" y="2663825"/>
          <p14:tracePt t="51159" x="2741613" y="2663825"/>
          <p14:tracePt t="51168" x="2749550" y="2668588"/>
          <p14:tracePt t="51173" x="2765425" y="2676525"/>
          <p14:tracePt t="51181" x="2778125" y="2681288"/>
          <p14:tracePt t="51189" x="2798763" y="2681288"/>
          <p14:tracePt t="51198" x="2816225" y="2692400"/>
          <p14:tracePt t="51205" x="2840038" y="2692400"/>
          <p14:tracePt t="51215" x="2865438" y="2705100"/>
          <p14:tracePt t="51222" x="2898775" y="2705100"/>
          <p14:tracePt t="51229" x="2922588" y="2713038"/>
          <p14:tracePt t="51238" x="2951163" y="2717800"/>
          <p14:tracePt t="51245" x="2971800" y="2717800"/>
          <p14:tracePt t="51255" x="2997200" y="2717800"/>
          <p14:tracePt t="51262" x="3009900" y="2717800"/>
          <p14:tracePt t="51269" x="3022600" y="2717800"/>
          <p14:tracePt t="51278" x="3033713" y="2717800"/>
          <p14:tracePt t="51294" x="3046413" y="2717800"/>
          <p14:tracePt t="51333" x="3046413" y="2713038"/>
          <p14:tracePt t="51549" x="3051175" y="2709863"/>
          <p14:tracePt t="51557" x="3059113" y="2701925"/>
          <p14:tracePt t="51565" x="3059113" y="2697163"/>
          <p14:tracePt t="51573" x="3063875" y="2689225"/>
          <p14:tracePt t="51582" x="3063875" y="2676525"/>
          <p14:tracePt t="51589" x="3071813" y="2671763"/>
          <p14:tracePt t="51598" x="3071813" y="2660650"/>
          <p14:tracePt t="51605" x="3071813" y="2647950"/>
          <p14:tracePt t="51614" x="3071813" y="2640013"/>
          <p14:tracePt t="51622" x="3071813" y="2627313"/>
          <p14:tracePt t="51629" x="3071813" y="2622550"/>
          <p14:tracePt t="51637" x="3071813" y="2614613"/>
          <p14:tracePt t="51645" x="3071813" y="2609850"/>
          <p14:tracePt t="51653" x="3071813" y="2601913"/>
          <p14:tracePt t="51669" x="3071813" y="2598738"/>
          <p14:tracePt t="51749" x="3067050" y="2598738"/>
          <p14:tracePt t="51765" x="3059113" y="2598738"/>
          <p14:tracePt t="51781" x="3054350" y="2598738"/>
          <p14:tracePt t="51812" x="3046413" y="2598738"/>
          <p14:tracePt t="53453" x="3046413" y="2601913"/>
          <p14:tracePt t="53461" x="3046413" y="2606675"/>
          <p14:tracePt t="53470" x="3043238" y="2619375"/>
          <p14:tracePt t="53477" x="3043238" y="2627313"/>
          <p14:tracePt t="53485" x="3043238" y="2630488"/>
          <p14:tracePt t="53493" x="3043238" y="2643188"/>
          <p14:tracePt t="53509" x="3043238" y="2651125"/>
          <p14:tracePt t="53709" x="3043238" y="2647950"/>
          <p14:tracePt t="53717" x="3043238" y="2640013"/>
          <p14:tracePt t="54203" x="3113088" y="2627313"/>
          <p14:tracePt t="54211" x="3221038" y="2609850"/>
          <p14:tracePt t="54219" x="3348038" y="2598738"/>
          <p14:tracePt t="54227" x="3492500" y="2589213"/>
          <p14:tracePt t="54235" x="3654425" y="2565400"/>
          <p14:tracePt t="54243" x="3840163" y="2560638"/>
          <p14:tracePt t="54252" x="4016375" y="2560638"/>
          <p14:tracePt t="54259" x="4202113" y="2560638"/>
          <p14:tracePt t="54267" x="4359275" y="2560638"/>
          <p14:tracePt t="54276" x="4508500" y="2560638"/>
          <p14:tracePt t="54284" x="4632325" y="2565400"/>
          <p14:tracePt t="54292" x="4743450" y="2565400"/>
          <p14:tracePt t="54300" x="4833938" y="2565400"/>
          <p14:tracePt t="54307" x="4905375" y="2568575"/>
          <p14:tracePt t="54315" x="4954588" y="2568575"/>
          <p14:tracePt t="54322" x="4983163" y="2568575"/>
          <p14:tracePt t="54332" x="4995863" y="2568575"/>
          <p14:tracePt t="54339" x="5008563" y="2568575"/>
          <p14:tracePt t="54348" x="5016500" y="2568575"/>
          <p14:tracePt t="54393" x="5019675" y="2568575"/>
          <p14:tracePt t="54417" x="5029200" y="2568575"/>
          <p14:tracePt t="54425" x="5032375" y="2568575"/>
          <p14:tracePt t="54435" x="5040313" y="2568575"/>
          <p14:tracePt t="54441" x="5053013" y="2568575"/>
          <p14:tracePt t="54449" x="5065713" y="2568575"/>
          <p14:tracePt t="54457" x="5070475" y="2568575"/>
          <p14:tracePt t="54465" x="5091113" y="2568575"/>
          <p14:tracePt t="54474" x="5106988" y="2568575"/>
          <p14:tracePt t="54482" x="5132388" y="2568575"/>
          <p14:tracePt t="54489" x="5164138" y="2568575"/>
          <p14:tracePt t="54498" x="5214938" y="2568575"/>
          <p14:tracePt t="54505" x="5264150" y="2578100"/>
          <p14:tracePt t="54513" x="5338763" y="2589213"/>
          <p14:tracePt t="54523" x="5411788" y="2601913"/>
          <p14:tracePt t="54532" x="5499100" y="2614613"/>
          <p14:tracePt t="54537" x="5597525" y="2630488"/>
          <p14:tracePt t="54546" x="5689600" y="2655888"/>
          <p14:tracePt t="54553" x="5800725" y="2668588"/>
          <p14:tracePt t="54561" x="5899150" y="2692400"/>
          <p14:tracePt t="54570" x="5999163" y="2713038"/>
          <p14:tracePt t="54577" x="6105525" y="2738438"/>
          <p14:tracePt t="54585" x="6192838" y="2754313"/>
          <p14:tracePt t="54594" x="6270625" y="2774950"/>
          <p14:tracePt t="54602" x="6345238" y="2800350"/>
          <p14:tracePt t="54610" x="6394450" y="2816225"/>
          <p14:tracePt t="54620" x="6440488" y="2825750"/>
          <p14:tracePt t="54625" x="6469063" y="2836863"/>
          <p14:tracePt t="54634" x="6489700" y="2841625"/>
          <p14:tracePt t="54642" x="6502400" y="2841625"/>
          <p14:tracePt t="54649" x="6502400" y="2849563"/>
          <p14:tracePt t="55143" x="6497638" y="2854325"/>
          <p14:tracePt t="55151" x="6489700" y="2862263"/>
          <p14:tracePt t="55161" x="6477000" y="2874963"/>
          <p14:tracePt t="55168" x="6465888" y="2878138"/>
          <p14:tracePt t="55175" x="6461125" y="2890838"/>
          <p14:tracePt t="55184" x="6448425" y="2900363"/>
          <p14:tracePt t="55193" x="6440488" y="2916238"/>
          <p14:tracePt t="55199" x="6427788" y="2928938"/>
          <p14:tracePt t="55210" x="6415088" y="2949575"/>
          <p14:tracePt t="55216" x="6411913" y="2952750"/>
          <p14:tracePt t="55223" x="6403975" y="2973388"/>
          <p14:tracePt t="55231" x="6399213" y="2986088"/>
          <p14:tracePt t="55239" x="6399213" y="3003550"/>
          <p14:tracePt t="55247" x="6399213" y="3011488"/>
          <p14:tracePt t="55255" x="6399213" y="3027363"/>
          <p14:tracePt t="55263" x="6399213" y="3035300"/>
          <p14:tracePt t="55271" x="6399213" y="3040063"/>
          <p14:tracePt t="55280" x="6399213" y="3052763"/>
          <p14:tracePt t="55287" x="6399213" y="3060700"/>
          <p14:tracePt t="55295" x="6399213" y="3065463"/>
          <p14:tracePt t="55304" x="6399213" y="3073400"/>
          <p14:tracePt t="55311" x="6399213" y="3076575"/>
          <p14:tracePt t="55327" x="6399213" y="3086100"/>
          <p14:tracePt t="55336" x="6403975" y="3086100"/>
          <p14:tracePt t="55368" x="6407150" y="3086100"/>
          <p14:tracePt t="55375" x="6415088" y="3086100"/>
          <p14:tracePt t="55385" x="6419850" y="3086100"/>
          <p14:tracePt t="55392" x="6427788" y="3086100"/>
          <p14:tracePt t="55399" x="6440488" y="3086100"/>
          <p14:tracePt t="55408" x="6456363" y="3073400"/>
          <p14:tracePt t="55416" x="6481763" y="3060700"/>
          <p14:tracePt t="55421" x="6515100" y="3032125"/>
          <p14:tracePt t="55433" x="6551613" y="3006725"/>
          <p14:tracePt t="55437" x="6577013" y="2982913"/>
          <p14:tracePt t="55447" x="6618288" y="2949575"/>
          <p14:tracePt t="55455" x="6651625" y="2921000"/>
          <p14:tracePt t="55470" x="6688138" y="2882900"/>
          <p14:tracePt t="55480" x="6762750" y="2808288"/>
          <p14:tracePt t="55487" x="6778625" y="2774950"/>
          <p14:tracePt t="55498" x="6804025" y="2751138"/>
          <p14:tracePt t="55526" x="6840538" y="2689225"/>
          <p14:tracePt t="55539" x="6873875" y="2589213"/>
          <p14:tracePt t="55595" x="6886575" y="2552700"/>
          <p14:tracePt t="55612" x="6891338" y="2424113"/>
          <p14:tracePt t="55635" x="6891338" y="2403475"/>
          <p14:tracePt t="55649" x="6869113" y="2354263"/>
          <p14:tracePt t="55662" x="6869113" y="2349500"/>
          <p14:tracePt t="55692" x="6858000" y="2338388"/>
          <p14:tracePt t="55701" x="6819900" y="2276475"/>
          <p14:tracePt t="55719" x="6807200" y="2263775"/>
          <p14:tracePt t="55725" x="6770688" y="2225675"/>
          <p14:tracePt t="55733" x="6757988" y="2214563"/>
          <p14:tracePt t="55744" x="6745288" y="2193925"/>
          <p14:tracePt t="55752" x="6734175" y="2181225"/>
          <p14:tracePt t="55757" x="6713538" y="2168525"/>
          <p14:tracePt t="55769" x="6700838" y="2155825"/>
          <p14:tracePt t="55783" x="6659563" y="2127250"/>
          <p14:tracePt t="55792" x="6646863" y="2119313"/>
          <p14:tracePt t="55799" x="6634163" y="2114550"/>
          <p14:tracePt t="55806" x="6621463" y="2106613"/>
          <p14:tracePt t="55819" x="6600825" y="2101850"/>
          <p14:tracePt t="55832" x="6572250" y="2101850"/>
          <p14:tracePt t="55837" x="6559550" y="2093913"/>
          <p14:tracePt t="55845" x="6538913" y="2093913"/>
          <p14:tracePt t="55854" x="6527800" y="2093913"/>
          <p14:tracePt t="55868" x="6515100" y="2093913"/>
          <p14:tracePt t="55877" x="6473825" y="2093913"/>
          <p14:tracePt t="55886" x="6461125" y="2093913"/>
          <p14:tracePt t="55902" x="6424613" y="2098675"/>
          <p14:tracePt t="55910" x="6411913" y="2106613"/>
          <p14:tracePt t="55917" x="6391275" y="2111375"/>
          <p14:tracePt t="55925" x="6373813" y="2119313"/>
          <p14:tracePt t="55934" x="6353175" y="2132013"/>
          <p14:tracePt t="55943" x="6342063" y="2143125"/>
          <p14:tracePt t="55953" x="6324600" y="2147888"/>
          <p14:tracePt t="55966" x="6291263" y="2168525"/>
          <p14:tracePt t="55973" x="6280150" y="2173288"/>
          <p14:tracePt t="55982" x="6275388" y="2181225"/>
          <p14:tracePt t="55989" x="6267450" y="2184400"/>
          <p14:tracePt t="55997" x="6254750" y="2193925"/>
          <p14:tracePt t="56005" x="6249988" y="2197100"/>
          <p14:tracePt t="56017" x="6242050" y="2205038"/>
          <p14:tracePt t="56039" x="6238875" y="2217738"/>
          <p14:tracePt t="56053" x="6226175" y="2235200"/>
          <p14:tracePt t="56061" x="6218238" y="2243138"/>
          <p14:tracePt t="56069" x="6218238" y="2246313"/>
          <p14:tracePt t="56076" x="6205538" y="2255838"/>
          <p14:tracePt t="56085" x="6205538" y="2266950"/>
          <p14:tracePt t="56095" x="6200775" y="2271713"/>
          <p14:tracePt t="56107" x="6188075" y="2297113"/>
          <p14:tracePt t="56119" x="6180138" y="2308225"/>
          <p14:tracePt t="56133" x="6176963" y="2328863"/>
          <p14:tracePt t="56144" x="6176963" y="2333625"/>
          <p14:tracePt t="56148" x="6176963" y="2346325"/>
          <p14:tracePt t="56155" x="6176963" y="2354263"/>
          <p14:tracePt t="56164" x="6176963" y="2366963"/>
          <p14:tracePt t="56171" x="6176963" y="2370138"/>
          <p14:tracePt t="56182" x="6176963" y="2382838"/>
          <p14:tracePt t="56189" x="6176963" y="2395538"/>
          <p14:tracePt t="56198" x="6176963" y="2416175"/>
          <p14:tracePt t="56205" x="6176963" y="2428875"/>
          <p14:tracePt t="56211" x="6176963" y="2444750"/>
          <p14:tracePt t="56221" x="6176963" y="2457450"/>
          <p14:tracePt t="56232" x="6176963" y="2470150"/>
          <p14:tracePt t="56237" x="6176963" y="2490788"/>
          <p14:tracePt t="56246" x="6176963" y="2503488"/>
          <p14:tracePt t="56254" x="6176963" y="2516188"/>
          <p14:tracePt t="56262" x="6176963" y="2527300"/>
          <p14:tracePt t="56272" x="6176963" y="2540000"/>
          <p14:tracePt t="56276" x="6176963" y="2544763"/>
          <p14:tracePt t="56283" x="6176963" y="2557463"/>
          <p14:tracePt t="56292" x="6176963" y="2565400"/>
          <p14:tracePt t="56299" x="6176963" y="2568575"/>
          <p14:tracePt t="56309" x="6176963" y="2578100"/>
          <p14:tracePt t="56315" x="6180138" y="2581275"/>
          <p14:tracePt t="56327" x="6180138" y="2589213"/>
          <p14:tracePt t="56348" x="6180138" y="2593975"/>
          <p14:tracePt t="56375" x="6180138" y="2601913"/>
          <p14:tracePt t="56387" x="6184900" y="2601913"/>
          <p14:tracePt t="56422" x="6184900" y="2606675"/>
          <p14:tracePt t="56436" x="6192838" y="2606675"/>
          <p14:tracePt t="56445" x="6197600" y="2614613"/>
          <p14:tracePt t="56451" x="6205538" y="2619375"/>
          <p14:tracePt t="56459" x="6208713" y="2627313"/>
          <p14:tracePt t="56467" x="6221413" y="2630488"/>
          <p14:tracePt t="56476" x="6229350" y="2640013"/>
          <p14:tracePt t="56484" x="6234113" y="2643188"/>
          <p14:tracePt t="56492" x="6254750" y="2651125"/>
          <p14:tracePt t="56501" x="6259513" y="2655888"/>
          <p14:tracePt t="56513" x="6270625" y="2663825"/>
          <p14:tracePt t="56523" x="6296025" y="2681288"/>
          <p14:tracePt t="56532" x="6303963" y="2689225"/>
          <p14:tracePt t="56543" x="6316663" y="2692400"/>
          <p14:tracePt t="56550" x="6321425" y="2692400"/>
          <p14:tracePt t="56555" x="6329363" y="2705100"/>
          <p14:tracePt t="56563" x="6332538" y="2705100"/>
          <p14:tracePt t="56573" x="6342063" y="2713038"/>
          <p14:tracePt t="56598" x="6353175" y="2717800"/>
          <p14:tracePt t="56614" x="6357938" y="2717800"/>
          <p14:tracePt t="56621" x="6365875" y="2725738"/>
          <p14:tracePt t="56645" x="6370638" y="2725738"/>
          <p14:tracePt t="56651" x="6378575" y="2725738"/>
          <p14:tracePt t="56686" x="6383338" y="2730500"/>
          <p14:tracePt t="56726" x="6394450" y="2730500"/>
          <p14:tracePt t="56740" x="6403975" y="2730500"/>
          <p14:tracePt t="56750" x="6407150" y="2725738"/>
          <p14:tracePt t="56763" x="6415088" y="2722563"/>
          <p14:tracePt t="56773" x="6419850" y="2713038"/>
          <p14:tracePt t="56780" x="6427788" y="2709863"/>
          <p14:tracePt t="56791" x="6432550" y="2701925"/>
          <p14:tracePt t="56803" x="6445250" y="2689225"/>
          <p14:tracePt t="56811" x="6456363" y="2676525"/>
          <p14:tracePt t="56820" x="6465888" y="2663825"/>
          <p14:tracePt t="56827" x="6469063" y="2660650"/>
          <p14:tracePt t="56836" x="6481763" y="2651125"/>
          <p14:tracePt t="56847" x="6481763" y="2647950"/>
          <p14:tracePt t="56864" x="6489700" y="2635250"/>
          <p14:tracePt t="56874" x="6494463" y="2627313"/>
          <p14:tracePt t="56885" x="6494463" y="2622550"/>
          <p14:tracePt t="56905" x="6494463" y="2614613"/>
          <p14:tracePt t="56927" x="6494463" y="2609850"/>
          <p14:tracePt t="56943" x="6494463" y="2601913"/>
          <p14:tracePt t="56967" x="6494463" y="2598738"/>
          <p14:tracePt t="56977" x="6494463" y="2573338"/>
          <p14:tracePt t="57001" x="6494463" y="2565400"/>
          <p14:tracePt t="57016" x="6494463" y="2560638"/>
          <p14:tracePt t="57035" x="6494463" y="2552700"/>
          <p14:tracePt t="57054" x="6494463" y="2547938"/>
          <p14:tracePt t="57073" x="6494463" y="2540000"/>
          <p14:tracePt t="57091" x="6494463" y="2536825"/>
          <p14:tracePt t="57116" x="6489700" y="2527300"/>
          <p14:tracePt t="57134" x="6489700" y="2524125"/>
          <p14:tracePt t="57148" x="6486525" y="2516188"/>
          <p14:tracePt t="57155" x="6486525" y="2511425"/>
          <p14:tracePt t="57171" x="6486525" y="2503488"/>
          <p14:tracePt t="57187" x="6473825" y="2490788"/>
          <p14:tracePt t="57193" x="6473825" y="2486025"/>
          <p14:tracePt t="57201" x="6473825" y="2478088"/>
          <p14:tracePt t="57212" x="6473825" y="2474913"/>
          <p14:tracePt t="57225" x="6465888" y="2474913"/>
          <p14:tracePt t="57233" x="6465888" y="2465388"/>
          <p14:tracePt t="57259" x="6465888" y="2462213"/>
          <p14:tracePt t="57300" x="6465888" y="2454275"/>
          <p14:tracePt t="57327" x="6465888" y="2449513"/>
          <p14:tracePt t="57361" x="6465888" y="2441575"/>
          <p14:tracePt t="58189" x="6461125" y="2441575"/>
          <p14:tracePt t="58197" x="6448425" y="2441575"/>
          <p14:tracePt t="58205" x="6435725" y="2441575"/>
          <p14:tracePt t="58213" x="6427788" y="2441575"/>
          <p14:tracePt t="58222" x="6424613" y="2436813"/>
          <p14:tracePt t="58229" x="6403975" y="2436813"/>
          <p14:tracePt t="58238" x="6399213" y="2436813"/>
          <p14:tracePt t="58256" x="6391275" y="2436813"/>
          <p14:tracePt t="58269" x="6386513" y="2436813"/>
          <p14:tracePt t="58310" x="6378575" y="2436813"/>
          <p14:tracePt t="58341" x="6373813" y="2436813"/>
          <p14:tracePt t="58427" x="6365875" y="2428875"/>
          <p14:tracePt t="58435" x="6365875" y="2416175"/>
          <p14:tracePt t="58443" x="6362700" y="2411413"/>
          <p14:tracePt t="58452" x="6353175" y="2390775"/>
          <p14:tracePt t="58459" x="6350000" y="2387600"/>
          <p14:tracePt t="58470" x="6337300" y="2374900"/>
          <p14:tracePt t="58475" x="6329363" y="2362200"/>
          <p14:tracePt t="58489" x="6311900" y="2349500"/>
          <p14:tracePt t="58499" x="6288088" y="2328863"/>
          <p14:tracePt t="58507" x="6280150" y="2325688"/>
          <p14:tracePt t="58523" x="6275388" y="2325688"/>
          <p14:tracePt t="58595" x="6267450" y="2325688"/>
          <p14:tracePt t="58612" x="6262688" y="2325688"/>
          <p14:tracePt t="58644" x="6254750" y="2325688"/>
          <p14:tracePt t="58715" x="6249988" y="2328863"/>
          <p14:tracePt t="58731" x="6242050" y="2333625"/>
          <p14:tracePt t="58739" x="6238875" y="2341563"/>
          <p14:tracePt t="58747" x="6238875" y="2346325"/>
          <p14:tracePt t="58755" x="6229350" y="2354263"/>
          <p14:tracePt t="58763" x="6226175" y="2359025"/>
          <p14:tracePt t="58773" x="6213475" y="2370138"/>
          <p14:tracePt t="58782" x="6205538" y="2379663"/>
          <p14:tracePt t="58790" x="6200775" y="2390775"/>
          <p14:tracePt t="58795" x="6192838" y="2395538"/>
          <p14:tracePt t="58804" x="6188075" y="2403475"/>
          <p14:tracePt t="58811" x="6180138" y="2408238"/>
          <p14:tracePt t="58820" x="6176963" y="2408238"/>
          <p14:tracePt t="58827" x="6176963" y="2416175"/>
          <p14:tracePt t="59113" x="6176963" y="2420938"/>
          <p14:tracePt t="59122" x="6176963" y="2428875"/>
          <p14:tracePt t="59131" x="6167438" y="2432050"/>
          <p14:tracePt t="59139" x="6167438" y="2441575"/>
          <p14:tracePt t="59145" x="6167438" y="2444750"/>
          <p14:tracePt t="59153" x="6167438" y="2454275"/>
          <p14:tracePt t="59169" x="6167438" y="2457450"/>
          <p14:tracePt t="59722" x="6167438" y="2465388"/>
          <p14:tracePt t="59729" x="6167438" y="2470150"/>
          <p14:tracePt t="59735" x="6167438" y="2490788"/>
          <p14:tracePt t="59743" x="6180138" y="2503488"/>
          <p14:tracePt t="59752" x="6184900" y="2519363"/>
          <p14:tracePt t="59759" x="6197600" y="2540000"/>
          <p14:tracePt t="59767" x="6205538" y="2565400"/>
          <p14:tracePt t="59775" x="6218238" y="2581275"/>
          <p14:tracePt t="59783" x="6221413" y="2601913"/>
          <p14:tracePt t="59791" x="6229350" y="2614613"/>
          <p14:tracePt t="59799" x="6234113" y="2627313"/>
          <p14:tracePt t="59807" x="6242050" y="2643188"/>
          <p14:tracePt t="59816" x="6246813" y="2655888"/>
          <p14:tracePt t="59824" x="6246813" y="2663825"/>
          <p14:tracePt t="59832" x="6254750" y="2668588"/>
          <p14:tracePt t="59840" x="6254750" y="2676525"/>
          <p14:tracePt t="59848" x="6254750" y="2681288"/>
          <p14:tracePt t="59858" x="6254750" y="2689225"/>
          <p14:tracePt t="59864" x="6259513" y="2689225"/>
          <p14:tracePt t="59872" x="6259513" y="2692400"/>
          <p14:tracePt t="59889" x="6259513" y="2701925"/>
          <p14:tracePt t="59975" x="6267450" y="2701925"/>
          <p14:tracePt t="59983" x="6270625" y="2701925"/>
          <p14:tracePt t="59991" x="6291263" y="2689225"/>
          <p14:tracePt t="60003" x="6303963" y="2676525"/>
          <p14:tracePt t="60008" x="6321425" y="2660650"/>
          <p14:tracePt t="60016" x="6345238" y="2627313"/>
          <p14:tracePt t="60024" x="6370638" y="2601913"/>
          <p14:tracePt t="60031" x="6391275" y="2586038"/>
          <p14:tracePt t="60040" x="6415088" y="2560638"/>
          <p14:tracePt t="60047" x="6432550" y="2552700"/>
          <p14:tracePt t="60056" x="6445250" y="2536825"/>
          <p14:tracePt t="60065" x="6456363" y="2524125"/>
          <p14:tracePt t="60072" x="6465888" y="2511425"/>
          <p14:tracePt t="60082" x="6469063" y="2511425"/>
          <p14:tracePt t="60088" x="6477000" y="2503488"/>
          <p14:tracePt t="60375" x="6477000" y="2498725"/>
          <p14:tracePt t="60381" x="6477000" y="2486025"/>
          <p14:tracePt t="60389" x="6477000" y="2474913"/>
          <p14:tracePt t="60398" x="6477000" y="2465388"/>
          <p14:tracePt t="60407" x="6477000" y="2462213"/>
          <p14:tracePt t="60414" x="6477000" y="2449513"/>
          <p14:tracePt t="60422" x="6477000" y="2441575"/>
          <p14:tracePt t="60429" x="6477000" y="2428875"/>
          <p14:tracePt t="60445" x="6477000" y="2424113"/>
          <p14:tracePt t="60558" x="6473825" y="2424113"/>
          <p14:tracePt t="60566" x="6473825" y="2428875"/>
          <p14:tracePt t="60573" x="6465888" y="2432050"/>
          <p14:tracePt t="60583" x="6465888" y="2441575"/>
          <p14:tracePt t="60590" x="6461125" y="2441575"/>
          <p14:tracePt t="60709" x="6461125" y="2436813"/>
          <p14:tracePt t="60717" x="6461125" y="2428875"/>
          <p14:tracePt t="60725" x="6461125" y="2416175"/>
          <p14:tracePt t="60741" x="6461125" y="2411413"/>
          <p14:tracePt t="60867" x="6453188" y="2411413"/>
          <p14:tracePt t="60877" x="6453188" y="2420938"/>
          <p14:tracePt t="60884" x="6453188" y="2432050"/>
          <p14:tracePt t="60907" x="6440488" y="2482850"/>
          <p14:tracePt t="60910" x="6427788" y="2506663"/>
          <p14:tracePt t="60917" x="6424613" y="2540000"/>
          <p14:tracePt t="60925" x="6415088" y="2565400"/>
          <p14:tracePt t="60931" x="6411913" y="2601913"/>
          <p14:tracePt t="60942" x="6403975" y="2640013"/>
          <p14:tracePt t="60948" x="6399213" y="2668588"/>
          <p14:tracePt t="60958" x="6391275" y="2701925"/>
          <p14:tracePt t="60963" x="6391275" y="2730500"/>
          <p14:tracePt t="60971" x="6391275" y="2743200"/>
          <p14:tracePt t="60980" x="6391275" y="2763838"/>
          <p14:tracePt t="60990" x="6391275" y="2774950"/>
          <p14:tracePt t="60995" x="6391275" y="2787650"/>
          <p14:tracePt t="61004" x="6391275" y="2800350"/>
          <p14:tracePt t="61012" x="6391275" y="2805113"/>
          <p14:tracePt t="61099" x="6415088" y="2759075"/>
          <p14:tracePt t="61109" x="6419850" y="2733675"/>
          <p14:tracePt t="61120" x="6432550" y="2709863"/>
          <p14:tracePt t="61133" x="6456363" y="2622550"/>
          <p14:tracePt t="61140" x="6465888" y="2601913"/>
          <p14:tracePt t="61147" x="6469063" y="2578100"/>
          <p14:tracePt t="61155" x="6469063" y="2560638"/>
          <p14:tracePt t="61164" x="6477000" y="2536825"/>
          <p14:tracePt t="61172" x="6477000" y="2516188"/>
          <p14:tracePt t="61182" x="6477000" y="2498725"/>
          <p14:tracePt t="61188" x="6477000" y="2486025"/>
          <p14:tracePt t="61217" x="6477000" y="2474913"/>
          <p14:tracePt t="61227" x="6477000" y="2436813"/>
          <p14:tracePt t="61236" x="6477000" y="2428875"/>
          <p14:tracePt t="61254" x="6477000" y="2424113"/>
          <p14:tracePt t="61307" x="6477000" y="2416175"/>
          <p14:tracePt t="61325" x="6473825" y="2416175"/>
          <p14:tracePt t="61335" x="6461125" y="2416175"/>
          <p14:tracePt t="61347" x="6415088" y="2403475"/>
          <p14:tracePt t="61355" x="6399213" y="2403475"/>
          <p14:tracePt t="61363" x="6373813" y="2400300"/>
          <p14:tracePt t="61375" x="6353175" y="2400300"/>
          <p14:tracePt t="61379" x="6324600" y="2390775"/>
          <p14:tracePt t="61387" x="6303963" y="2390775"/>
          <p14:tracePt t="61399" x="6280150" y="2390775"/>
          <p14:tracePt t="61411" x="6213475" y="2387600"/>
          <p14:tracePt t="61419" x="6200775" y="2387600"/>
          <p14:tracePt t="61431" x="6180138" y="2387600"/>
          <p14:tracePt t="61442" x="6156325" y="2387600"/>
          <p14:tracePt t="61461" x="6151563" y="2387600"/>
          <p14:tracePt t="61481" x="6143625" y="2387600"/>
          <p14:tracePt t="61490" x="6143625" y="2390775"/>
          <p14:tracePt t="61499" x="6138863" y="2390775"/>
          <p14:tracePt t="61516" x="6138863" y="2395538"/>
          <p14:tracePt t="61524" x="6130925" y="2395538"/>
          <p14:tracePt t="61545" x="6126163" y="2403475"/>
          <p14:tracePt t="61979" x="6126163" y="2408238"/>
          <p14:tracePt t="62009" x="6126163" y="2416175"/>
          <p14:tracePt t="62017" x="6130925" y="2416175"/>
          <p14:tracePt t="62087" x="6135688" y="2416175"/>
          <p14:tracePt t="62105" x="6135688" y="2420938"/>
          <p14:tracePt t="62113" x="6143625" y="2420938"/>
          <p14:tracePt t="62144" x="6146800" y="2420938"/>
          <p14:tracePt t="62735" x="6146800" y="2428875"/>
          <p14:tracePt t="62743" x="6146800" y="2432050"/>
          <p14:tracePt t="62749" x="6146800" y="2441575"/>
          <p14:tracePt t="62760" x="6146800" y="2457450"/>
          <p14:tracePt t="62767" x="6146800" y="2470150"/>
          <p14:tracePt t="62776" x="6146800" y="2490788"/>
          <p14:tracePt t="62783" x="6146800" y="2506663"/>
          <p14:tracePt t="62792" x="6146800" y="2519363"/>
          <p14:tracePt t="62797" x="6156325" y="2544763"/>
          <p14:tracePt t="62808" x="6156325" y="2568575"/>
          <p14:tracePt t="62816" x="6156325" y="2581275"/>
          <p14:tracePt t="62826" x="6159500" y="2606675"/>
          <p14:tracePt t="62829" x="6167438" y="2630488"/>
          <p14:tracePt t="62837" x="6167438" y="2651125"/>
          <p14:tracePt t="62847" x="6180138" y="2668588"/>
          <p14:tracePt t="62853" x="6180138" y="2681288"/>
          <p14:tracePt t="62861" x="6184900" y="2701925"/>
          <p14:tracePt t="62869" x="6192838" y="2717800"/>
          <p14:tracePt t="62878" x="6197600" y="2738438"/>
          <p14:tracePt t="62889" x="6208713" y="2754313"/>
          <p14:tracePt t="62910" x="6242050" y="2816225"/>
          <p14:tracePt t="62922" x="6246813" y="2836863"/>
          <p14:tracePt t="62926" x="6259513" y="2854325"/>
          <p14:tracePt t="62938" x="6270625" y="2867025"/>
          <p14:tracePt t="62949" x="6296025" y="2900363"/>
          <p14:tracePt t="62958" x="6303963" y="2903538"/>
          <p14:tracePt t="62977" x="6316663" y="2916238"/>
          <p14:tracePt t="62983" x="6316663" y="2924175"/>
          <p14:tracePt t="63097" x="6329363" y="2924175"/>
          <p14:tracePt t="63111" x="6353175" y="2908300"/>
          <p14:tracePt t="63117" x="6357938" y="2900363"/>
          <p14:tracePt t="63130" x="6365875" y="2895600"/>
          <p14:tracePt t="63145" x="6378575" y="2882900"/>
          <p14:tracePt t="63157" x="6378575" y="2874963"/>
          <p14:tracePt t="63165" x="6383338" y="2870200"/>
          <p14:tracePt t="63192" x="6383338" y="2862263"/>
          <p14:tracePt t="63224" x="6391275" y="2862263"/>
          <p14:tracePt t="66581" x="6394450" y="2862263"/>
          <p14:tracePt t="66593" x="6419850" y="2849563"/>
          <p14:tracePt t="66602" x="6427788" y="2846388"/>
          <p14:tracePt t="66613" x="6440488" y="2833688"/>
          <p14:tracePt t="66617" x="6453188" y="2825750"/>
          <p14:tracePt t="66638" x="6469063" y="2808288"/>
          <p14:tracePt t="66657" x="6543675" y="2763838"/>
          <p14:tracePt t="66666" x="6564313" y="2751138"/>
          <p14:tracePt t="66673" x="6569075" y="2751138"/>
          <p14:tracePt t="66685" x="6577013" y="2746375"/>
          <p14:tracePt t="66698" x="6580188" y="2738438"/>
          <p14:tracePt t="66705" x="6592888" y="2733675"/>
          <p14:tracePt t="66715" x="6600825" y="2733675"/>
          <p14:tracePt t="66725" x="6613525" y="2722563"/>
          <p14:tracePt t="66740" x="6642100" y="2701925"/>
          <p14:tracePt t="66753" x="6680200" y="2676525"/>
          <p14:tracePt t="66772" x="6700838" y="2663825"/>
          <p14:tracePt t="66780" x="6754813" y="2635250"/>
          <p14:tracePt t="66785" x="6775450" y="2614613"/>
          <p14:tracePt t="66793" x="6791325" y="2609850"/>
          <p14:tracePt t="66803" x="6804025" y="2598738"/>
          <p14:tracePt t="66818" x="6840538" y="2573338"/>
          <p14:tracePt t="66827" x="6848475" y="2573338"/>
          <p14:tracePt t="66841" x="6878638" y="2552700"/>
          <p14:tracePt t="66847" x="6886575" y="2547938"/>
          <p14:tracePt t="66856" x="6891338" y="2547938"/>
          <p14:tracePt t="66880" x="6899275" y="2540000"/>
          <p14:tracePt t="66887" x="6915150" y="2527300"/>
          <p14:tracePt t="66962" x="6989763" y="2465388"/>
          <p14:tracePt t="66969" x="6997700" y="2462213"/>
          <p14:tracePt t="66977" x="7002463" y="2454275"/>
          <p14:tracePt t="66983" x="7002463" y="2449513"/>
          <p14:tracePt t="66997" x="7010400" y="2449513"/>
          <p14:tracePt t="67009" x="7015163" y="2441575"/>
          <p14:tracePt t="67058" x="7015163" y="2436813"/>
          <p14:tracePt t="69963" x="7005638" y="2441575"/>
          <p14:tracePt t="70029" x="7005638" y="2444750"/>
          <p14:tracePt t="70189" x="7072313" y="2444750"/>
          <p14:tracePt t="70259" x="7059613" y="2454275"/>
          <p14:tracePt t="70267" x="7056438" y="2457450"/>
          <p14:tracePt t="70275" x="7043738" y="2470150"/>
          <p14:tracePt t="70285" x="7031038" y="2470150"/>
          <p14:tracePt t="70293" x="7023100" y="2478088"/>
          <p14:tracePt t="70299" x="7010400" y="2482850"/>
          <p14:tracePt t="70307" x="7005638" y="2490788"/>
          <p14:tracePt t="70317" x="6997700" y="2495550"/>
          <p14:tracePt t="70330" x="6985000" y="2503488"/>
          <p14:tracePt t="70371" x="6973888" y="2506663"/>
          <p14:tracePt t="70384" x="6961188" y="2516188"/>
          <p14:tracePt t="70395" x="6956425" y="2516188"/>
          <p14:tracePt t="70404" x="6948488" y="2519363"/>
          <p14:tracePt t="70433" x="6935788" y="2532063"/>
          <p14:tracePt t="70444" x="6923088" y="2544763"/>
          <p14:tracePt t="70453" x="6919913" y="2552700"/>
          <p14:tracePt t="70461" x="6911975" y="2557463"/>
          <p14:tracePt t="70475" x="6886575" y="2581275"/>
          <p14:tracePt t="70483" x="6881813" y="2593975"/>
          <p14:tracePt t="70491" x="6869113" y="2606675"/>
          <p14:tracePt t="70500" x="6861175" y="2614613"/>
          <p14:tracePt t="70510" x="6858000" y="2627313"/>
          <p14:tracePt t="70519" x="6858000" y="2640013"/>
          <p14:tracePt t="70533" x="6845300" y="2655888"/>
          <p14:tracePt t="70550" x="6845300" y="2663825"/>
          <p14:tracePt t="70563" x="6845300" y="2668588"/>
          <p14:tracePt t="70619" x="6848475" y="2681288"/>
          <p14:tracePt t="70627" x="6853238" y="2681288"/>
          <p14:tracePt t="70635" x="6865938" y="2681288"/>
          <p14:tracePt t="70643" x="6873875" y="2689225"/>
          <p14:tracePt t="70652" x="6891338" y="2689225"/>
          <p14:tracePt t="70662" x="6902450" y="2692400"/>
          <p14:tracePt t="70667" x="6923088" y="2701925"/>
          <p14:tracePt t="70675" x="6935788" y="2701925"/>
          <p14:tracePt t="70684" x="6948488" y="2705100"/>
          <p14:tracePt t="70691" x="6964363" y="2705100"/>
          <p14:tracePt t="70700" x="6977063" y="2713038"/>
          <p14:tracePt t="70705" x="6997700" y="2717800"/>
          <p14:tracePt t="70716" x="7002463" y="2725738"/>
          <p14:tracePt t="70724" x="7023100" y="2738438"/>
          <p14:tracePt t="70731" x="7035800" y="2738438"/>
          <p14:tracePt t="70740" x="7046913" y="2743200"/>
          <p14:tracePt t="70747" x="7059613" y="2751138"/>
          <p14:tracePt t="70755" x="7064375" y="2763838"/>
          <p14:tracePt t="70764" x="7077075" y="2767013"/>
          <p14:tracePt t="70772" x="7085013" y="2774950"/>
          <p14:tracePt t="70782" x="7088188" y="2787650"/>
          <p14:tracePt t="70794" x="7100888" y="2800350"/>
          <p14:tracePt t="70803" x="7108825" y="2805113"/>
          <p14:tracePt t="70810" x="7108825" y="2813050"/>
          <p14:tracePt t="70819" x="7113588" y="2813050"/>
          <p14:tracePt t="70825" x="7113588" y="2816225"/>
          <p14:tracePt t="70842" x="7113588" y="2825750"/>
          <p14:tracePt t="71025" x="7121525" y="2825750"/>
          <p14:tracePt t="71033" x="7126288" y="2825750"/>
          <p14:tracePt t="71047" x="7138988" y="2825750"/>
          <p14:tracePt t="71059" x="7170738" y="2836863"/>
          <p14:tracePt t="71066" x="7183438" y="2841625"/>
          <p14:tracePt t="71099" x="7208838" y="2849563"/>
          <p14:tracePt t="71107" x="7345363" y="2874963"/>
          <p14:tracePt t="71118" x="7348538" y="2874963"/>
          <p14:tracePt t="71131" x="7381875" y="2878138"/>
          <p14:tracePt t="71142" x="7386638" y="2878138"/>
          <p14:tracePt t="71225" x="7394575" y="2878138"/>
          <p14:tracePt t="71281" x="7397750" y="2878138"/>
          <p14:tracePt t="71297" x="7407275" y="2878138"/>
          <p14:tracePt t="71321" x="7410450" y="2878138"/>
          <p14:tracePt t="71330" x="7418388" y="2878138"/>
          <p14:tracePt t="71349" x="7431088" y="2878138"/>
          <p14:tracePt t="71359" x="7435850" y="2870200"/>
          <p14:tracePt t="71367" x="7443788" y="2870200"/>
          <p14:tracePt t="71375" x="7448550" y="2862263"/>
          <p14:tracePt t="71385" x="7456488" y="2862263"/>
          <p14:tracePt t="71400" x="7459663" y="2862263"/>
          <p14:tracePt t="71408" x="7480300" y="2857500"/>
          <p14:tracePt t="71416" x="7493000" y="2857500"/>
          <p14:tracePt t="71427" x="7497763" y="2857500"/>
          <p14:tracePt t="71443" x="7521575" y="2849563"/>
          <p14:tracePt t="71455" x="7546975" y="2849563"/>
          <p14:tracePt t="71467" x="7554913" y="2849563"/>
          <p14:tracePt t="71482" x="7580313" y="2849563"/>
          <p14:tracePt t="71523" x="7666038" y="2862263"/>
          <p14:tracePt t="71535" x="7683500" y="2867025"/>
          <p14:tracePt t="71547" x="7691438" y="2867025"/>
          <p14:tracePt t="71563" x="7707313" y="2867025"/>
          <p14:tracePt t="71575" x="7727950" y="2874963"/>
          <p14:tracePt t="71610" x="7740650" y="2874963"/>
          <p14:tracePt t="71616" x="7769225" y="2878138"/>
          <p14:tracePt t="71627" x="7778750" y="2878138"/>
          <p14:tracePt t="71643" x="7781925" y="2878138"/>
          <p14:tracePt t="71657" x="7789863" y="2878138"/>
          <p14:tracePt t="71714" x="7789863" y="2887663"/>
          <p14:tracePt t="71725" x="7786688" y="2887663"/>
          <p14:tracePt t="71735" x="7737475" y="2916238"/>
          <p14:tracePt t="71744" x="7712075" y="2924175"/>
          <p14:tracePt t="71753" x="7666038" y="2936875"/>
          <p14:tracePt t="71763" x="7629525" y="2952750"/>
          <p14:tracePt t="71775" x="7513638" y="2973388"/>
          <p14:tracePt t="71785" x="7477125" y="2986088"/>
          <p14:tracePt t="71800" x="7431088" y="2986088"/>
          <p14:tracePt t="71810" x="7345363" y="2990850"/>
          <p14:tracePt t="71825" x="7278688" y="2990850"/>
          <p14:tracePt t="71843" x="7208838" y="2990850"/>
          <p14:tracePt t="71857" x="7154863" y="2986088"/>
          <p14:tracePt t="71869" x="7134225" y="2986088"/>
          <p14:tracePt t="71880" x="7105650" y="2986088"/>
          <p14:tracePt t="71886" x="7085013" y="2982913"/>
          <p14:tracePt t="71903" x="7056438" y="2982913"/>
          <p14:tracePt t="71909" x="7043738" y="2982913"/>
          <p14:tracePt t="71969" x="7023100" y="2982913"/>
          <p14:tracePt t="71981" x="6894513" y="3035300"/>
          <p14:tracePt t="72005" x="6886575" y="3040063"/>
          <p14:tracePt t="72025" x="6881813" y="3040063"/>
          <p14:tracePt t="72669" x="6886575" y="3040063"/>
          <p14:tracePt t="72683" x="6891338" y="3035300"/>
          <p14:tracePt t="72700" x="6891338" y="3032125"/>
          <p14:tracePt t="72715" x="6899275" y="3024188"/>
          <p14:tracePt t="72750" x="6899275" y="3019425"/>
          <p14:tracePt t="72915" x="6894513" y="3019425"/>
          <p14:tracePt t="72923" x="6858000" y="3035300"/>
          <p14:tracePt t="72931" x="6848475" y="3040063"/>
          <p14:tracePt t="72942" x="6837363" y="3048000"/>
          <p14:tracePt t="72950" x="6832600" y="3052763"/>
          <p14:tracePt t="72955" x="6824663" y="3052763"/>
          <p14:tracePt t="73257" x="6827838" y="3052763"/>
          <p14:tracePt t="73273" x="6837363" y="3052763"/>
          <p14:tracePt t="73284" x="6840538" y="3052763"/>
          <p14:tracePt t="73289" x="6848475" y="3052763"/>
          <p14:tracePt t="73305" x="6853238" y="3052763"/>
          <p14:tracePt t="73332" x="6853238" y="3048000"/>
          <p14:tracePt t="73339" x="6861175" y="3048000"/>
          <p14:tracePt t="73671" x="6865938" y="3044825"/>
          <p14:tracePt t="73704" x="6878638" y="3032125"/>
          <p14:tracePt t="73711" x="6886575" y="3032125"/>
          <p14:tracePt t="73719" x="6891338" y="3024188"/>
          <p14:tracePt t="73736" x="6899275" y="3019425"/>
          <p14:tracePt t="73748" x="6902450" y="3011488"/>
          <p14:tracePt t="73754" x="6911975" y="3011488"/>
          <p14:tracePt t="73762" x="6911975" y="3006725"/>
          <p14:tracePt t="73768" x="6915150" y="3006725"/>
          <p14:tracePt t="73775" x="6923088" y="2998788"/>
          <p14:tracePt t="73793" x="6927850" y="2998788"/>
          <p14:tracePt t="73808" x="6927850" y="2994025"/>
          <p14:tracePt t="73816" x="6935788" y="2994025"/>
          <p14:tracePt t="74622" x="6935788" y="2986088"/>
          <p14:tracePt t="75253" x="6935788" y="2982913"/>
          <p14:tracePt t="75259" x="6940550" y="2973388"/>
          <p14:tracePt t="75267" x="6948488" y="2970213"/>
          <p14:tracePt t="75275" x="6953250" y="2962275"/>
          <p14:tracePt t="75283" x="6964363" y="2957513"/>
          <p14:tracePt t="75291" x="6977063" y="2944813"/>
          <p14:tracePt t="75307" x="6989763" y="2936875"/>
          <p14:tracePt t="75315" x="7023100" y="2911475"/>
          <p14:tracePt t="75323" x="7035800" y="2908300"/>
          <p14:tracePt t="75331" x="7038975" y="2895600"/>
          <p14:tracePt t="75342" x="7046913" y="2887663"/>
          <p14:tracePt t="75349" x="7059613" y="2882900"/>
          <p14:tracePt t="75356" x="7064375" y="2874963"/>
          <p14:tracePt t="75381" x="7072313" y="2862263"/>
          <p14:tracePt t="75521" x="7072313" y="2867025"/>
          <p14:tracePt t="75529" x="7067550" y="2867025"/>
          <p14:tracePt t="75547" x="7059613" y="2874963"/>
          <p14:tracePt t="75625" x="7046913" y="2862263"/>
          <p14:tracePt t="75635" x="7043738" y="2836863"/>
          <p14:tracePt t="75643" x="7035800" y="2813050"/>
          <p14:tracePt t="75649" x="7023100" y="2784475"/>
          <p14:tracePt t="75663" x="7018338" y="2746375"/>
          <p14:tracePt t="75673" x="6997700" y="2635250"/>
          <p14:tracePt t="75682" x="6985000" y="2598738"/>
          <p14:tracePt t="75689" x="6981825" y="2552700"/>
          <p14:tracePt t="75697" x="6969125" y="2503488"/>
          <p14:tracePt t="75705" x="6969125" y="2465388"/>
          <p14:tracePt t="75713" x="6956425" y="2436813"/>
          <p14:tracePt t="75722" x="6948488" y="2416175"/>
          <p14:tracePt t="75729" x="6948488" y="2390775"/>
          <p14:tracePt t="75739" x="6943725" y="2379663"/>
          <p14:tracePt t="75745" x="6943725" y="2366963"/>
          <p14:tracePt t="75755" x="6943725" y="2362200"/>
          <p14:tracePt t="75762" x="6943725" y="2354263"/>
          <p14:tracePt t="75779" x="6943725" y="2349500"/>
          <p14:tracePt t="75801" x="6935788" y="2349500"/>
          <p14:tracePt t="75846" x="6932613" y="2354263"/>
          <p14:tracePt t="75857" x="6919913" y="2370138"/>
          <p14:tracePt t="75868" x="6911975" y="2382838"/>
          <p14:tracePt t="75873" x="6911975" y="2395538"/>
          <p14:tracePt t="75881" x="6911975" y="2403475"/>
          <p14:tracePt t="75889" x="6911975" y="2416175"/>
          <p14:tracePt t="75900" x="6911975" y="2428875"/>
          <p14:tracePt t="75906" x="6911975" y="2441575"/>
          <p14:tracePt t="75918" x="6911975" y="2444750"/>
          <p14:tracePt t="75932" x="6911975" y="2465388"/>
          <p14:tracePt t="75945" x="6911975" y="2470150"/>
          <p14:tracePt t="75953" x="6911975" y="2478088"/>
          <p14:tracePt t="75962" x="6911975" y="2482850"/>
          <p14:tracePt t="75985" x="6911975" y="2490788"/>
          <p14:tracePt t="76012" x="6915150" y="2495550"/>
          <p14:tracePt t="76025" x="6915150" y="2503488"/>
          <p14:tracePt t="76039" x="6923088" y="2503488"/>
          <p14:tracePt t="76050" x="6923088" y="2506663"/>
          <p14:tracePt t="76064" x="6927850" y="2516188"/>
          <p14:tracePt t="76080" x="6927850" y="2519363"/>
          <p14:tracePt t="76088" x="6935788" y="2519363"/>
          <p14:tracePt t="76097" x="6935788" y="2527300"/>
          <p14:tracePt t="76106" x="6940550" y="2527300"/>
          <p14:tracePt t="76118" x="6940550" y="2532063"/>
          <p14:tracePt t="76127" x="6948488" y="2544763"/>
          <p14:tracePt t="76139" x="6948488" y="2552700"/>
          <p14:tracePt t="76144" x="6953250" y="2565400"/>
          <p14:tracePt t="76152" x="6961188" y="2578100"/>
          <p14:tracePt t="76159" x="6961188" y="2589213"/>
          <p14:tracePt t="76167" x="6964363" y="2593975"/>
          <p14:tracePt t="76175" x="6964363" y="2614613"/>
          <p14:tracePt t="76185" x="6977063" y="2627313"/>
          <p14:tracePt t="76191" x="6977063" y="2651125"/>
          <p14:tracePt t="76203" x="6977063" y="2663825"/>
          <p14:tracePt t="76208" x="6985000" y="2681288"/>
          <p14:tracePt t="76217" x="6985000" y="2701925"/>
          <p14:tracePt t="76223" x="6985000" y="2717800"/>
          <p14:tracePt t="76231" x="6989763" y="2738438"/>
          <p14:tracePt t="76239" x="6989763" y="2754313"/>
          <p14:tracePt t="76247" x="6989763" y="2767013"/>
          <p14:tracePt t="76256" x="6989763" y="2787650"/>
          <p14:tracePt t="76263" x="6997700" y="2800350"/>
          <p14:tracePt t="76272" x="6997700" y="2813050"/>
          <p14:tracePt t="76284" x="6997700" y="2825750"/>
          <p14:tracePt t="76295" x="6997700" y="2841625"/>
          <p14:tracePt t="76312" x="6997700" y="2849563"/>
          <p14:tracePt t="76528" x="6997700" y="2854325"/>
          <p14:tracePt t="76546" x="6997700" y="2862263"/>
          <p14:tracePt t="76550" x="6997700" y="2867025"/>
          <p14:tracePt t="76565" x="6997700" y="2874963"/>
          <p14:tracePt t="76574" x="6997700" y="2878138"/>
          <p14:tracePt t="76582" x="6997700" y="2887663"/>
          <p14:tracePt t="76591" x="6997700" y="2890838"/>
          <p14:tracePt t="76600" x="7002463" y="2900363"/>
          <p14:tracePt t="76608" x="7002463" y="2903538"/>
          <p14:tracePt t="76615" x="7010400" y="2911475"/>
          <p14:tracePt t="76625" x="7010400" y="2916238"/>
          <p14:tracePt t="76639" x="7023100" y="2928938"/>
          <p14:tracePt t="76645" x="7026275" y="2936875"/>
          <p14:tracePt t="76653" x="7035800" y="2941638"/>
          <p14:tracePt t="76670" x="7038975" y="2949575"/>
          <p14:tracePt t="76690" x="7046913" y="2949575"/>
          <p14:tracePt t="77787" x="7051675" y="2949575"/>
          <p14:tracePt t="77793" x="7064375" y="2949575"/>
          <p14:tracePt t="77801" x="7097713" y="2944813"/>
          <p14:tracePt t="77811" x="7134225" y="2932113"/>
          <p14:tracePt t="77820" x="7175500" y="2908300"/>
          <p14:tracePt t="77826" x="7237413" y="2887663"/>
          <p14:tracePt t="77833" x="7294563" y="2874963"/>
          <p14:tracePt t="77843" x="7361238" y="2849563"/>
          <p14:tracePt t="77849" x="7435850" y="2846388"/>
          <p14:tracePt t="77857" x="7505700" y="2836863"/>
          <p14:tracePt t="77866" x="7572375" y="2825750"/>
          <p14:tracePt t="77874" x="7616825" y="2813050"/>
          <p14:tracePt t="77891" x="7634288" y="2808288"/>
          <p14:tracePt t="77893" x="7645400" y="2808288"/>
          <p14:tracePt t="77907" x="7666038" y="2795588"/>
          <p14:tracePt t="78167" x="7670800" y="2787650"/>
          <p14:tracePt t="78175" x="7678738" y="2784475"/>
          <p14:tracePt t="78183" x="7683500" y="2774950"/>
          <p14:tracePt t="78192" x="7691438" y="2763838"/>
          <p14:tracePt t="78199" x="7696200" y="2759075"/>
          <p14:tracePt t="78207" x="7704138" y="2751138"/>
          <p14:tracePt t="78219" x="7707313" y="2746375"/>
          <p14:tracePt t="78223" x="7716838" y="2738438"/>
          <p14:tracePt t="78233" x="7720013" y="2733675"/>
          <p14:tracePt t="78247" x="7727950" y="2725738"/>
          <p14:tracePt t="78263" x="7732713" y="2722563"/>
          <p14:tracePt t="78281" x="7740650" y="2722563"/>
          <p14:tracePt t="78297" x="7740650" y="2713038"/>
          <p14:tracePt t="78311" x="7745413" y="2709863"/>
          <p14:tracePt t="78336" x="7753350" y="2709863"/>
          <p14:tracePt t="78353" x="7753350" y="2701925"/>
          <p14:tracePt t="78359" x="7758113" y="2701925"/>
          <p14:tracePt t="78376" x="7758113" y="2697163"/>
          <p14:tracePt t="78391" x="7766050" y="2697163"/>
          <p14:tracePt t="83134" x="7766050" y="2689225"/>
          <p14:tracePt t="83228" x="7753350" y="2684463"/>
          <p14:tracePt t="83235" x="7724775" y="2684463"/>
          <p14:tracePt t="83244" x="7686675" y="2684463"/>
          <p14:tracePt t="83251" x="7654925" y="2684463"/>
          <p14:tracePt t="83261" x="7616825" y="2684463"/>
          <p14:tracePt t="83267" x="7567613" y="2684463"/>
          <p14:tracePt t="83276" x="7505700" y="2684463"/>
          <p14:tracePt t="83283" x="7431088" y="2689225"/>
          <p14:tracePt t="83292" x="7353300" y="2701925"/>
          <p14:tracePt t="83299" x="7245350" y="2717800"/>
          <p14:tracePt t="83307" x="7121525" y="2738438"/>
          <p14:tracePt t="83315" x="6981825" y="2763838"/>
          <p14:tracePt t="83324" x="6819900" y="2774950"/>
          <p14:tracePt t="83331" x="6646863" y="2805113"/>
          <p14:tracePt t="83339" x="6477000" y="2813050"/>
          <p14:tracePt t="83348" x="6303963" y="2836863"/>
          <p14:tracePt t="83355" x="6130925" y="2854325"/>
          <p14:tracePt t="83361" x="5965825" y="2874963"/>
          <p14:tracePt t="83376" x="5808663" y="2878138"/>
          <p14:tracePt t="83386" x="5462588" y="2911475"/>
          <p14:tracePt t="83395" x="5346700" y="2916238"/>
          <p14:tracePt t="83404" x="5251450" y="2924175"/>
          <p14:tracePt t="83412" x="5160963" y="2928938"/>
          <p14:tracePt t="83419" x="5091113" y="2941638"/>
          <p14:tracePt t="83429" x="5049838" y="2949575"/>
          <p14:tracePt t="83437" x="5003800" y="2952750"/>
          <p14:tracePt t="83446" x="4975225" y="2965450"/>
          <p14:tracePt t="83449" x="4937125" y="2978150"/>
          <p14:tracePt t="83459" x="4926013" y="2990850"/>
          <p14:tracePt t="83470" x="4913313" y="2990850"/>
          <p14:tracePt t="83481" x="4905375" y="2998788"/>
          <p14:tracePt t="83491" x="4900613" y="3003550"/>
          <p14:tracePt t="83503" x="4887913" y="3011488"/>
          <p14:tracePt t="83513" x="4875213" y="3024188"/>
          <p14:tracePt t="83523" x="4864100" y="3035300"/>
          <p14:tracePt t="83534" x="4851400" y="3048000"/>
          <p14:tracePt t="83546" x="4830763" y="3052763"/>
          <p14:tracePt t="83558" x="4751388" y="3109913"/>
          <p14:tracePt t="83570" x="4632325" y="3171825"/>
          <p14:tracePt t="83579" x="4578350" y="3200400"/>
          <p14:tracePt t="83671" x="4529138" y="3225800"/>
          <p14:tracePt t="83675" x="2873375" y="3978275"/>
          <p14:tracePt t="83690" x="2687638" y="4051300"/>
          <p14:tracePt t="83697" x="2613025" y="4081463"/>
          <p14:tracePt t="83705" x="2551113" y="4105275"/>
          <p14:tracePt t="83713" x="2501900" y="4130675"/>
          <p14:tracePt t="83721" x="2476500" y="4143375"/>
          <p14:tracePt t="83729" x="2473325" y="4143375"/>
          <p14:tracePt t="83738" x="2465388" y="4143375"/>
          <p14:tracePt t="83745" x="2465388" y="4151313"/>
          <p14:tracePt t="83959" x="2465388" y="4154488"/>
          <p14:tracePt t="84193" x="2481263" y="4154488"/>
          <p14:tracePt t="84204" x="2489200" y="4154488"/>
          <p14:tracePt t="84207" x="2506663" y="4138613"/>
          <p14:tracePt t="84215" x="2530475" y="4125913"/>
          <p14:tracePt t="84223" x="2563813" y="4110038"/>
          <p14:tracePt t="84231" x="2592388" y="4089400"/>
          <p14:tracePt t="84239" x="2641600" y="4064000"/>
          <p14:tracePt t="84247" x="2674938" y="4040188"/>
          <p14:tracePt t="84258" x="2716213" y="4010025"/>
          <p14:tracePt t="84263" x="2749550" y="3989388"/>
          <p14:tracePt t="84272" x="2765425" y="3973513"/>
          <p14:tracePt t="84280" x="2786063" y="3965575"/>
          <p14:tracePt t="84293" x="2790825" y="3952875"/>
          <p14:tracePt t="84305" x="2811463" y="3940175"/>
          <p14:tracePt t="84312" x="2811463" y="3937000"/>
          <p14:tracePt t="84322" x="2816225" y="3937000"/>
          <p14:tracePt t="84365" x="2816225" y="3927475"/>
          <p14:tracePt t="84509" x="2836863" y="3924300"/>
          <p14:tracePt t="84517" x="2852738" y="3916363"/>
          <p14:tracePt t="84529" x="2886075" y="3903663"/>
          <p14:tracePt t="84543" x="2997200" y="3862388"/>
          <p14:tracePt t="84563" x="3033713" y="3836988"/>
          <p14:tracePt t="84577" x="3208338" y="3762375"/>
          <p14:tracePt t="84590" x="3306763" y="3717925"/>
          <p14:tracePt t="84599" x="3324225" y="3705225"/>
          <p14:tracePt t="84610" x="3335338" y="3705225"/>
          <p14:tracePt t="84626" x="3355975" y="3700463"/>
          <p14:tracePt t="84645" x="3355975" y="3692525"/>
          <p14:tracePt t="84950" x="3360738" y="3692525"/>
          <p14:tracePt t="84955" x="3368675" y="3692525"/>
          <p14:tracePt t="84963" x="3381375" y="3692525"/>
          <p14:tracePt t="84973" x="3386138" y="3692525"/>
          <p14:tracePt t="84980" x="3397250" y="3697288"/>
          <p14:tracePt t="84987" x="3417888" y="3697288"/>
          <p14:tracePt t="84997" x="3430588" y="3708400"/>
          <p14:tracePt t="85006" x="3448050" y="3717925"/>
          <p14:tracePt t="85015" x="3459163" y="3733800"/>
          <p14:tracePt t="85021" x="3479800" y="3746500"/>
          <p14:tracePt t="85030" x="3492500" y="3759200"/>
          <p14:tracePt t="85037" x="3505200" y="3770313"/>
          <p14:tracePt t="85045" x="3517900" y="3783013"/>
          <p14:tracePt t="85053" x="3530600" y="3795713"/>
          <p14:tracePt t="85062" x="3533775" y="3803650"/>
          <p14:tracePt t="85067" x="3546475" y="3821113"/>
          <p14:tracePt t="85076" x="3554413" y="3833813"/>
          <p14:tracePt t="85083" x="3554413" y="3841750"/>
          <p14:tracePt t="85092" x="3559175" y="3854450"/>
          <p14:tracePt t="85099" x="3559175" y="3857625"/>
          <p14:tracePt t="85109" x="3567113" y="3865563"/>
          <p14:tracePt t="85119" x="3567113" y="3870325"/>
          <p14:tracePt t="85133" x="3567113" y="3878263"/>
          <p14:tracePt t="85243" x="3571875" y="3878263"/>
          <p14:tracePt t="85259" x="3579813" y="3878263"/>
          <p14:tracePt t="85299" x="3608388" y="3854450"/>
          <p14:tracePt t="85307" x="3719513" y="3749675"/>
          <p14:tracePt t="85316" x="3732213" y="3738563"/>
          <p14:tracePt t="85325" x="3740150" y="3725863"/>
          <p14:tracePt t="85332" x="3744913" y="3725863"/>
          <p14:tracePt t="85342" x="3752850" y="3713163"/>
          <p14:tracePt t="85346" x="3757613" y="3705225"/>
          <p14:tracePt t="85355" x="3757613" y="3700463"/>
          <p14:tracePt t="85489" x="3752850" y="3700463"/>
          <p14:tracePt t="85499" x="3748088" y="3700463"/>
          <p14:tracePt t="85515" x="3740150" y="3705225"/>
          <p14:tracePt t="85521" x="3724275" y="3717925"/>
          <p14:tracePt t="85530" x="3711575" y="3721100"/>
          <p14:tracePt t="85538" x="3698875" y="3729038"/>
          <p14:tracePt t="85548" x="3686175" y="3741738"/>
          <p14:tracePt t="85557" x="3678238" y="3746500"/>
          <p14:tracePt t="85572" x="3654425" y="3770313"/>
          <p14:tracePt t="85583" x="3649663" y="3779838"/>
          <p14:tracePt t="85593" x="3636963" y="3792538"/>
          <p14:tracePt t="85601" x="3629025" y="3795713"/>
          <p14:tracePt t="85610" x="3624263" y="3803650"/>
          <p14:tracePt t="85622" x="3624263" y="3808413"/>
          <p14:tracePt t="85637" x="3624263" y="3816350"/>
          <p14:tracePt t="85649" x="3616325" y="3829050"/>
          <p14:tracePt t="85674" x="3616325" y="3833813"/>
          <p14:tracePt t="85698" x="3616325" y="3841750"/>
          <p14:tracePt t="86615" x="3621088" y="3844925"/>
          <p14:tracePt t="86621" x="3629025" y="3857625"/>
          <p14:tracePt t="86629" x="3644900" y="3865563"/>
          <p14:tracePt t="86639" x="3665538" y="3878263"/>
          <p14:tracePt t="86650" x="3683000" y="3878263"/>
          <p14:tracePt t="86655" x="3706813" y="3890963"/>
          <p14:tracePt t="86665" x="3732213" y="3895725"/>
          <p14:tracePt t="86679" x="3757613" y="3906838"/>
          <p14:tracePt t="86691" x="3840163" y="3927475"/>
          <p14:tracePt t="86703" x="3925888" y="3952875"/>
          <p14:tracePt t="86716" x="3963988" y="3957638"/>
          <p14:tracePt t="86799" x="4041775" y="3968750"/>
          <p14:tracePt t="86802" x="4310063" y="4002088"/>
          <p14:tracePt t="86805" x="4314825" y="4002088"/>
          <p14:tracePt t="86822" x="4322763" y="4002088"/>
          <p14:tracePt t="86837" x="4325938" y="4002088"/>
          <p14:tracePt t="86846" x="4335463" y="3998913"/>
          <p14:tracePt t="86853" x="4338638" y="3989388"/>
          <p14:tracePt t="86862" x="4346575" y="3989388"/>
          <p14:tracePt t="86869" x="4346575" y="3986213"/>
          <p14:tracePt t="86879" x="4359275" y="3986213"/>
          <p14:tracePt t="86885" x="4364038" y="3978275"/>
          <p14:tracePt t="86893" x="4371975" y="3978275"/>
          <p14:tracePt t="86903" x="4376738" y="3973513"/>
          <p14:tracePt t="86909" x="4389438" y="3973513"/>
          <p14:tracePt t="86917" x="4400550" y="3965575"/>
          <p14:tracePt t="86926" x="4410075" y="3960813"/>
          <p14:tracePt t="86933" x="4421188" y="3952875"/>
          <p14:tracePt t="86943" x="4425950" y="3952875"/>
          <p14:tracePt t="86951" x="4433888" y="3948113"/>
          <p14:tracePt t="86957" x="4438650" y="3948113"/>
          <p14:tracePt t="86966" x="4451350" y="3940175"/>
          <p14:tracePt t="86974" x="4459288" y="3940175"/>
          <p14:tracePt t="86982" x="4475163" y="3927475"/>
          <p14:tracePt t="86987" x="4483100" y="3927475"/>
          <p14:tracePt t="86995" x="4495800" y="3924300"/>
          <p14:tracePt t="87006" x="4513263" y="3916363"/>
          <p14:tracePt t="87012" x="4524375" y="3903663"/>
          <p14:tracePt t="87019" x="4537075" y="3903663"/>
          <p14:tracePt t="87027" x="4557713" y="3898900"/>
          <p14:tracePt t="87037" x="4570413" y="3890963"/>
          <p14:tracePt t="87045" x="4575175" y="3886200"/>
          <p14:tracePt t="87053" x="4595813" y="3886200"/>
          <p14:tracePt t="87060" x="4598988" y="3886200"/>
          <p14:tracePt t="87067" x="4619625" y="3878263"/>
          <p14:tracePt t="87076" x="4632325" y="3878263"/>
          <p14:tracePt t="87085" x="4645025" y="3875088"/>
          <p14:tracePt t="87092" x="4657725" y="3865563"/>
          <p14:tracePt t="87101" x="4668838" y="3862388"/>
          <p14:tracePt t="87107" x="4686300" y="3862388"/>
          <p14:tracePt t="87115" x="4694238" y="3854450"/>
          <p14:tracePt t="87123" x="4699000" y="3849688"/>
          <p14:tracePt t="87133" x="4710113" y="3849688"/>
          <p14:tracePt t="87142" x="4719638" y="3841750"/>
          <p14:tracePt t="87148" x="4722813" y="3836988"/>
          <p14:tracePt t="87156" x="4730750" y="3836988"/>
          <p14:tracePt t="87165" x="4735513" y="3829050"/>
          <p14:tracePt t="87171" x="4743450" y="3829050"/>
          <p14:tracePt t="87182" x="4748213" y="3824288"/>
          <p14:tracePt t="87187" x="4756150" y="3816350"/>
          <p14:tracePt t="87203" x="4760913" y="3803650"/>
          <p14:tracePt t="87212" x="4768850" y="3803650"/>
          <p14:tracePt t="87220" x="4768850" y="3800475"/>
          <p14:tracePt t="87233" x="4772025" y="3792538"/>
          <p14:tracePt t="87244" x="4772025" y="3787775"/>
          <p14:tracePt t="87251" x="4781550" y="3787775"/>
          <p14:tracePt t="87259" x="4781550" y="3779838"/>
          <p14:tracePt t="87267" x="4781550" y="3775075"/>
          <p14:tracePt t="87278" x="4781550" y="3767138"/>
          <p14:tracePt t="87292" x="4781550" y="3754438"/>
          <p14:tracePt t="87301" x="4781550" y="3749675"/>
          <p14:tracePt t="87307" x="4781550" y="3741738"/>
          <p14:tracePt t="87315" x="4776788" y="3738563"/>
          <p14:tracePt t="87323" x="4764088" y="3725863"/>
          <p14:tracePt t="87332" x="4756150" y="3717925"/>
          <p14:tracePt t="87340" x="4751388" y="3713163"/>
          <p14:tracePt t="87348" x="4740275" y="3705225"/>
          <p14:tracePt t="87356" x="4727575" y="3705225"/>
          <p14:tracePt t="87365" x="4714875" y="3692525"/>
          <p14:tracePt t="87372" x="4689475" y="3692525"/>
          <p14:tracePt t="87381" x="4668838" y="3679825"/>
          <p14:tracePt t="87387" x="4652963" y="3679825"/>
          <p14:tracePt t="87396" x="4619625" y="3676650"/>
          <p14:tracePt t="87403" x="4591050" y="3667125"/>
          <p14:tracePt t="87412" x="4554538" y="3663950"/>
          <p14:tracePt t="87419" x="4503738" y="3663950"/>
          <p14:tracePt t="87427" x="4459288" y="3656013"/>
          <p14:tracePt t="87435" x="4410075" y="3651250"/>
          <p14:tracePt t="87444" x="4346575" y="3643313"/>
          <p14:tracePt t="87451" x="4297363" y="3638550"/>
          <p14:tracePt t="87461" x="4256088" y="3625850"/>
          <p14:tracePt t="87467" x="4211638" y="3617913"/>
          <p14:tracePt t="87476" x="4173538" y="3617913"/>
          <p14:tracePt t="87483" x="4137025" y="3617913"/>
          <p14:tracePt t="87491" x="4111625" y="3617913"/>
          <p14:tracePt t="87501" x="4095750" y="3617913"/>
          <p14:tracePt t="87507" x="4075113" y="3614738"/>
          <p14:tracePt t="87516" x="4070350" y="3614738"/>
          <p14:tracePt t="87523" x="4062413" y="3614738"/>
          <p14:tracePt t="87530" x="4057650" y="3614738"/>
          <p14:tracePt t="87540" x="4049713" y="3614738"/>
          <p14:tracePt t="87555" x="4046538" y="3614738"/>
          <p14:tracePt t="87587" x="4037013" y="3617913"/>
          <p14:tracePt t="87603" x="4033838" y="3617913"/>
          <p14:tracePt t="87612" x="4033838" y="3622675"/>
          <p14:tracePt t="87623" x="4025900" y="3630613"/>
          <p14:tracePt t="87635" x="4021138" y="3635375"/>
          <p14:tracePt t="87642" x="4013200" y="3643313"/>
          <p14:tracePt t="87651" x="4008438" y="3643313"/>
          <p14:tracePt t="87657" x="4008438" y="3656013"/>
          <p14:tracePt t="87675" x="4000500" y="3659188"/>
          <p14:tracePt t="87683" x="4000500" y="3667125"/>
          <p14:tracePt t="87690" x="3995738" y="3679825"/>
          <p14:tracePt t="87701" x="3995738" y="3684588"/>
          <p14:tracePt t="87706" x="3987800" y="3697288"/>
          <p14:tracePt t="87713" x="3987800" y="3705225"/>
          <p14:tracePt t="87722" x="3984625" y="3717925"/>
          <p14:tracePt t="87729" x="3984625" y="3729038"/>
          <p14:tracePt t="87738" x="3984625" y="3741738"/>
          <p14:tracePt t="87746" x="3984625" y="3759200"/>
          <p14:tracePt t="87753" x="3984625" y="3770313"/>
          <p14:tracePt t="87762" x="3984625" y="3783013"/>
          <p14:tracePt t="87770" x="3984625" y="3803650"/>
          <p14:tracePt t="87779" x="3984625" y="3821113"/>
          <p14:tracePt t="87787" x="3984625" y="3833813"/>
          <p14:tracePt t="87794" x="3987800" y="3854450"/>
          <p14:tracePt t="87802" x="3987800" y="3857625"/>
          <p14:tracePt t="87810" x="3992563" y="3878263"/>
          <p14:tracePt t="87817" x="4000500" y="3890963"/>
          <p14:tracePt t="87825" x="4000500" y="3895725"/>
          <p14:tracePt t="87833" x="4005263" y="3903663"/>
          <p14:tracePt t="87842" x="4005263" y="3906838"/>
          <p14:tracePt t="87849" x="4005263" y="3916363"/>
          <p14:tracePt t="88034" x="4013200" y="3916363"/>
          <p14:tracePt t="88057" x="4016375" y="3919538"/>
          <p14:tracePt t="88065" x="4025900" y="3927475"/>
          <p14:tracePt t="88074" x="4029075" y="3932238"/>
          <p14:tracePt t="88081" x="4041775" y="3940175"/>
          <p14:tracePt t="88089" x="4049713" y="3944938"/>
          <p14:tracePt t="88097" x="4054475" y="3952875"/>
          <p14:tracePt t="88106" x="4075113" y="3957638"/>
          <p14:tracePt t="88113" x="4078288" y="3965575"/>
          <p14:tracePt t="88122" x="4098925" y="3968750"/>
          <p14:tracePt t="88129" x="4103688" y="3978275"/>
          <p14:tracePt t="88138" x="4124325" y="3981450"/>
          <p14:tracePt t="88146" x="4137025" y="3989388"/>
          <p14:tracePt t="88151" x="4149725" y="3989388"/>
          <p14:tracePt t="88159" x="4160838" y="3994150"/>
          <p14:tracePt t="88167" x="4165600" y="3994150"/>
          <p14:tracePt t="88175" x="4178300" y="4002088"/>
          <p14:tracePt t="88187" x="4191000" y="4002088"/>
          <p14:tracePt t="88192" x="4202113" y="4002088"/>
          <p14:tracePt t="88199" x="4211638" y="4006850"/>
          <p14:tracePt t="88209" x="4214813" y="4006850"/>
          <p14:tracePt t="88217" x="4227513" y="4006850"/>
          <p14:tracePt t="88223" x="4235450" y="4006850"/>
          <p14:tracePt t="88231" x="4248150" y="4006850"/>
          <p14:tracePt t="88239" x="4252913" y="4006850"/>
          <p14:tracePt t="88247" x="4273550" y="4006850"/>
          <p14:tracePt t="88256" x="4276725" y="4006850"/>
          <p14:tracePt t="88263" x="4297363" y="4006850"/>
          <p14:tracePt t="88272" x="4314825" y="4006850"/>
          <p14:tracePt t="88279" x="4335463" y="4006850"/>
          <p14:tracePt t="88289" x="4351338" y="4014788"/>
          <p14:tracePt t="88297" x="4376738" y="4014788"/>
          <p14:tracePt t="88303" x="4410075" y="4019550"/>
          <p14:tracePt t="88312" x="4438650" y="4027488"/>
          <p14:tracePt t="88319" x="4475163" y="4030663"/>
          <p14:tracePt t="88330" x="4513263" y="4040188"/>
          <p14:tracePt t="88335" x="4562475" y="4043363"/>
          <p14:tracePt t="88346" x="4598988" y="4056063"/>
          <p14:tracePt t="88352" x="4657725" y="4064000"/>
          <p14:tracePt t="88362" x="4699000" y="4068763"/>
          <p14:tracePt t="88367" x="4730750" y="4076700"/>
          <p14:tracePt t="88376" x="4772025" y="4081463"/>
          <p14:tracePt t="88385" x="4805363" y="4089400"/>
          <p14:tracePt t="88392" x="4833938" y="4089400"/>
          <p14:tracePt t="88400" x="4867275" y="4092575"/>
          <p14:tracePt t="88407" x="4892675" y="4092575"/>
          <p14:tracePt t="88416" x="4921250" y="4092575"/>
          <p14:tracePt t="88425" x="4941888" y="4092575"/>
          <p14:tracePt t="88431" x="4957763" y="4092575"/>
          <p14:tracePt t="88443" x="4978400" y="4092575"/>
          <p14:tracePt t="88455" x="5008563" y="4092575"/>
          <p14:tracePt t="88463" x="5016500" y="4092575"/>
          <p14:tracePt t="88471" x="5019675" y="4092575"/>
          <p14:tracePt t="88487" x="5029200" y="4092575"/>
          <p14:tracePt t="88589" x="5029200" y="4089400"/>
          <p14:tracePt t="88599" x="5032375" y="4084638"/>
          <p14:tracePt t="88608" x="5032375" y="4076700"/>
          <p14:tracePt t="88615" x="5040313" y="4064000"/>
          <p14:tracePt t="88623" x="5045075" y="4051300"/>
          <p14:tracePt t="88631" x="5057775" y="4040188"/>
          <p14:tracePt t="88639" x="5065713" y="4022725"/>
          <p14:tracePt t="88650" x="5078413" y="4014788"/>
          <p14:tracePt t="88655" x="5081588" y="3989388"/>
          <p14:tracePt t="88663" x="5094288" y="3973513"/>
          <p14:tracePt t="88672" x="5102225" y="3965575"/>
          <p14:tracePt t="88681" x="5106988" y="3948113"/>
          <p14:tracePt t="88689" x="5119688" y="3937000"/>
          <p14:tracePt t="88704" x="5132388" y="3911600"/>
          <p14:tracePt t="88712" x="5140325" y="3898900"/>
          <p14:tracePt t="88719" x="5153025" y="3890963"/>
          <p14:tracePt t="88745" x="5156200" y="3875088"/>
          <p14:tracePt t="88759" x="5181600" y="3849688"/>
          <p14:tracePt t="88767" x="5189538" y="3841750"/>
          <p14:tracePt t="88775" x="5189538" y="3836988"/>
          <p14:tracePt t="88783" x="5194300" y="3836988"/>
          <p14:tracePt t="88791" x="5194300" y="3829050"/>
          <p14:tracePt t="88805" x="5202238" y="3829050"/>
          <p14:tracePt t="88839" x="5202238" y="3824288"/>
          <p14:tracePt t="88913" x="5202238" y="3816350"/>
          <p14:tracePt t="88947" x="5202238" y="3813175"/>
          <p14:tracePt t="88957" x="5173663" y="3803650"/>
          <p14:tracePt t="88965" x="5153025" y="3803650"/>
          <p14:tracePt t="88973" x="5135563" y="3792538"/>
          <p14:tracePt t="88981" x="5122863" y="3787775"/>
          <p14:tracePt t="88990" x="5099050" y="3779838"/>
          <p14:tracePt t="89002" x="5073650" y="3767138"/>
          <p14:tracePt t="89013" x="4975225" y="3741738"/>
          <p14:tracePt t="89021" x="4937125" y="3738563"/>
          <p14:tracePt t="89029" x="4913313" y="3725863"/>
          <p14:tracePt t="89037" x="4875213" y="3713163"/>
          <p14:tracePt t="89046" x="4843463" y="3705225"/>
          <p14:tracePt t="89053" x="4818063" y="3692525"/>
          <p14:tracePt t="89062" x="4792663" y="3687763"/>
          <p14:tracePt t="89073" x="4776788" y="3676650"/>
          <p14:tracePt t="89085" x="4730750" y="3656013"/>
          <p14:tracePt t="89096" x="4719638" y="3651250"/>
          <p14:tracePt t="89102" x="4706938" y="3638550"/>
          <p14:tracePt t="89109" x="4702175" y="3630613"/>
          <p14:tracePt t="89119" x="4689475" y="3625850"/>
          <p14:tracePt t="89126" x="4681538" y="3625850"/>
          <p14:tracePt t="89136" x="4678363" y="3617913"/>
          <p14:tracePt t="89154" x="4668838" y="3614738"/>
          <p14:tracePt t="89307" x="4665663" y="3614738"/>
          <p14:tracePt t="89325" x="4657725" y="3614738"/>
          <p14:tracePt t="89338" x="4652963" y="3614738"/>
          <p14:tracePt t="89351" x="4640263" y="3614738"/>
          <p14:tracePt t="89365" x="4616450" y="3614738"/>
          <p14:tracePt t="89373" x="4603750" y="3605213"/>
          <p14:tracePt t="89406" x="4591050" y="3605213"/>
          <p14:tracePt t="89413" x="4541838" y="3602038"/>
          <p14:tracePt t="89427" x="4533900" y="3602038"/>
          <p14:tracePt t="89458" x="4529138" y="3602038"/>
          <p14:tracePt t="89481" x="4521200" y="3602038"/>
          <p14:tracePt t="89497" x="4503738" y="3602038"/>
          <p14:tracePt t="89514" x="4492625" y="3602038"/>
          <p14:tracePt t="89525" x="4483100" y="3605213"/>
          <p14:tracePt t="89537" x="4479925" y="3605213"/>
          <p14:tracePt t="89550" x="4471988" y="3609975"/>
          <p14:tracePt t="89555" x="4467225" y="3609975"/>
          <p14:tracePt t="89571" x="4459288" y="3609975"/>
          <p14:tracePt t="89605" x="4454525" y="3617913"/>
          <p14:tracePt t="89699" x="4446588" y="3617913"/>
          <p14:tracePt t="89707" x="4441825" y="3622675"/>
          <p14:tracePt t="89719" x="4433888" y="3630613"/>
          <p14:tracePt t="89734" x="4421188" y="3630613"/>
          <p14:tracePt t="89742" x="4418013" y="3635375"/>
          <p14:tracePt t="89748" x="4410075" y="3635375"/>
          <p14:tracePt t="89759" x="4405313" y="3643313"/>
          <p14:tracePt t="89773" x="4392613" y="3646488"/>
          <p14:tracePt t="89782" x="4384675" y="3646488"/>
          <p14:tracePt t="89792" x="4371975" y="3656013"/>
          <p14:tracePt t="89808" x="4346575" y="3667125"/>
          <p14:tracePt t="89824" x="4322763" y="3671888"/>
          <p14:tracePt t="89835" x="4294188" y="3684588"/>
          <p14:tracePt t="89850" x="4281488" y="3684588"/>
          <p14:tracePt t="89873" x="4248150" y="3697288"/>
          <p14:tracePt t="89889" x="4198938" y="3717925"/>
          <p14:tracePt t="89902" x="4181475" y="3721100"/>
          <p14:tracePt t="89907" x="4173538" y="3729038"/>
          <p14:tracePt t="89916" x="4170363" y="3729038"/>
          <p14:tracePt t="89935" x="4160838" y="3729038"/>
          <p14:tracePt t="89951" x="4160838" y="3733800"/>
          <p14:tracePt t="90185" x="4157663" y="3733800"/>
          <p14:tracePt t="90223" x="4157663" y="3741738"/>
          <p14:tracePt t="90235" x="4137025" y="3746500"/>
          <p14:tracePt t="90242" x="4137025" y="3759200"/>
          <p14:tracePt t="90264" x="4132263" y="3759200"/>
          <p14:tracePt t="90277" x="4119563" y="3779838"/>
          <p14:tracePt t="90292" x="4108450" y="3783013"/>
          <p14:tracePt t="90302" x="4108450" y="3792538"/>
          <p14:tracePt t="90315" x="4098925" y="3795713"/>
          <p14:tracePt t="90357" x="4095750" y="3803650"/>
          <p14:tracePt t="90379" x="4087813" y="3808413"/>
          <p14:tracePt t="90403" x="4087813" y="3816350"/>
          <p14:tracePt t="90419" x="4083050" y="3816350"/>
          <p14:tracePt t="90435" x="4083050" y="3821113"/>
          <p14:tracePt t="92473" x="4098925" y="3821113"/>
          <p14:tracePt t="92481" x="4149725" y="3816350"/>
          <p14:tracePt t="92489" x="4202113" y="3800475"/>
          <p14:tracePt t="92497" x="4273550" y="3800475"/>
          <p14:tracePt t="92507" x="4351338" y="3800475"/>
          <p14:tracePt t="92515" x="4446588" y="3800475"/>
          <p14:tracePt t="92523" x="4537075" y="3800475"/>
          <p14:tracePt t="92529" x="4645025" y="3800475"/>
          <p14:tracePt t="92537" x="4748213" y="3803650"/>
          <p14:tracePt t="92547" x="4854575" y="3808413"/>
          <p14:tracePt t="92555" x="4957763" y="3816350"/>
          <p14:tracePt t="92563" x="5070475" y="3816350"/>
          <p14:tracePt t="92574" x="5164138" y="3816350"/>
          <p14:tracePt t="92586" x="5329238" y="3821113"/>
          <p14:tracePt t="92593" x="5387975" y="3821113"/>
          <p14:tracePt t="92602" x="5424488" y="3821113"/>
          <p14:tracePt t="92610" x="5449888" y="3821113"/>
          <p14:tracePt t="92617" x="5453063" y="3821113"/>
          <p14:tracePt t="92627" x="5462588" y="3821113"/>
          <p14:tracePt t="92823" x="5449888" y="3829050"/>
          <p14:tracePt t="92833" x="5437188" y="3833813"/>
          <p14:tracePt t="92856" x="5421313" y="3844925"/>
          <p14:tracePt t="92863" x="5313363" y="3883025"/>
          <p14:tracePt t="92871" x="5284788" y="3890963"/>
          <p14:tracePt t="92881" x="5246688" y="3903663"/>
          <p14:tracePt t="92890" x="5197475" y="3906838"/>
          <p14:tracePt t="92905" x="5086350" y="3932238"/>
          <p14:tracePt t="92911" x="5029200" y="3952875"/>
          <p14:tracePt t="92921" x="4967288" y="3957638"/>
          <p14:tracePt t="92929" x="4913313" y="3968750"/>
          <p14:tracePt t="92938" x="4864100" y="3981450"/>
          <p14:tracePt t="92943" x="4813300" y="3981450"/>
          <p14:tracePt t="92955" x="4789488" y="3981450"/>
          <p14:tracePt t="92961" x="4776788" y="3981450"/>
          <p14:tracePt t="92970" x="4768850" y="3981450"/>
          <p14:tracePt t="92979" x="4764088" y="3981450"/>
          <p14:tracePt t="93191" x="4772025" y="3973513"/>
          <p14:tracePt t="93199" x="4810125" y="3948113"/>
          <p14:tracePt t="93207" x="4854575" y="3924300"/>
          <p14:tracePt t="93221" x="4921250" y="3886200"/>
          <p14:tracePt t="93232" x="5091113" y="3792538"/>
          <p14:tracePt t="93241" x="5181600" y="3741738"/>
          <p14:tracePt t="93254" x="5292725" y="3679825"/>
          <p14:tracePt t="93268" x="5548313" y="3552825"/>
          <p14:tracePt t="93278" x="5888038" y="3370263"/>
          <p14:tracePt t="93287" x="6011863" y="3308350"/>
          <p14:tracePt t="93296" x="6118225" y="3254375"/>
          <p14:tracePt t="93302" x="6218238" y="3197225"/>
          <p14:tracePt t="93312" x="6303963" y="3148013"/>
          <p14:tracePt t="93321" x="6378575" y="3106738"/>
          <p14:tracePt t="93328" x="6453188" y="3060700"/>
          <p14:tracePt t="93336" x="6507163" y="3011488"/>
          <p14:tracePt t="93344" x="6551613" y="2982913"/>
          <p14:tracePt t="93352" x="6580188" y="2949575"/>
          <p14:tracePt t="93357" x="6618288" y="2924175"/>
          <p14:tracePt t="93366" x="6630988" y="2908300"/>
          <p14:tracePt t="93375" x="6651625" y="2895600"/>
          <p14:tracePt t="93381" x="6662738" y="2870200"/>
          <p14:tracePt t="93389" x="6675438" y="2857500"/>
          <p14:tracePt t="93397" x="6688138" y="2836863"/>
          <p14:tracePt t="93408" x="6692900" y="2820988"/>
          <p14:tracePt t="93416" x="6700838" y="2795588"/>
          <p14:tracePt t="93423" x="6704013" y="2774950"/>
          <p14:tracePt t="93431" x="6716713" y="2763838"/>
          <p14:tracePt t="93445" x="6742113" y="2697163"/>
          <p14:tracePt t="93454" x="6754813" y="2676525"/>
          <p14:tracePt t="93462" x="6775450" y="2647950"/>
          <p14:tracePt t="93469" x="6799263" y="2622550"/>
          <p14:tracePt t="93478" x="6827838" y="2589213"/>
          <p14:tracePt t="93487" x="6861175" y="2560638"/>
          <p14:tracePt t="93495" x="6899275" y="2527300"/>
          <p14:tracePt t="93502" x="6927850" y="2498725"/>
          <p14:tracePt t="93511" x="6953250" y="2474913"/>
          <p14:tracePt t="93517" x="6985000" y="2441575"/>
          <p14:tracePt t="93525" x="6997700" y="2424113"/>
          <p14:tracePt t="93535" x="7023100" y="2403475"/>
          <p14:tracePt t="93544" x="7035800" y="2387600"/>
          <p14:tracePt t="93550" x="7046913" y="2362200"/>
          <p14:tracePt t="93560" x="7059613" y="2341563"/>
          <p14:tracePt t="93565" x="7072313" y="2325688"/>
          <p14:tracePt t="93573" x="7077075" y="2317750"/>
          <p14:tracePt t="93584" x="7077075" y="2312988"/>
          <p14:tracePt t="93589" x="7085013" y="2300288"/>
          <p14:tracePt t="93600" x="7085013" y="2292350"/>
          <p14:tracePt t="93605" x="7085013" y="2287588"/>
          <p14:tracePt t="93614" x="7085013" y="2279650"/>
          <p14:tracePt t="93630" x="7085013" y="2276475"/>
          <p14:tracePt t="93678" x="7080250" y="2276475"/>
          <p14:tracePt t="93688" x="7072313" y="2276475"/>
          <p14:tracePt t="93693" x="7059613" y="2276475"/>
          <p14:tracePt t="93701" x="7056438" y="2276475"/>
          <p14:tracePt t="93710" x="7046913" y="2276475"/>
          <p14:tracePt t="93719" x="7043738" y="2276475"/>
          <p14:tracePt t="93730" x="7035800" y="2276475"/>
          <p14:tracePt t="93742" x="7005638" y="2279650"/>
          <p14:tracePt t="93750" x="6997700" y="2279650"/>
          <p14:tracePt t="93760" x="6994525" y="2284413"/>
          <p14:tracePt t="93768" x="6973888" y="2292350"/>
          <p14:tracePt t="93774" x="6969125" y="2292350"/>
          <p14:tracePt t="93782" x="6948488" y="2292350"/>
          <p14:tracePt t="93796" x="6935788" y="2292350"/>
          <p14:tracePt t="93806" x="6907213" y="2305050"/>
          <p14:tracePt t="93814" x="6899275" y="2308225"/>
          <p14:tracePt t="93821" x="6886575" y="2317750"/>
          <p14:tracePt t="93837" x="6873875" y="2320925"/>
          <p14:tracePt t="93846" x="6869113" y="2328863"/>
          <p14:tracePt t="93853" x="6858000" y="2333625"/>
          <p14:tracePt t="93862" x="6848475" y="2341563"/>
          <p14:tracePt t="93869" x="6845300" y="2346325"/>
          <p14:tracePt t="93878" x="6837363" y="2354263"/>
          <p14:tracePt t="93885" x="6824663" y="2359025"/>
          <p14:tracePt t="93904" x="6811963" y="2370138"/>
          <p14:tracePt t="93907" x="6807200" y="2379663"/>
          <p14:tracePt t="93915" x="6799263" y="2382838"/>
          <p14:tracePt t="93923" x="6796088" y="2395538"/>
          <p14:tracePt t="93934" x="6786563" y="2403475"/>
          <p14:tracePt t="93942" x="6783388" y="2416175"/>
          <p14:tracePt t="93950" x="6775450" y="2428875"/>
          <p14:tracePt t="93958" x="6762750" y="2432050"/>
          <p14:tracePt t="93964" x="6757988" y="2454275"/>
          <p14:tracePt t="93973" x="6750050" y="2465388"/>
          <p14:tracePt t="93983" x="6745288" y="2478088"/>
          <p14:tracePt t="93988" x="6724650" y="2506663"/>
          <p14:tracePt t="93997" x="6721475" y="2527300"/>
          <p14:tracePt t="94003" x="6713538" y="2540000"/>
          <p14:tracePt t="94016" x="6708775" y="2557463"/>
          <p14:tracePt t="94029" x="6700838" y="2593975"/>
          <p14:tracePt t="94035" x="6700838" y="2614613"/>
          <p14:tracePt t="94043" x="6700838" y="2627313"/>
          <p14:tracePt t="94053" x="6700838" y="2643188"/>
          <p14:tracePt t="94059" x="6700838" y="2663825"/>
          <p14:tracePt t="94069" x="6700838" y="2681288"/>
          <p14:tracePt t="94075" x="6700838" y="2705100"/>
          <p14:tracePt t="94086" x="6700838" y="2725738"/>
          <p14:tracePt t="94093" x="6700838" y="2743200"/>
          <p14:tracePt t="94100" x="6700838" y="2767013"/>
          <p14:tracePt t="94109" x="6704013" y="2787650"/>
          <p14:tracePt t="94117" x="6713538" y="2805113"/>
          <p14:tracePt t="94123" x="6716713" y="2828925"/>
          <p14:tracePt t="94132" x="6724650" y="2849563"/>
          <p14:tracePt t="94139" x="6729413" y="2867025"/>
          <p14:tracePt t="94148" x="6737350" y="2878138"/>
          <p14:tracePt t="94157" x="6742113" y="2890838"/>
          <p14:tracePt t="94163" x="6754813" y="2911475"/>
          <p14:tracePt t="94171" x="6762750" y="2916238"/>
          <p14:tracePt t="94179" x="6762750" y="2928938"/>
          <p14:tracePt t="94190" x="6765925" y="2928938"/>
          <p14:tracePt t="94195" x="6775450" y="2941638"/>
          <p14:tracePt t="94212" x="6778625" y="2949575"/>
          <p14:tracePt t="94228" x="6786563" y="2949575"/>
          <p14:tracePt t="94235" x="6786563" y="2952750"/>
          <p14:tracePt t="94253" x="6791325" y="2952750"/>
          <p14:tracePt t="94286" x="6799263" y="2952750"/>
          <p14:tracePt t="94303" x="6804025" y="2952750"/>
          <p14:tracePt t="94315" x="6811963" y="2952750"/>
          <p14:tracePt t="94332" x="6816725" y="2952750"/>
          <p14:tracePt t="94339" x="6824663" y="2949575"/>
          <p14:tracePt t="94347" x="6827838" y="2949575"/>
          <p14:tracePt t="94355" x="6837363" y="2936875"/>
          <p14:tracePt t="94363" x="6848475" y="2932113"/>
          <p14:tracePt t="94373" x="6853238" y="2924175"/>
          <p14:tracePt t="94380" x="6861175" y="2924175"/>
          <p14:tracePt t="94388" x="6873875" y="2921000"/>
          <p14:tracePt t="94393" x="6886575" y="2908300"/>
          <p14:tracePt t="94402" x="6891338" y="2900363"/>
          <p14:tracePt t="94412" x="6902450" y="2895600"/>
          <p14:tracePt t="94420" x="6911975" y="2895600"/>
          <p14:tracePt t="94427" x="6915150" y="2882900"/>
          <p14:tracePt t="94443" x="6923088" y="2874963"/>
          <p14:tracePt t="94450" x="6927850" y="2870200"/>
          <p14:tracePt t="94462" x="6935788" y="2862263"/>
          <p14:tracePt t="94465" x="6940550" y="2862263"/>
          <p14:tracePt t="94473" x="6948488" y="2857500"/>
          <p14:tracePt t="94484" x="6953250" y="2846388"/>
          <p14:tracePt t="94491" x="6953250" y="2836863"/>
          <p14:tracePt t="94497" x="6964363" y="2833688"/>
          <p14:tracePt t="94514" x="6973888" y="2825750"/>
          <p14:tracePt t="94523" x="6973888" y="2820988"/>
          <p14:tracePt t="94531" x="6977063" y="2813050"/>
          <p14:tracePt t="94537" x="6977063" y="2800350"/>
          <p14:tracePt t="94546" x="6985000" y="2795588"/>
          <p14:tracePt t="94557" x="6985000" y="2787650"/>
          <p14:tracePt t="94569" x="6989763" y="2771775"/>
          <p14:tracePt t="94580" x="6989763" y="2763838"/>
          <p14:tracePt t="94586" x="6989763" y="2759075"/>
          <p14:tracePt t="94593" x="6989763" y="2751138"/>
          <p14:tracePt t="94601" x="6989763" y="2746375"/>
          <p14:tracePt t="94609" x="6997700" y="2738438"/>
          <p14:tracePt t="94618" x="6997700" y="2733675"/>
          <p14:tracePt t="94628" x="6997700" y="2725738"/>
          <p14:tracePt t="94635" x="6997700" y="2722563"/>
          <p14:tracePt t="94641" x="6997700" y="2709863"/>
          <p14:tracePt t="94651" x="7002463" y="2701925"/>
          <p14:tracePt t="94657" x="7002463" y="2697163"/>
          <p14:tracePt t="94668" x="7002463" y="2689225"/>
          <p14:tracePt t="94673" x="7002463" y="2684463"/>
          <p14:tracePt t="94684" x="7002463" y="2671763"/>
          <p14:tracePt t="94691" x="7002463" y="2663825"/>
          <p14:tracePt t="94697" x="7002463" y="2660650"/>
          <p14:tracePt t="94706" x="7002463" y="2651125"/>
          <p14:tracePt t="94723" x="7002463" y="2647950"/>
          <p14:tracePt t="94873" x="7002463" y="2651125"/>
          <p14:tracePt t="94884" x="7002463" y="2655888"/>
          <p14:tracePt t="94889" x="7002463" y="2663825"/>
          <p14:tracePt t="94897" x="7002463" y="2676525"/>
          <p14:tracePt t="94905" x="6997700" y="2681288"/>
          <p14:tracePt t="94913" x="6997700" y="2689225"/>
          <p14:tracePt t="94923" x="6997700" y="2692400"/>
          <p14:tracePt t="94931" x="6997700" y="2705100"/>
          <p14:tracePt t="94938" x="6994525" y="2717800"/>
          <p14:tracePt t="94953" x="6994525" y="2730500"/>
          <p14:tracePt t="94962" x="6994525" y="2738438"/>
          <p14:tracePt t="94970" x="6994525" y="2751138"/>
          <p14:tracePt t="94979" x="6985000" y="2751138"/>
          <p14:tracePt t="94991" x="6985000" y="2767013"/>
          <p14:tracePt t="95002" x="6985000" y="2774950"/>
          <p14:tracePt t="95017" x="6985000" y="2779713"/>
          <p14:tracePt t="95027" x="6985000" y="2792413"/>
          <p14:tracePt t="95041" x="6985000" y="2805113"/>
          <p14:tracePt t="95049" x="6985000" y="2816225"/>
          <p14:tracePt t="95066" x="6985000" y="2828925"/>
          <p14:tracePt t="95072" x="6985000" y="2836863"/>
          <p14:tracePt t="95087" x="6985000" y="2841625"/>
          <p14:tracePt t="95104" x="6989763" y="2841625"/>
          <p14:tracePt t="95111" x="6989763" y="2849563"/>
          <p14:tracePt t="95613" x="6923088" y="2887663"/>
          <p14:tracePt t="95623" x="6824663" y="2924175"/>
          <p14:tracePt t="95631" x="6721475" y="2952750"/>
          <p14:tracePt t="95638" x="6577013" y="2990850"/>
          <p14:tracePt t="95651" x="6424613" y="3024188"/>
          <p14:tracePt t="95661" x="5945188" y="3135313"/>
          <p14:tracePt t="95672" x="5772150" y="3176588"/>
          <p14:tracePt t="95677" x="5618163" y="3209925"/>
          <p14:tracePt t="95691" x="5449888" y="3259138"/>
          <p14:tracePt t="95701" x="5040313" y="3382963"/>
          <p14:tracePt t="95711" x="4913313" y="3419475"/>
          <p14:tracePt t="95717" x="4789488" y="3460750"/>
          <p14:tracePt t="95733" x="4689475" y="3486150"/>
          <p14:tracePt t="95743" x="4492625" y="3560763"/>
          <p14:tracePt t="95749" x="4430713" y="3581400"/>
          <p14:tracePt t="95758" x="4379913" y="3597275"/>
          <p14:tracePt t="95765" x="4343400" y="3617913"/>
          <p14:tracePt t="95774" x="4318000" y="3622675"/>
          <p14:tracePt t="95783" x="4294188" y="3630613"/>
          <p14:tracePt t="95793" x="4273550" y="3635375"/>
          <p14:tracePt t="95807" x="4206875" y="3659188"/>
          <p14:tracePt t="95815" x="4181475" y="3671888"/>
          <p14:tracePt t="95821" x="4144963" y="3684588"/>
          <p14:tracePt t="95829" x="4119563" y="3692525"/>
          <p14:tracePt t="95837" x="4095750" y="3697288"/>
          <p14:tracePt t="95848" x="4057650" y="3708400"/>
          <p14:tracePt t="95857" x="4025900" y="3721100"/>
          <p14:tracePt t="95861" x="3975100" y="3741738"/>
          <p14:tracePt t="95870" x="3938588" y="3754438"/>
          <p14:tracePt t="95879" x="3889375" y="3759200"/>
          <p14:tracePt t="95890" x="3835400" y="3779838"/>
          <p14:tracePt t="95907" x="3686175" y="3821113"/>
          <p14:tracePt t="95929" x="3616325" y="3841750"/>
          <p14:tracePt t="95941" x="3167063" y="3940175"/>
          <p14:tracePt t="95951" x="3095625" y="3952875"/>
          <p14:tracePt t="95959" x="3030538" y="3965575"/>
          <p14:tracePt t="95972" x="2886075" y="3989388"/>
          <p14:tracePt t="95981" x="2824163" y="4002088"/>
          <p14:tracePt t="95987" x="2770188" y="4002088"/>
          <p14:tracePt t="95995" x="2720975" y="4006850"/>
          <p14:tracePt t="96003" x="2687638" y="4014788"/>
          <p14:tracePt t="96011" x="2671763" y="4014788"/>
          <p14:tracePt t="96022" x="2659063" y="4014788"/>
          <p14:tracePt t="96027" x="2651125" y="4014788"/>
          <p14:tracePt t="96197" x="2651125" y="4010025"/>
          <p14:tracePt t="96203" x="2651125" y="4002088"/>
          <p14:tracePt t="96213" x="2654300" y="3998913"/>
          <p14:tracePt t="96220" x="2662238" y="3989388"/>
          <p14:tracePt t="96227" x="2667000" y="3986213"/>
          <p14:tracePt t="96235" x="2679700" y="3973513"/>
          <p14:tracePt t="96245" x="2692400" y="3965575"/>
          <p14:tracePt t="96251" x="2703513" y="3952875"/>
          <p14:tracePt t="96259" x="2724150" y="3940175"/>
          <p14:tracePt t="96269" x="2736850" y="3927475"/>
          <p14:tracePt t="96275" x="2749550" y="3916363"/>
          <p14:tracePt t="96283" x="2774950" y="3903663"/>
          <p14:tracePt t="96293" x="2778125" y="3898900"/>
          <p14:tracePt t="96299" x="2790825" y="3886200"/>
          <p14:tracePt t="96309" x="2798763" y="3886200"/>
          <p14:tracePt t="96316" x="2811463" y="3875088"/>
          <p14:tracePt t="96325" x="2824163" y="3865563"/>
          <p14:tracePt t="96333" x="2827338" y="3862388"/>
          <p14:tracePt t="96340" x="2836863" y="3862388"/>
          <p14:tracePt t="96347" x="2847975" y="3854450"/>
          <p14:tracePt t="96356" x="2860675" y="3841750"/>
          <p14:tracePt t="96363" x="2873375" y="3829050"/>
          <p14:tracePt t="96372" x="2886075" y="3824288"/>
          <p14:tracePt t="96379" x="2898775" y="3824288"/>
          <p14:tracePt t="96391" x="2909888" y="3816350"/>
          <p14:tracePt t="96406" x="2914650" y="3816350"/>
          <p14:tracePt t="96411" x="2914650" y="3813175"/>
          <p14:tracePt t="96491" x="2922588" y="3813175"/>
          <p14:tracePt t="96507" x="2927350" y="3813175"/>
          <p14:tracePt t="96527" x="2935288" y="3813175"/>
          <p14:tracePt t="96539" x="3001963" y="3821113"/>
          <p14:tracePt t="96548" x="3022600" y="3829050"/>
          <p14:tracePt t="96556" x="3025775" y="3829050"/>
          <p14:tracePt t="96563" x="3033713" y="3829050"/>
          <p14:tracePt t="96572" x="3038475" y="3833813"/>
          <p14:tracePt t="96581" x="3046413" y="3833813"/>
          <p14:tracePt t="96587" x="3051175" y="3833813"/>
          <p14:tracePt t="97424" x="3059113" y="3833813"/>
          <p14:tracePt t="97431" x="3182938" y="3833813"/>
          <p14:tracePt t="97447" x="3286125" y="3833813"/>
          <p14:tracePt t="97458" x="3582988" y="3829050"/>
          <p14:tracePt t="97508" x="3740150" y="3829050"/>
          <p14:tracePt t="97523" x="5300663" y="3865563"/>
          <p14:tracePt t="97575" x="5986463" y="3895725"/>
          <p14:tracePt t="97581" x="6122988" y="3903663"/>
          <p14:tracePt t="97591" x="6143625" y="3903663"/>
          <p14:tracePt t="97597" x="6156325" y="3903663"/>
          <p14:tracePt t="97619" x="6159500" y="3903663"/>
          <p14:tracePt t="97629" x="6167438" y="3903663"/>
          <p14:tracePt t="97653" x="6172200" y="3903663"/>
          <p14:tracePt t="97675" x="6184900" y="3903663"/>
          <p14:tracePt t="97687" x="6234113" y="3903663"/>
          <p14:tracePt t="97693" x="6259513" y="3903663"/>
          <p14:tracePt t="97703" x="6296025" y="3916363"/>
          <p14:tracePt t="97709" x="6357938" y="3919538"/>
          <p14:tracePt t="97719" x="6427788" y="3944938"/>
          <p14:tracePt t="97727" x="6507163" y="3957638"/>
          <p14:tracePt t="97735" x="6600825" y="3968750"/>
          <p14:tracePt t="97744" x="6692900" y="3989388"/>
          <p14:tracePt t="97752" x="6799263" y="4014788"/>
          <p14:tracePt t="97759" x="6911975" y="4030663"/>
          <p14:tracePt t="97767" x="7015163" y="4051300"/>
          <p14:tracePt t="97776" x="7121525" y="4068763"/>
          <p14:tracePt t="97783" x="7221538" y="4081463"/>
          <p14:tracePt t="97789" x="7307263" y="4092575"/>
          <p14:tracePt t="97797" x="7373938" y="4105275"/>
          <p14:tracePt t="97805" x="7418388" y="4105275"/>
          <p14:tracePt t="97813" x="7435850" y="4105275"/>
          <p14:tracePt t="97821" x="7443788" y="4105275"/>
          <p14:tracePt t="97870" x="7439025" y="4105275"/>
          <p14:tracePt t="97885" x="7431088" y="4105275"/>
          <p14:tracePt t="97895" x="7415213" y="4105275"/>
          <p14:tracePt t="97902" x="7402513" y="4105275"/>
          <p14:tracePt t="97911" x="7381875" y="4105275"/>
          <p14:tracePt t="97917" x="7369175" y="4105275"/>
          <p14:tracePt t="97927" x="7353300" y="4105275"/>
          <p14:tracePt t="97933" x="7340600" y="4105275"/>
          <p14:tracePt t="97942" x="7315200" y="4105275"/>
          <p14:tracePt t="97949" x="7283450" y="4097338"/>
          <p14:tracePt t="97960" x="7258050" y="4097338"/>
          <p14:tracePt t="97965" x="7208838" y="4084638"/>
          <p14:tracePt t="97974" x="7180263" y="4076700"/>
          <p14:tracePt t="97981" x="7146925" y="4071938"/>
          <p14:tracePt t="97989" x="7105650" y="4064000"/>
          <p14:tracePt t="97999" x="7072313" y="4064000"/>
          <p14:tracePt t="98005" x="7035800" y="4051300"/>
          <p14:tracePt t="98016" x="7010400" y="4048125"/>
          <p14:tracePt t="98024" x="6985000" y="4040188"/>
          <p14:tracePt t="98031" x="6969125" y="4040188"/>
          <p14:tracePt t="98037" x="6943725" y="4035425"/>
          <p14:tracePt t="98045" x="6932613" y="4027488"/>
          <p14:tracePt t="98055" x="6919913" y="4027488"/>
          <p14:tracePt t="98062" x="6907213" y="4027488"/>
          <p14:tracePt t="98069" x="6899275" y="4027488"/>
          <p14:tracePt t="98077" x="6894513" y="4027488"/>
          <p14:tracePt t="98085" x="6886575" y="4022725"/>
          <p14:tracePt t="98110" x="6881813" y="4022725"/>
          <p14:tracePt t="98124" x="6873875" y="4022725"/>
          <p14:tracePt t="98134" x="6869113" y="4022725"/>
          <p14:tracePt t="98139" x="6861175" y="4022725"/>
          <p14:tracePt t="98149" x="6858000" y="4022725"/>
          <p14:tracePt t="98159" x="6848475" y="4022725"/>
          <p14:tracePt t="98163" x="6837363" y="4022725"/>
          <p14:tracePt t="98171" x="6824663" y="4022725"/>
          <p14:tracePt t="98179" x="6811963" y="4022725"/>
          <p14:tracePt t="98189" x="6786563" y="4027488"/>
          <p14:tracePt t="98195" x="6745288" y="4027488"/>
          <p14:tracePt t="98208" x="6708775" y="4027488"/>
          <p14:tracePt t="98221" x="6589713" y="4030663"/>
          <p14:tracePt t="98231" x="6538913" y="4030663"/>
          <p14:tracePt t="98236" x="6486525" y="4030663"/>
          <p14:tracePt t="98248" x="6453188" y="4030663"/>
          <p14:tracePt t="98261" x="6403975" y="4030663"/>
          <p14:tracePt t="98267" x="6399213" y="4030663"/>
          <p14:tracePt t="98277" x="6391275" y="4030663"/>
          <p14:tracePt t="99161" x="6378575" y="4030663"/>
          <p14:tracePt t="99185" x="6365875" y="4030663"/>
          <p14:tracePt t="99194" x="6362700" y="4030663"/>
          <p14:tracePt t="99201" x="6350000" y="4030663"/>
          <p14:tracePt t="99209" x="6342063" y="4030663"/>
          <p14:tracePt t="99216" x="6337300" y="4030663"/>
          <p14:tracePt t="99233" x="6329363" y="4030663"/>
          <p14:tracePt t="99242" x="6324600" y="4030663"/>
          <p14:tracePt t="99263" x="6311900" y="4030663"/>
          <p14:tracePt t="99481" x="6288088" y="4030663"/>
          <p14:tracePt t="99491" x="6229350" y="4030663"/>
          <p14:tracePt t="99503" x="6019800" y="4040188"/>
          <p14:tracePt t="99513" x="5891213" y="4040188"/>
          <p14:tracePt t="99521" x="5754688" y="4040188"/>
          <p14:tracePt t="99527" x="5607050" y="4043363"/>
          <p14:tracePt t="99545" x="5457825" y="4043363"/>
          <p14:tracePt t="99551" x="5065713" y="4043363"/>
          <p14:tracePt t="99562" x="4941888" y="4043363"/>
          <p14:tracePt t="99567" x="4826000" y="4043363"/>
          <p14:tracePt t="99581" x="4727575" y="4040188"/>
          <p14:tracePt t="99592" x="4565650" y="4027488"/>
          <p14:tracePt t="99601" x="4495800" y="4022725"/>
          <p14:tracePt t="99611" x="4446588" y="4014788"/>
          <p14:tracePt t="99615" x="4410075" y="4014788"/>
          <p14:tracePt t="99623" x="4379913" y="4014788"/>
          <p14:tracePt t="99633" x="4367213" y="4014788"/>
          <p14:tracePt t="99644" x="4356100" y="4010025"/>
          <p14:tracePt t="99653" x="4343400" y="4010025"/>
          <p14:tracePt t="99663" x="4335463" y="4010025"/>
          <p14:tracePt t="99671" x="4330700" y="4010025"/>
          <p14:tracePt t="99678" x="4330700" y="4002088"/>
          <p14:tracePt t="99687" x="4322763" y="4002088"/>
          <p14:tracePt t="99703" x="4318000" y="4002088"/>
          <p14:tracePt t="99712" x="4310063" y="3998913"/>
          <p14:tracePt t="99726" x="4305300" y="3998913"/>
          <p14:tracePt t="99733" x="4273550" y="3989388"/>
          <p14:tracePt t="99743" x="4256088" y="3986213"/>
          <p14:tracePt t="99753" x="4232275" y="3986213"/>
          <p14:tracePt t="99765" x="4144963" y="3973513"/>
          <p14:tracePt t="99777" x="4108450" y="3965575"/>
          <p14:tracePt t="99787" x="4070350" y="3952875"/>
          <p14:tracePt t="99797" x="3975100" y="3940175"/>
          <p14:tracePt t="99807" x="3938588" y="3940175"/>
          <p14:tracePt t="99815" x="3910013" y="3927475"/>
          <p14:tracePt t="99822" x="3860800" y="3924300"/>
          <p14:tracePt t="99829" x="3822700" y="3916363"/>
          <p14:tracePt t="99840" x="3789363" y="3903663"/>
          <p14:tracePt t="99847" x="3760788" y="3898900"/>
          <p14:tracePt t="99853" x="3724275" y="3890963"/>
          <p14:tracePt t="99861" x="3711575" y="3886200"/>
          <p14:tracePt t="99872" x="3690938" y="3875088"/>
          <p14:tracePt t="99879" x="3686175" y="3865563"/>
          <p14:tracePt t="99885" x="3678238" y="3865563"/>
          <p14:tracePt t="99895" x="3665538" y="3862388"/>
          <p14:tracePt t="99912" x="3654425" y="3841750"/>
          <p14:tracePt t="99919" x="3654425" y="3836988"/>
          <p14:tracePt t="99926" x="3641725" y="3829050"/>
          <p14:tracePt t="99955" x="3636963" y="3803650"/>
          <p14:tracePt t="99965" x="3629025" y="3792538"/>
          <p14:tracePt t="99975" x="3629025" y="3779838"/>
          <p14:tracePt t="99991" x="3624263" y="3775075"/>
          <p14:tracePt t="99997" x="3616325" y="3762375"/>
          <p14:tracePt t="100006" x="3616325" y="3754438"/>
          <p14:tracePt t="100016" x="3616325" y="3749675"/>
          <p14:tracePt t="100022" x="3616325" y="3741738"/>
          <p14:tracePt t="100029" x="3613150" y="3738563"/>
          <p14:tracePt t="100037" x="3613150" y="3729038"/>
          <p14:tracePt t="100045" x="3613150" y="3725863"/>
          <p14:tracePt t="100053" x="3603625" y="3717925"/>
          <p14:tracePt t="100061" x="3603625" y="3705225"/>
          <p14:tracePt t="100071" x="3603625" y="3700463"/>
          <p14:tracePt t="100077" x="3603625" y="3687763"/>
          <p14:tracePt t="100085" x="3600450" y="3679825"/>
          <p14:tracePt t="100095" x="3600450" y="3676650"/>
          <p14:tracePt t="100104" x="3600450" y="3667125"/>
          <p14:tracePt t="100110" x="3592513" y="3656013"/>
          <p14:tracePt t="100135" x="3587750" y="3643313"/>
          <p14:tracePt t="100141" x="3579813" y="3643313"/>
          <p14:tracePt t="100158" x="3575050" y="3643313"/>
          <p14:tracePt t="100174" x="3567113" y="3643313"/>
          <p14:tracePt t="100181" x="3562350" y="3643313"/>
          <p14:tracePt t="100189" x="3554413" y="3643313"/>
          <p14:tracePt t="100198" x="3551238" y="3643313"/>
          <p14:tracePt t="100207" x="3541713" y="3643313"/>
          <p14:tracePt t="100213" x="3538538" y="3646488"/>
          <p14:tracePt t="100223" x="3525838" y="3656013"/>
          <p14:tracePt t="100237" x="3517900" y="3667125"/>
          <p14:tracePt t="100245" x="3513138" y="3667125"/>
          <p14:tracePt t="100253" x="3505200" y="3671888"/>
          <p14:tracePt t="100262" x="3505200" y="3679825"/>
          <p14:tracePt t="100284" x="3492500" y="3697288"/>
          <p14:tracePt t="100299" x="3492500" y="3708400"/>
          <p14:tracePt t="100318" x="3492500" y="3717925"/>
          <p14:tracePt t="100330" x="3492500" y="3721100"/>
          <p14:tracePt t="100340" x="3492500" y="3729038"/>
          <p14:tracePt t="100360" x="3492500" y="3733800"/>
          <p14:tracePt t="100373" x="3492500" y="3741738"/>
          <p14:tracePt t="100390" x="3492500" y="3746500"/>
          <p14:tracePt t="100403" x="3492500" y="3754438"/>
          <p14:tracePt t="100411" x="3492500" y="3759200"/>
          <p14:tracePt t="100420" x="3492500" y="3767138"/>
          <p14:tracePt t="100433" x="3492500" y="3770313"/>
          <p14:tracePt t="100445" x="3505200" y="3795713"/>
          <p14:tracePt t="100453" x="3505200" y="3803650"/>
          <p14:tracePt t="100461" x="3509963" y="3808413"/>
          <p14:tracePt t="100467" x="3517900" y="3816350"/>
          <p14:tracePt t="100476" x="3530600" y="3821113"/>
          <p14:tracePt t="100484" x="3533775" y="3829050"/>
          <p14:tracePt t="100495" x="3541713" y="3833813"/>
          <p14:tracePt t="100499" x="3554413" y="3841750"/>
          <p14:tracePt t="100509" x="3559175" y="3854450"/>
          <p14:tracePt t="100515" x="3571875" y="3857625"/>
          <p14:tracePt t="100525" x="3582988" y="3865563"/>
          <p14:tracePt t="100531" x="3595688" y="3870325"/>
          <p14:tracePt t="100541" x="3603625" y="3878263"/>
          <p14:tracePt t="100547" x="3608388" y="3878263"/>
          <p14:tracePt t="100555" x="3616325" y="3883025"/>
          <p14:tracePt t="100565" x="3621088" y="3883025"/>
          <p14:tracePt t="100579" x="3629025" y="3883025"/>
          <p14:tracePt t="100587" x="3633788" y="3883025"/>
          <p14:tracePt t="100608" x="3641725" y="3883025"/>
          <p14:tracePt t="100621" x="3654425" y="3883025"/>
          <p14:tracePt t="100644" x="3657600" y="3883025"/>
          <p14:tracePt t="100652" x="3665538" y="3883025"/>
          <p14:tracePt t="100659" x="3670300" y="3883025"/>
          <p14:tracePt t="100676" x="3678238" y="3883025"/>
          <p14:tracePt t="100683" x="3678238" y="3878263"/>
          <p14:tracePt t="100703" x="3683000" y="3875088"/>
          <p14:tracePt t="100715" x="3683000" y="3862388"/>
          <p14:tracePt t="100726" x="3690938" y="3862388"/>
          <p14:tracePt t="100736" x="3690938" y="3854450"/>
          <p14:tracePt t="100747" x="3695700" y="3836988"/>
          <p14:tracePt t="100758" x="3695700" y="3829050"/>
          <p14:tracePt t="100763" x="3695700" y="3824288"/>
          <p14:tracePt t="100774" x="3695700" y="3816350"/>
          <p14:tracePt t="100781" x="3695700" y="3813175"/>
          <p14:tracePt t="100787" x="3695700" y="3803650"/>
          <p14:tracePt t="100795" x="3695700" y="3800475"/>
          <p14:tracePt t="100803" x="3695700" y="3792538"/>
          <p14:tracePt t="100811" x="3695700" y="3787775"/>
          <p14:tracePt t="100845" x="3695700" y="3779838"/>
          <p14:tracePt t="100955" x="3690938" y="3779838"/>
          <p14:tracePt t="100975" x="3686175" y="3779838"/>
          <p14:tracePt t="100985" x="3678238" y="3783013"/>
          <p14:tracePt t="100995" x="3675063" y="3783013"/>
          <p14:tracePt t="101011" x="3665538" y="3792538"/>
          <p14:tracePt t="101025" x="3662363" y="3795713"/>
          <p14:tracePt t="101035" x="3654425" y="3795713"/>
          <p14:tracePt t="101059" x="3654425" y="3803650"/>
          <p14:tracePt t="103983" x="3649663" y="3808413"/>
          <p14:tracePt t="103991" x="3641725" y="3821113"/>
          <p14:tracePt t="103999" x="3641725" y="3829050"/>
          <p14:tracePt t="104014" x="3636963" y="3829050"/>
          <p14:tracePt t="104023" x="3636963" y="3841750"/>
          <p14:tracePt t="104033" x="3629025" y="3844925"/>
          <p14:tracePt t="104062" x="3629025" y="3854450"/>
          <p14:tracePt t="104072" x="3624263" y="3878263"/>
          <p14:tracePt t="104096" x="3624263" y="3883025"/>
          <p14:tracePt t="104231" x="3624263" y="3890963"/>
          <p14:tracePt t="104271" x="3624263" y="3895725"/>
          <p14:tracePt t="104296" x="3624263" y="3903663"/>
          <p14:tracePt t="104303" x="3624263" y="3906838"/>
          <p14:tracePt t="104311" x="3624263" y="3919538"/>
          <p14:tracePt t="104319" x="3624263" y="3932238"/>
          <p14:tracePt t="104330" x="3624263" y="3944938"/>
          <p14:tracePt t="104336" x="3624263" y="3952875"/>
          <p14:tracePt t="104345" x="3624263" y="3957638"/>
          <p14:tracePt t="104353" x="3624263" y="3968750"/>
          <p14:tracePt t="104359" x="3624263" y="3981450"/>
          <p14:tracePt t="104369" x="3624263" y="3989388"/>
          <p14:tracePt t="104375" x="3624263" y="4002088"/>
          <p14:tracePt t="104383" x="3629025" y="4014788"/>
          <p14:tracePt t="104391" x="3629025" y="4027488"/>
          <p14:tracePt t="104401" x="3629025" y="4030663"/>
          <p14:tracePt t="104407" x="3633788" y="4043363"/>
          <p14:tracePt t="104415" x="3633788" y="4056063"/>
          <p14:tracePt t="104423" x="3641725" y="4064000"/>
          <p14:tracePt t="104431" x="3641725" y="4068763"/>
          <p14:tracePt t="104439" x="3641725" y="4076700"/>
          <p14:tracePt t="104445" x="3641725" y="4081463"/>
          <p14:tracePt t="104469" x="3641725" y="4089400"/>
          <p14:tracePt t="109062" x="3644900" y="4089400"/>
          <p14:tracePt t="109069" x="3654425" y="4089400"/>
          <p14:tracePt t="109086" x="3657600" y="4089400"/>
          <p14:tracePt t="109099" x="3665538" y="4089400"/>
          <p14:tracePt t="109115" x="3670300" y="4089400"/>
          <p14:tracePt t="109131" x="3678238" y="4089400"/>
          <p14:tracePt t="109155" x="3683000" y="4089400"/>
          <p14:tracePt t="109171" x="3690938" y="4089400"/>
          <p14:tracePt t="109195" x="3695700" y="4089400"/>
          <p14:tracePt t="109212" x="3703638" y="4089400"/>
          <p14:tracePt t="109227" x="3706813" y="4084638"/>
          <p14:tracePt t="109235" x="3716338" y="4084638"/>
          <p14:tracePt t="109243" x="3719513" y="4084638"/>
          <p14:tracePt t="109252" x="3727450" y="4084638"/>
          <p14:tracePt t="109260" x="3732213" y="4076700"/>
          <p14:tracePt t="109267" x="3744913" y="4076700"/>
          <p14:tracePt t="109275" x="3752850" y="4071938"/>
          <p14:tracePt t="109283" x="3757613" y="4071938"/>
          <p14:tracePt t="109291" x="3765550" y="4064000"/>
          <p14:tracePt t="109299" x="3768725" y="4064000"/>
          <p14:tracePt t="109308" x="3778250" y="4060825"/>
          <p14:tracePt t="109316" x="3781425" y="4060825"/>
          <p14:tracePt t="109323" x="3789363" y="4051300"/>
          <p14:tracePt t="109339" x="3794125" y="4048125"/>
          <p14:tracePt t="109777" x="3794125" y="4040188"/>
          <p14:tracePt t="109793" x="3789363" y="4035425"/>
          <p14:tracePt t="109802" x="3786188" y="4035425"/>
          <p14:tracePt t="109810" x="3778250" y="4027488"/>
          <p14:tracePt t="109817" x="3778250" y="4022725"/>
          <p14:tracePt t="109825" x="3773488" y="4014788"/>
          <p14:tracePt t="109833" x="3765550" y="4010025"/>
          <p14:tracePt t="109842" x="3765550" y="4002088"/>
          <p14:tracePt t="109849" x="3760788" y="3998913"/>
          <p14:tracePt t="109858" x="3752850" y="3989388"/>
          <p14:tracePt t="109866" x="3752850" y="3986213"/>
          <p14:tracePt t="109873" x="3740150" y="3973513"/>
          <p14:tracePt t="109881" x="3740150" y="3965575"/>
          <p14:tracePt t="109889" x="3736975" y="3952875"/>
          <p14:tracePt t="109904" x="3727450" y="3940175"/>
          <p14:tracePt t="109906" x="3724275" y="3927475"/>
          <p14:tracePt t="109913" x="3716338" y="3916363"/>
          <p14:tracePt t="109921" x="3711575" y="3916363"/>
          <p14:tracePt t="109930" x="3703638" y="3903663"/>
          <p14:tracePt t="109937" x="3703638" y="3898900"/>
          <p14:tracePt t="109945" x="3698875" y="3886200"/>
          <p14:tracePt t="109954" x="3690938" y="3878263"/>
          <p14:tracePt t="109963" x="3686175" y="3875088"/>
          <p14:tracePt t="109970" x="3678238" y="3865563"/>
          <p14:tracePt t="109977" x="3675063" y="3862388"/>
          <p14:tracePt t="109986" x="3675063" y="3849688"/>
          <p14:tracePt t="109993" x="3665538" y="3841750"/>
          <p14:tracePt t="110001" x="3665538" y="3836988"/>
          <p14:tracePt t="110010" x="3662363" y="3824288"/>
          <p14:tracePt t="110018" x="3662363" y="3816350"/>
          <p14:tracePt t="110023" x="3662363" y="3803650"/>
          <p14:tracePt t="110032" x="3662363" y="3800475"/>
          <p14:tracePt t="110039" x="3662363" y="3787775"/>
          <p14:tracePt t="110051" x="3654425" y="3779838"/>
          <p14:tracePt t="110055" x="3654425" y="3775075"/>
          <p14:tracePt t="110066" x="3654425" y="3767138"/>
          <p14:tracePt t="110080" x="3654425" y="3754438"/>
          <p14:tracePt t="110111" x="3649663" y="3754438"/>
          <p14:tracePt t="110121" x="3649663" y="3749675"/>
          <p14:tracePt t="110183" x="3649663" y="3741738"/>
          <p14:tracePt t="110217" x="3649663" y="3738563"/>
          <p14:tracePt t="110231" x="3641725" y="3729038"/>
          <p14:tracePt t="110263" x="3641725" y="3725863"/>
          <p14:tracePt t="110343" x="3636963" y="3725863"/>
          <p14:tracePt t="110351" x="3629025" y="3725863"/>
          <p14:tracePt t="110359" x="3624263" y="3725863"/>
          <p14:tracePt t="110369" x="3616325" y="3725863"/>
          <p14:tracePt t="110375" x="3613150" y="3725863"/>
          <p14:tracePt t="110383" x="3603625" y="3725863"/>
          <p14:tracePt t="110391" x="3600450" y="3725863"/>
          <p14:tracePt t="110407" x="3592513" y="3725863"/>
          <p14:tracePt t="110423" x="3587750" y="3725863"/>
          <p14:tracePt t="110439" x="3579813" y="3725863"/>
          <p14:tracePt t="110509" x="3575050" y="3725863"/>
          <p14:tracePt t="110541" x="3567113" y="3725863"/>
          <p14:tracePt t="110549" x="3567113" y="3729038"/>
          <p14:tracePt t="110560" x="3562350" y="3729038"/>
          <p14:tracePt t="110565" x="3562350" y="3733800"/>
          <p14:tracePt t="110573" x="3554413" y="3733800"/>
          <p14:tracePt t="110582" x="3554413" y="3741738"/>
          <p14:tracePt t="110597" x="3554413" y="3746500"/>
          <p14:tracePt t="110605" x="3551238" y="3746500"/>
          <p14:tracePt t="110614" x="3551238" y="3754438"/>
          <p14:tracePt t="110623" x="3551238" y="3759200"/>
          <p14:tracePt t="110631" x="3541713" y="3767138"/>
          <p14:tracePt t="110637" x="3541713" y="3770313"/>
          <p14:tracePt t="110648" x="3541713" y="3783013"/>
          <p14:tracePt t="110654" x="3541713" y="3792538"/>
          <p14:tracePt t="110662" x="3538538" y="3795713"/>
          <p14:tracePt t="110670" x="3530600" y="3803650"/>
          <p14:tracePt t="110680" x="3530600" y="3808413"/>
          <p14:tracePt t="110686" x="3530600" y="3821113"/>
          <p14:tracePt t="110693" x="3525838" y="3829050"/>
          <p14:tracePt t="110702" x="3525838" y="3841750"/>
          <p14:tracePt t="110709" x="3525838" y="3854450"/>
          <p14:tracePt t="110718" x="3525838" y="3857625"/>
          <p14:tracePt t="110728" x="3525838" y="3870325"/>
          <p14:tracePt t="110734" x="3525838" y="3883025"/>
          <p14:tracePt t="110741" x="3525838" y="3890963"/>
          <p14:tracePt t="110750" x="3525838" y="3903663"/>
          <p14:tracePt t="110759" x="3525838" y="3906838"/>
          <p14:tracePt t="110765" x="3525838" y="3916363"/>
          <p14:tracePt t="110773" x="3525838" y="3919538"/>
          <p14:tracePt t="110814" x="3525838" y="3927475"/>
          <p14:tracePt t="110893" x="3530600" y="3927475"/>
          <p14:tracePt t="110909" x="3533775" y="3927475"/>
          <p14:tracePt t="110917" x="3541713" y="3932238"/>
          <p14:tracePt t="110928" x="3554413" y="3932238"/>
          <p14:tracePt t="110932" x="3559175" y="3932238"/>
          <p14:tracePt t="110939" x="3567113" y="3932238"/>
          <p14:tracePt t="110948" x="3579813" y="3940175"/>
          <p14:tracePt t="110955" x="3582988" y="3940175"/>
          <p14:tracePt t="110964" x="3592513" y="3940175"/>
          <p14:tracePt t="110971" x="3595688" y="3940175"/>
          <p14:tracePt t="110979" x="3603625" y="3940175"/>
          <p14:tracePt t="110995" x="3608388" y="3940175"/>
          <p14:tracePt t="111004" x="3616325" y="3940175"/>
          <p14:tracePt t="111012" x="3621088" y="3940175"/>
          <p14:tracePt t="111027" x="3629025" y="3940175"/>
          <p14:tracePt t="111043" x="3633788" y="3940175"/>
          <p14:tracePt t="111060" x="3641725" y="3937000"/>
          <p14:tracePt t="111068" x="3654425" y="3937000"/>
          <p14:tracePt t="111076" x="3657600" y="3927475"/>
          <p14:tracePt t="111084" x="3665538" y="3924300"/>
          <p14:tracePt t="111107" x="3678238" y="3911600"/>
          <p14:tracePt t="111117" x="3678238" y="3903663"/>
          <p14:tracePt t="111123" x="3683000" y="3898900"/>
          <p14:tracePt t="111139" x="3690938" y="3890963"/>
          <p14:tracePt t="111150" x="3690938" y="3886200"/>
          <p14:tracePt t="111163" x="3690938" y="3878263"/>
          <p14:tracePt t="111171" x="3690938" y="3875088"/>
          <p14:tracePt t="111179" x="3690938" y="3862388"/>
          <p14:tracePt t="111188" x="3690938" y="3854450"/>
          <p14:tracePt t="111195" x="3690938" y="3849688"/>
          <p14:tracePt t="111204" x="3690938" y="3836988"/>
          <p14:tracePt t="111214" x="3690938" y="3829050"/>
          <p14:tracePt t="111219" x="3690938" y="3824288"/>
          <p14:tracePt t="111227" x="3690938" y="3816350"/>
          <p14:tracePt t="111238" x="3690938" y="3813175"/>
          <p14:tracePt t="111244" x="3690938" y="3803650"/>
          <p14:tracePt t="111465" x="3690938" y="3800475"/>
          <p14:tracePt t="111473" x="3686175" y="3787775"/>
          <p14:tracePt t="111481" x="3686175" y="3775075"/>
          <p14:tracePt t="111491" x="3678238" y="3754438"/>
          <p14:tracePt t="111499" x="3678238" y="3749675"/>
          <p14:tracePt t="111505" x="3665538" y="3729038"/>
          <p14:tracePt t="111513" x="3665538" y="3717925"/>
          <p14:tracePt t="111521" x="3662363" y="3705225"/>
          <p14:tracePt t="111530" x="3654425" y="3700463"/>
          <p14:tracePt t="111537" x="3654425" y="3692525"/>
          <p14:tracePt t="111545" x="3654425" y="3687763"/>
          <p14:tracePt t="111689" x="3649663" y="3687763"/>
          <p14:tracePt t="111705" x="3641725" y="3687763"/>
          <p14:tracePt t="111713" x="3641725" y="3692525"/>
          <p14:tracePt t="111721" x="3636963" y="3697288"/>
          <p14:tracePt t="111730" x="3629025" y="3705225"/>
          <p14:tracePt t="111738" x="3624263" y="3721100"/>
          <p14:tracePt t="111747" x="3624263" y="3729038"/>
          <p14:tracePt t="111754" x="3616325" y="3741738"/>
          <p14:tracePt t="111761" x="3613150" y="3754438"/>
          <p14:tracePt t="111769" x="3603625" y="3767138"/>
          <p14:tracePt t="111778" x="3603625" y="3770313"/>
          <p14:tracePt t="111785" x="3600450" y="3783013"/>
          <p14:tracePt t="111791" x="3600450" y="3792538"/>
          <p14:tracePt t="111802" x="3592513" y="3795713"/>
          <p14:tracePt t="111810" x="3592513" y="3803650"/>
          <p14:tracePt t="111818" x="3592513" y="3816350"/>
          <p14:tracePt t="111825" x="3592513" y="3821113"/>
          <p14:tracePt t="111834" x="3587750" y="3833813"/>
          <p14:tracePt t="111841" x="3587750" y="3841750"/>
          <p14:tracePt t="111850" x="3587750" y="3854450"/>
          <p14:tracePt t="111857" x="3587750" y="3857625"/>
          <p14:tracePt t="111863" x="3579813" y="3870325"/>
          <p14:tracePt t="111873" x="3579813" y="3883025"/>
          <p14:tracePt t="111879" x="3579813" y="3890963"/>
          <p14:tracePt t="111888" x="3579813" y="3895725"/>
          <p14:tracePt t="111895" x="3579813" y="3906838"/>
          <p14:tracePt t="111906" x="3579813" y="3916363"/>
          <p14:tracePt t="111931" x="3579813" y="3919538"/>
          <p14:tracePt t="112064" x="3579813" y="3911600"/>
          <p14:tracePt t="112071" x="3582988" y="3903663"/>
          <p14:tracePt t="112080" x="3582988" y="3898900"/>
          <p14:tracePt t="112088" x="3582988" y="3890963"/>
          <p14:tracePt t="112095" x="3592513" y="3886200"/>
          <p14:tracePt t="112103" x="3592513" y="3875088"/>
          <p14:tracePt t="112112" x="3595688" y="3862388"/>
          <p14:tracePt t="112119" x="3595688" y="3854450"/>
          <p14:tracePt t="112127" x="3603625" y="3841750"/>
          <p14:tracePt t="112138" x="3603625" y="3836988"/>
          <p14:tracePt t="112143" x="3603625" y="3829050"/>
          <p14:tracePt t="112152" x="3603625" y="3824288"/>
          <p14:tracePt t="112159" x="3608388" y="3816350"/>
          <p14:tracePt t="112167" x="3608388" y="3813175"/>
          <p14:tracePt t="112285" x="3608388" y="3803650"/>
          <p14:tracePt t="112341" x="3608388" y="3808413"/>
          <p14:tracePt t="112349" x="3608388" y="3816350"/>
          <p14:tracePt t="112357" x="3608388" y="3829050"/>
          <p14:tracePt t="112365" x="3608388" y="3841750"/>
          <p14:tracePt t="112373" x="3603625" y="3854450"/>
          <p14:tracePt t="112381" x="3603625" y="3857625"/>
          <p14:tracePt t="112390" x="3603625" y="3865563"/>
          <p14:tracePt t="112397" x="3603625" y="3870325"/>
          <p14:tracePt t="112406" x="3603625" y="3878263"/>
          <p14:tracePt t="112423" x="3600450" y="3878263"/>
          <p14:tracePt t="112549" x="3600450" y="3862388"/>
          <p14:tracePt t="112557" x="3600450" y="3849688"/>
          <p14:tracePt t="112565" x="3600450" y="3841750"/>
          <p14:tracePt t="112573" x="3603625" y="3824288"/>
          <p14:tracePt t="112581" x="3608388" y="3816350"/>
          <p14:tracePt t="112590" x="3608388" y="3803650"/>
          <p14:tracePt t="112605" x="3608388" y="3800475"/>
          <p14:tracePt t="112614" x="3616325" y="3800475"/>
          <p14:tracePt t="112725" x="3616325" y="3803650"/>
          <p14:tracePt t="112733" x="3616325" y="3816350"/>
          <p14:tracePt t="112741" x="3616325" y="3833813"/>
          <p14:tracePt t="112749" x="3613150" y="3844925"/>
          <p14:tracePt t="112757" x="3613150" y="3857625"/>
          <p14:tracePt t="112765" x="3613150" y="3878263"/>
          <p14:tracePt t="112773" x="3613150" y="3883025"/>
          <p14:tracePt t="112781" x="3613150" y="3895725"/>
          <p14:tracePt t="112790" x="3613150" y="3903663"/>
          <p14:tracePt t="112797" x="3603625" y="3903663"/>
          <p14:tracePt t="112899" x="3603625" y="3898900"/>
          <p14:tracePt t="112907" x="3603625" y="3886200"/>
          <p14:tracePt t="112915" x="3603625" y="3875088"/>
          <p14:tracePt t="112923" x="3603625" y="3865563"/>
          <p14:tracePt t="112932" x="3603625" y="3854450"/>
          <p14:tracePt t="112940" x="3603625" y="3841750"/>
          <p14:tracePt t="112949" x="3603625" y="3836988"/>
          <p14:tracePt t="112966" x="3603625" y="3829050"/>
          <p14:tracePt t="113051" x="3603625" y="3833813"/>
          <p14:tracePt t="113085" x="3603625" y="3841750"/>
          <p14:tracePt t="113097" x="3603625" y="3878263"/>
          <p14:tracePt t="113107" x="3603625" y="3890963"/>
          <p14:tracePt t="113123" x="3603625" y="3895725"/>
          <p14:tracePt t="113330" x="3603625" y="3890963"/>
          <p14:tracePt t="113338" x="3603625" y="3886200"/>
          <p14:tracePt t="113345" x="3603625" y="3878263"/>
          <p14:tracePt t="113354" x="3603625" y="3862388"/>
          <p14:tracePt t="113361" x="3603625" y="3854450"/>
          <p14:tracePt t="113370" x="3603625" y="3841750"/>
          <p14:tracePt t="113377" x="3603625" y="3829050"/>
          <p14:tracePt t="113385" x="3603625" y="3816350"/>
          <p14:tracePt t="113393" x="3603625" y="3813175"/>
          <p14:tracePt t="113402" x="3603625" y="3803650"/>
          <p14:tracePt t="113409" x="3603625" y="3800475"/>
          <p14:tracePt t="113537" x="3603625" y="3803650"/>
          <p14:tracePt t="113553" x="3603625" y="3808413"/>
          <p14:tracePt t="113569" x="3603625" y="3816350"/>
          <p14:tracePt t="113729" x="3603625" y="3813175"/>
          <p14:tracePt t="113737" x="3603625" y="3803650"/>
          <p14:tracePt t="113745" x="3603625" y="3800475"/>
          <p14:tracePt t="114421" x="3603625" y="3803650"/>
          <p14:tracePt t="114429" x="3608388" y="3816350"/>
          <p14:tracePt t="114437" x="3608388" y="3821113"/>
          <p14:tracePt t="114445" x="3608388" y="3833813"/>
          <p14:tracePt t="114453" x="3608388" y="3841750"/>
          <p14:tracePt t="114463" x="3616325" y="3854450"/>
          <p14:tracePt t="114469" x="3616325" y="3857625"/>
          <p14:tracePt t="114477" x="3616325" y="3865563"/>
          <p14:tracePt t="114485" x="3616325" y="3870325"/>
          <p14:tracePt t="114495" x="3616325" y="3878263"/>
          <p14:tracePt t="114509" x="3616325" y="3883025"/>
          <p14:tracePt t="114534" x="3621088" y="3890963"/>
          <p14:tracePt t="120475" x="3629025" y="3906838"/>
          <p14:tracePt t="120478" x="4570413" y="4349750"/>
          <p14:tracePt t="120485" x="4586288" y="4349750"/>
          <p14:tracePt t="120495" x="4598988" y="4349750"/>
          <p14:tracePt t="120501" x="4619625" y="4344988"/>
          <p14:tracePt t="120509" x="4632325" y="4337050"/>
          <p14:tracePt t="120517" x="4648200" y="4324350"/>
          <p14:tracePt t="120527" x="4660900" y="4321175"/>
          <p14:tracePt t="120533" x="4681538" y="4308475"/>
          <p14:tracePt t="120541" x="4699000" y="4295775"/>
          <p14:tracePt t="120550" x="4719638" y="4275138"/>
          <p14:tracePt t="120559" x="4748213" y="4259263"/>
          <p14:tracePt t="120565" x="4784725" y="4246563"/>
          <p14:tracePt t="120573" x="4833938" y="4221163"/>
          <p14:tracePt t="120581" x="4884738" y="4208463"/>
          <p14:tracePt t="120589" x="4929188" y="4195763"/>
          <p14:tracePt t="120597" x="4991100" y="4184650"/>
          <p14:tracePt t="120606" x="5045075" y="4171950"/>
          <p14:tracePt t="120615" x="5094288" y="4159250"/>
          <p14:tracePt t="120619" x="5153025" y="4146550"/>
          <p14:tracePt t="120631" x="5194300" y="4133850"/>
          <p14:tracePt t="120637" x="5238750" y="4125913"/>
          <p14:tracePt t="120646" x="5267325" y="4113213"/>
          <p14:tracePt t="120653" x="5292725" y="4102100"/>
          <p14:tracePt t="120659" x="5305425" y="4102100"/>
          <p14:tracePt t="120667" x="5313363" y="4097338"/>
          <p14:tracePt t="120676" x="5318125" y="4089400"/>
          <p14:tracePt t="120683" x="5326063" y="4089400"/>
          <p14:tracePt t="120747" x="5326063" y="4084638"/>
          <p14:tracePt t="120755" x="5329238" y="4084638"/>
          <p14:tracePt t="120763" x="5338763" y="4071938"/>
          <p14:tracePt t="120773" x="5341938" y="4060825"/>
          <p14:tracePt t="120781" x="5341938" y="4051300"/>
          <p14:tracePt t="120791" x="5349875" y="4035425"/>
          <p14:tracePt t="120803" x="5375275" y="3978275"/>
          <p14:tracePt t="120814" x="5387975" y="3952875"/>
          <p14:tracePt t="120819" x="5387975" y="3927475"/>
          <p14:tracePt t="120831" x="5391150" y="3916363"/>
          <p14:tracePt t="120835" x="5400675" y="3890963"/>
          <p14:tracePt t="120847" x="5400675" y="3875088"/>
          <p14:tracePt t="120859" x="5400675" y="3816350"/>
          <p14:tracePt t="120869" x="5400675" y="3779838"/>
          <p14:tracePt t="120875" x="5400675" y="3749675"/>
          <p14:tracePt t="120884" x="5400675" y="3725863"/>
          <p14:tracePt t="120891" x="5400675" y="3700463"/>
          <p14:tracePt t="120900" x="5400675" y="3676650"/>
          <p14:tracePt t="120932" x="5400675" y="3617913"/>
          <p14:tracePt t="120949" x="5400675" y="3605213"/>
          <p14:tracePt t="120971" x="5395913" y="3605213"/>
          <p14:tracePt t="120985" x="5383213" y="3605213"/>
          <p14:tracePt t="120996" x="5375275" y="3605213"/>
          <p14:tracePt t="121005" x="5370513" y="3605213"/>
          <p14:tracePt t="121009" x="5346700" y="3605213"/>
          <p14:tracePt t="121021" x="5334000" y="3605213"/>
          <p14:tracePt t="121033" x="5235575" y="3594100"/>
          <p14:tracePt t="121043" x="5197475" y="3581400"/>
          <p14:tracePt t="121049" x="5140325" y="3576638"/>
          <p14:tracePt t="121057" x="5086350" y="3563938"/>
          <p14:tracePt t="121066" x="5024438" y="3552825"/>
          <p14:tracePt t="121074" x="4954588" y="3543300"/>
          <p14:tracePt t="121083" x="4887913" y="3532188"/>
          <p14:tracePt t="121089" x="4818063" y="3532188"/>
          <p14:tracePt t="121098" x="4743450" y="3527425"/>
          <p14:tracePt t="121105" x="4694238" y="3519488"/>
          <p14:tracePt t="121114" x="4640263" y="3514725"/>
          <p14:tracePt t="121123" x="4591050" y="3506788"/>
          <p14:tracePt t="121131" x="4545013" y="3506788"/>
          <p14:tracePt t="121138" x="4508500" y="3506788"/>
          <p14:tracePt t="121146" x="4479925" y="3506788"/>
          <p14:tracePt t="121157" x="4446588" y="3506788"/>
          <p14:tracePt t="121164" x="4421188" y="3506788"/>
          <p14:tracePt t="121171" x="4405313" y="3506788"/>
          <p14:tracePt t="121177" x="4392613" y="3506788"/>
          <p14:tracePt t="121187" x="4371975" y="3506788"/>
          <p14:tracePt t="121198" x="4367213" y="3506788"/>
          <p14:tracePt t="121210" x="4346575" y="3506788"/>
          <p14:tracePt t="121225" x="4335463" y="3506788"/>
          <p14:tracePt t="121233" x="4330700" y="3506788"/>
          <p14:tracePt t="121243" x="4322763" y="3506788"/>
          <p14:tracePt t="121253" x="4318000" y="3506788"/>
          <p14:tracePt t="121265" x="4297363" y="3519488"/>
          <p14:tracePt t="121274" x="4284663" y="3522663"/>
          <p14:tracePt t="121281" x="4273550" y="3532188"/>
          <p14:tracePt t="121289" x="4260850" y="3535363"/>
          <p14:tracePt t="121298" x="4243388" y="3543300"/>
          <p14:tracePt t="121305" x="4211638" y="3556000"/>
          <p14:tracePt t="121315" x="4186238" y="3560763"/>
          <p14:tracePt t="121323" x="4160838" y="3573463"/>
          <p14:tracePt t="121330" x="4137025" y="3584575"/>
          <p14:tracePt t="121337" x="4111625" y="3597275"/>
          <p14:tracePt t="121345" x="4083050" y="3622675"/>
          <p14:tracePt t="121353" x="4062413" y="3635375"/>
          <p14:tracePt t="121362" x="4046538" y="3646488"/>
          <p14:tracePt t="121369" x="4033838" y="3659188"/>
          <p14:tracePt t="121377" x="4008438" y="3679825"/>
          <p14:tracePt t="121385" x="3995738" y="3684588"/>
          <p14:tracePt t="121393" x="3984625" y="3697288"/>
          <p14:tracePt t="121402" x="3971925" y="3705225"/>
          <p14:tracePt t="121409" x="3963988" y="3717925"/>
          <p14:tracePt t="121417" x="3959225" y="3721100"/>
          <p14:tracePt t="121425" x="3951288" y="3729038"/>
          <p14:tracePt t="121431" x="3946525" y="3733800"/>
          <p14:tracePt t="121439" x="3938588" y="3741738"/>
          <p14:tracePt t="121451" x="3938588" y="3746500"/>
          <p14:tracePt t="121455" x="3933825" y="3746500"/>
          <p14:tracePt t="121466" x="3933825" y="3754438"/>
          <p14:tracePt t="121473" x="3925888" y="3754438"/>
          <p14:tracePt t="121479" x="3925888" y="3759200"/>
          <p14:tracePt t="121487" x="3925888" y="3767138"/>
          <p14:tracePt t="121495" x="3922713" y="3770313"/>
          <p14:tracePt t="121503" x="3922713" y="3779838"/>
          <p14:tracePt t="121512" x="3913188" y="3779838"/>
          <p14:tracePt t="121520" x="3913188" y="3783013"/>
          <p14:tracePt t="121531" x="3910013" y="3795713"/>
          <p14:tracePt t="121535" x="3902075" y="3808413"/>
          <p14:tracePt t="121543" x="3897313" y="3816350"/>
          <p14:tracePt t="121554" x="3897313" y="3829050"/>
          <p14:tracePt t="121559" x="3889375" y="3844925"/>
          <p14:tracePt t="121567" x="3889375" y="3854450"/>
          <p14:tracePt t="121575" x="3889375" y="3870325"/>
          <p14:tracePt t="121583" x="3884613" y="3883025"/>
          <p14:tracePt t="121591" x="3884613" y="3895725"/>
          <p14:tracePt t="121599" x="3884613" y="3903663"/>
          <p14:tracePt t="121607" x="3884613" y="3919538"/>
          <p14:tracePt t="121615" x="3884613" y="3932238"/>
          <p14:tracePt t="121625" x="3884613" y="3944938"/>
          <p14:tracePt t="121633" x="3884613" y="3965575"/>
          <p14:tracePt t="121639" x="3884613" y="3978275"/>
          <p14:tracePt t="121649" x="3889375" y="3989388"/>
          <p14:tracePt t="121655" x="3902075" y="4002088"/>
          <p14:tracePt t="121665" x="3905250" y="4006850"/>
          <p14:tracePt t="121672" x="3913188" y="4019550"/>
          <p14:tracePt t="121679" x="3925888" y="4030663"/>
          <p14:tracePt t="121692" x="3930650" y="4043363"/>
          <p14:tracePt t="121705" x="3963988" y="4068763"/>
          <p14:tracePt t="121712" x="3979863" y="4081463"/>
          <p14:tracePt t="121719" x="4013200" y="4092575"/>
          <p14:tracePt t="121728" x="4029075" y="4105275"/>
          <p14:tracePt t="121738" x="4062413" y="4125913"/>
          <p14:tracePt t="121746" x="4090988" y="4125913"/>
          <p14:tracePt t="121751" x="4129088" y="4130675"/>
          <p14:tracePt t="121760" x="4165600" y="4138613"/>
          <p14:tracePt t="121767" x="4198938" y="4143375"/>
          <p14:tracePt t="121776" x="4214813" y="4143375"/>
          <p14:tracePt t="121783" x="4235450" y="4143375"/>
          <p14:tracePt t="121791" x="4252913" y="4151313"/>
          <p14:tracePt t="121800" x="4273550" y="4151313"/>
          <p14:tracePt t="121807" x="4284663" y="4151313"/>
          <p14:tracePt t="121815" x="4297363" y="4154488"/>
          <p14:tracePt t="121823" x="4314825" y="4154488"/>
          <p14:tracePt t="121831" x="4325938" y="4154488"/>
          <p14:tracePt t="121841" x="4346575" y="4154488"/>
          <p14:tracePt t="121848" x="4359275" y="4151313"/>
          <p14:tracePt t="121855" x="4376738" y="4146550"/>
          <p14:tracePt t="121864" x="4397375" y="4138613"/>
          <p14:tracePt t="121874" x="4413250" y="4133850"/>
          <p14:tracePt t="121883" x="4446588" y="4122738"/>
          <p14:tracePt t="121898" x="4524375" y="4097338"/>
          <p14:tracePt t="121915" x="4619625" y="4051300"/>
          <p14:tracePt t="121951" x="4668838" y="4035425"/>
          <p14:tracePt t="121957" x="5040313" y="3948113"/>
          <p14:tracePt t="121965" x="5070475" y="3948113"/>
          <p14:tracePt t="121976" x="5102225" y="3940175"/>
          <p14:tracePt t="121981" x="5140325" y="3927475"/>
          <p14:tracePt t="121995" x="5156200" y="3927475"/>
          <p14:tracePt t="122008" x="5205413" y="3903663"/>
          <p14:tracePt t="122016" x="5218113" y="3898900"/>
          <p14:tracePt t="122027" x="5230813" y="3890963"/>
          <p14:tracePt t="122043" x="5251450" y="3886200"/>
          <p14:tracePt t="122056" x="5267325" y="3875088"/>
          <p14:tracePt t="122068" x="5276850" y="3875088"/>
          <p14:tracePt t="122081" x="5287963" y="3862388"/>
          <p14:tracePt t="122095" x="5305425" y="3862388"/>
          <p14:tracePt t="122101" x="5318125" y="3854450"/>
          <p14:tracePt t="122114" x="5326063" y="3854450"/>
          <p14:tracePt t="122128" x="5341938" y="3849688"/>
          <p14:tracePt t="122133" x="5349875" y="3849688"/>
          <p14:tracePt t="122181" x="5354638" y="3849688"/>
          <p14:tracePt t="122190" x="5354638" y="3841750"/>
          <p14:tracePt t="122541" x="5349875" y="3841750"/>
          <p14:tracePt t="122548" x="5346700" y="3841750"/>
          <p14:tracePt t="122562" x="5338763" y="3844925"/>
          <p14:tracePt t="122573" x="5300663" y="3857625"/>
          <p14:tracePt t="122581" x="5276850" y="3865563"/>
          <p14:tracePt t="122590" x="5259388" y="3870325"/>
          <p14:tracePt t="122598" x="5226050" y="3890963"/>
          <p14:tracePt t="122603" x="5176838" y="3906838"/>
          <p14:tracePt t="122612" x="5140325" y="3927475"/>
          <p14:tracePt t="122621" x="5099050" y="3940175"/>
          <p14:tracePt t="122627" x="5040313" y="3957638"/>
          <p14:tracePt t="122638" x="4991100" y="3968750"/>
          <p14:tracePt t="122651" x="4887913" y="3989388"/>
          <p14:tracePt t="122662" x="4838700" y="4006850"/>
          <p14:tracePt t="122667" x="4789488" y="4019550"/>
          <p14:tracePt t="122680" x="4756150" y="4040188"/>
          <p14:tracePt t="122692" x="4665663" y="4068763"/>
          <p14:tracePt t="122699" x="4645025" y="4076700"/>
          <p14:tracePt t="122707" x="4632325" y="4089400"/>
          <p14:tracePt t="122715" x="4616450" y="4092575"/>
          <p14:tracePt t="122724" x="4606925" y="4102100"/>
          <p14:tracePt t="122731" x="4595813" y="4105275"/>
          <p14:tracePt t="122740" x="4591050" y="4105275"/>
          <p14:tracePt t="122747" x="4583113" y="4105275"/>
          <p14:tracePt t="122756" x="4578350" y="4105275"/>
          <p14:tracePt t="122763" x="4578350" y="4113213"/>
          <p14:tracePt t="122788" x="4570413" y="4113213"/>
          <p14:tracePt t="122818" x="4565650" y="4113213"/>
          <p14:tracePt t="122830" x="4557713" y="4113213"/>
          <p14:tracePt t="122837" x="4554538" y="4113213"/>
          <p14:tracePt t="122849" x="4521200" y="4089400"/>
          <p14:tracePt t="122860" x="4503738" y="4084638"/>
          <p14:tracePt t="122865" x="4471988" y="4060825"/>
          <p14:tracePt t="122873" x="4441825" y="4040188"/>
          <p14:tracePt t="122881" x="4410075" y="4022725"/>
          <p14:tracePt t="122899" x="4343400" y="3965575"/>
          <p14:tracePt t="122907" x="4297363" y="3948113"/>
          <p14:tracePt t="122913" x="4268788" y="3937000"/>
          <p14:tracePt t="122922" x="4256088" y="3916363"/>
          <p14:tracePt t="122931" x="4235450" y="3911600"/>
          <p14:tracePt t="122938" x="4222750" y="3898900"/>
          <p14:tracePt t="122949" x="4219575" y="3890963"/>
          <p14:tracePt t="122955" x="4211638" y="3886200"/>
          <p14:tracePt t="122962" x="4206875" y="3878263"/>
          <p14:tracePt t="122971" x="4206875" y="3875088"/>
          <p14:tracePt t="122979" x="4198938" y="3865563"/>
          <p14:tracePt t="122994" x="4198938" y="3862388"/>
          <p14:tracePt t="123010" x="4194175" y="3862388"/>
          <p14:tracePt t="123145" x="4186238" y="3862388"/>
          <p14:tracePt t="123161" x="4181475" y="3862388"/>
          <p14:tracePt t="123178" x="4173538" y="3862388"/>
          <p14:tracePt t="123185" x="4170363" y="3862388"/>
          <p14:tracePt t="123201" x="4160838" y="3865563"/>
          <p14:tracePt t="123217" x="4157663" y="3870325"/>
          <p14:tracePt t="123242" x="4149725" y="3878263"/>
          <p14:tracePt t="123583" x="4149725" y="3883025"/>
          <p14:tracePt t="123591" x="4149725" y="3890963"/>
          <p14:tracePt t="123608" x="4149725" y="3895725"/>
          <p14:tracePt t="123623" x="4149725" y="3903663"/>
          <p14:tracePt t="123853" x="4186238" y="3898900"/>
          <p14:tracePt t="123861" x="4235450" y="3875088"/>
          <p14:tracePt t="123871" x="4289425" y="3865563"/>
          <p14:tracePt t="123879" x="4359275" y="3854450"/>
          <p14:tracePt t="123885" x="4433888" y="3849688"/>
          <p14:tracePt t="123901" x="4598988" y="3836988"/>
          <p14:tracePt t="123909" x="4694238" y="3836988"/>
          <p14:tracePt t="123919" x="4772025" y="3836988"/>
          <p14:tracePt t="123925" x="4859338" y="3836988"/>
          <p14:tracePt t="123934" x="4957763" y="3841750"/>
          <p14:tracePt t="123943" x="5040313" y="3841750"/>
          <p14:tracePt t="123951" x="5119688" y="3841750"/>
          <p14:tracePt t="123959" x="5189538" y="3844925"/>
          <p14:tracePt t="123966" x="5256213" y="3844925"/>
          <p14:tracePt t="124023" x="5305425" y="3854450"/>
          <p14:tracePt t="124029" x="5491163" y="3857625"/>
          <p14:tracePt t="124142" x="5491163" y="3849688"/>
          <p14:tracePt t="124149" x="5491163" y="3836988"/>
          <p14:tracePt t="124157" x="5491163" y="3816350"/>
          <p14:tracePt t="124166" x="5491163" y="3792538"/>
          <p14:tracePt t="124173" x="5491163" y="3775075"/>
          <p14:tracePt t="124181" x="5483225" y="3754438"/>
          <p14:tracePt t="124193" x="5470525" y="3738563"/>
          <p14:tracePt t="124210" x="5408613" y="3676650"/>
          <p14:tracePt t="124221" x="5338763" y="3617913"/>
          <p14:tracePt t="124230" x="5321300" y="3602038"/>
          <p14:tracePt t="124235" x="5284788" y="3589338"/>
          <p14:tracePt t="124245" x="5246688" y="3568700"/>
          <p14:tracePt t="124253" x="5197475" y="3556000"/>
          <p14:tracePt t="124261" x="5140325" y="3543300"/>
          <p14:tracePt t="124277" x="5011738" y="3514725"/>
          <p14:tracePt t="124285" x="4949825" y="3506788"/>
          <p14:tracePt t="124293" x="4892675" y="3502025"/>
          <p14:tracePt t="124303" x="4838700" y="3490913"/>
          <p14:tracePt t="124307" x="4776788" y="3490913"/>
          <p14:tracePt t="124317" x="4730750" y="3481388"/>
          <p14:tracePt t="124323" x="4694238" y="3481388"/>
          <p14:tracePt t="124332" x="4665663" y="3481388"/>
          <p14:tracePt t="124341" x="4640263" y="3481388"/>
          <p14:tracePt t="124350" x="4627563" y="3481388"/>
          <p14:tracePt t="124355" x="4616450" y="3481388"/>
          <p14:tracePt t="124364" x="4606925" y="3481388"/>
          <p14:tracePt t="124390" x="4603750" y="3481388"/>
          <p14:tracePt t="124411" x="4595813" y="3481388"/>
          <p14:tracePt t="124419" x="4591050" y="3481388"/>
          <p14:tracePt t="124427" x="4583113" y="3486150"/>
          <p14:tracePt t="124435" x="4570413" y="3494088"/>
          <p14:tracePt t="124443" x="4557713" y="3498850"/>
          <p14:tracePt t="124451" x="4545013" y="3511550"/>
          <p14:tracePt t="124459" x="4529138" y="3532188"/>
          <p14:tracePt t="124468" x="4508500" y="3535363"/>
          <p14:tracePt t="124478" x="4479925" y="3556000"/>
          <p14:tracePt t="124485" x="4446588" y="3573463"/>
          <p14:tracePt t="124491" x="4410075" y="3597275"/>
          <p14:tracePt t="124500" x="4371975" y="3617913"/>
          <p14:tracePt t="124509" x="4330700" y="3643313"/>
          <p14:tracePt t="124516" x="4284663" y="3667125"/>
          <p14:tracePt t="124525" x="4243388" y="3692525"/>
          <p14:tracePt t="124532" x="4198938" y="3717925"/>
          <p14:tracePt t="124539" x="4170363" y="3733800"/>
          <p14:tracePt t="124547" x="4137025" y="3746500"/>
          <p14:tracePt t="124558" x="4108450" y="3767138"/>
          <p14:tracePt t="124566" x="4083050" y="3779838"/>
          <p14:tracePt t="124572" x="4049713" y="3795713"/>
          <p14:tracePt t="124579" x="4037013" y="3808413"/>
          <p14:tracePt t="124587" x="4025900" y="3816350"/>
          <p14:tracePt t="124595" x="4008438" y="3821113"/>
          <p14:tracePt t="124611" x="4000500" y="3829050"/>
          <p14:tracePt t="124619" x="3995738" y="3829050"/>
          <p14:tracePt t="124635" x="3995738" y="3833813"/>
          <p14:tracePt t="124643" x="3987800" y="3833813"/>
          <p14:tracePt t="124747" x="3987800" y="3841750"/>
          <p14:tracePt t="124755" x="3984625" y="3841750"/>
          <p14:tracePt t="124827" x="3984625" y="3844925"/>
          <p14:tracePt t="124843" x="3987800" y="3854450"/>
          <p14:tracePt t="124851" x="3992563" y="3854450"/>
          <p14:tracePt t="124859" x="4013200" y="3865563"/>
          <p14:tracePt t="124865" x="4029075" y="3870325"/>
          <p14:tracePt t="124873" x="4049713" y="3883025"/>
          <p14:tracePt t="124882" x="4075113" y="3895725"/>
          <p14:tracePt t="124889" x="4090988" y="3903663"/>
          <p14:tracePt t="124897" x="4124325" y="3916363"/>
          <p14:tracePt t="124905" x="4152900" y="3932238"/>
          <p14:tracePt t="124916" x="4191000" y="3944938"/>
          <p14:tracePt t="124923" x="4227513" y="3957638"/>
          <p14:tracePt t="124932" x="4289425" y="3968750"/>
          <p14:tracePt t="124939" x="4335463" y="3989388"/>
          <p14:tracePt t="124945" x="4410075" y="4006850"/>
          <p14:tracePt t="124953" x="4475163" y="4019550"/>
          <p14:tracePt t="124961" x="4545013" y="4040188"/>
          <p14:tracePt t="124969" x="4619625" y="4051300"/>
          <p14:tracePt t="124980" x="4694238" y="4056063"/>
          <p14:tracePt t="124986" x="4760913" y="4068763"/>
          <p14:tracePt t="124995" x="4830763" y="4081463"/>
          <p14:tracePt t="125003" x="4895850" y="4089400"/>
          <p14:tracePt t="125010" x="4957763" y="4092575"/>
          <p14:tracePt t="125019" x="5003800" y="4102100"/>
          <p14:tracePt t="125025" x="5032375" y="4102100"/>
          <p14:tracePt t="125034" x="5065713" y="4102100"/>
          <p14:tracePt t="125041" x="5091113" y="4102100"/>
          <p14:tracePt t="125053" x="5106988" y="4102100"/>
          <p14:tracePt t="125057" x="5119688" y="4102100"/>
          <p14:tracePt t="125068" x="5140325" y="4102100"/>
          <p14:tracePt t="125073" x="5143500" y="4102100"/>
          <p14:tracePt t="125121" x="5143500" y="4097338"/>
          <p14:tracePt t="125130" x="5143500" y="4076700"/>
          <p14:tracePt t="125145" x="5143500" y="4071938"/>
          <p14:tracePt t="125169" x="5143500" y="4064000"/>
          <p14:tracePt t="125187" x="5140325" y="4064000"/>
          <p14:tracePt t="125194" x="5135563" y="4060825"/>
          <p14:tracePt t="125202" x="5127625" y="4060825"/>
          <p14:tracePt t="125210" x="5122863" y="4060825"/>
          <p14:tracePt t="125218" x="5099050" y="4060825"/>
          <p14:tracePt t="125225" x="5078413" y="4060825"/>
          <p14:tracePt t="125235" x="5049838" y="4051300"/>
          <p14:tracePt t="125244" x="4999038" y="4051300"/>
          <p14:tracePt t="125251" x="4941888" y="4051300"/>
          <p14:tracePt t="125257" x="4879975" y="4048125"/>
          <p14:tracePt t="125268" x="4805363" y="4040188"/>
          <p14:tracePt t="125273" x="4730750" y="4040188"/>
          <p14:tracePt t="125282" x="4657725" y="4035425"/>
          <p14:tracePt t="125289" x="4591050" y="4035425"/>
          <p14:tracePt t="125297" x="4533900" y="4027488"/>
          <p14:tracePt t="125305" x="4483100" y="4022725"/>
          <p14:tracePt t="125313" x="4446588" y="4022725"/>
          <p14:tracePt t="125321" x="4418013" y="4014788"/>
          <p14:tracePt t="125332" x="4392613" y="4014788"/>
          <p14:tracePt t="125337" x="4371975" y="4014788"/>
          <p14:tracePt t="125344" x="4359275" y="4014788"/>
          <p14:tracePt t="125352" x="4346575" y="4014788"/>
          <p14:tracePt t="125363" x="4343400" y="4014788"/>
          <p14:tracePt t="125375" x="4335463" y="4014788"/>
          <p14:tracePt t="125391" x="4330700" y="4014788"/>
          <p14:tracePt t="125410" x="4322763" y="4014788"/>
          <p14:tracePt t="125425" x="4318000" y="4014788"/>
          <p14:tracePt t="125432" x="4310063" y="4014788"/>
          <p14:tracePt t="125440" x="4310063" y="4010025"/>
          <p14:tracePt t="125448" x="4305300" y="4010025"/>
          <p14:tracePt t="125455" x="4294188" y="4010025"/>
          <p14:tracePt t="125464" x="4284663" y="4010025"/>
          <p14:tracePt t="125471" x="4273550" y="4010025"/>
          <p14:tracePt t="125481" x="4260850" y="4002088"/>
          <p14:tracePt t="125487" x="4256088" y="4002088"/>
          <p14:tracePt t="125495" x="4248150" y="3998913"/>
          <p14:tracePt t="125505" x="4235450" y="3998913"/>
          <p14:tracePt t="125512" x="4235450" y="3989388"/>
          <p14:tracePt t="125519" x="4232275" y="3989388"/>
          <p14:tracePt t="125527" x="4232275" y="3986213"/>
          <p14:tracePt t="125536" x="4222750" y="3978275"/>
          <p14:tracePt t="125552" x="4219575" y="3973513"/>
          <p14:tracePt t="125568" x="4219575" y="3965575"/>
          <p14:tracePt t="125576" x="4211638" y="3965575"/>
          <p14:tracePt t="125592" x="4211638" y="3960813"/>
          <p14:tracePt t="125608" x="4206875" y="3952875"/>
          <p14:tracePt t="125624" x="4206875" y="3948113"/>
          <p14:tracePt t="125632" x="4198938" y="3940175"/>
          <p14:tracePt t="125639" x="4198938" y="3937000"/>
          <p14:tracePt t="125648" x="4194175" y="3927475"/>
          <p14:tracePt t="125655" x="4186238" y="3924300"/>
          <p14:tracePt t="125664" x="4186238" y="3916363"/>
          <p14:tracePt t="125674" x="4181475" y="3916363"/>
          <p14:tracePt t="125687" x="4173538" y="3911600"/>
          <p14:tracePt t="125823" x="4170363" y="3911600"/>
          <p14:tracePt t="125839" x="4160838" y="3911600"/>
          <p14:tracePt t="125855" x="4157663" y="3911600"/>
          <p14:tracePt t="125864" x="4157663" y="3916363"/>
          <p14:tracePt t="125871" x="4149725" y="3919538"/>
          <p14:tracePt t="125879" x="4144963" y="3919538"/>
          <p14:tracePt t="125885" x="4144963" y="3927475"/>
          <p14:tracePt t="125902" x="4137025" y="3932238"/>
          <p14:tracePt t="125949" x="4132263" y="3932238"/>
          <p14:tracePt t="126005" x="4124325" y="3940175"/>
          <p14:tracePt t="126013" x="4124325" y="3952875"/>
          <p14:tracePt t="126021" x="4119563" y="3957638"/>
          <p14:tracePt t="126037" x="4111625" y="3968750"/>
          <p14:tracePt t="126045" x="4108450" y="3989388"/>
          <p14:tracePt t="126053" x="4108450" y="4002088"/>
          <p14:tracePt t="126061" x="4098925" y="4006850"/>
          <p14:tracePt t="126069" x="4098925" y="4019550"/>
          <p14:tracePt t="126080" x="4098925" y="4030663"/>
          <p14:tracePt t="126085" x="4098925" y="4040188"/>
          <p14:tracePt t="126093" x="4098925" y="4051300"/>
          <p14:tracePt t="126102" x="4098925" y="4056063"/>
          <p14:tracePt t="126109" x="4098925" y="4068763"/>
          <p14:tracePt t="126133" x="4098925" y="4076700"/>
          <p14:tracePt t="126237" x="4098925" y="4071938"/>
          <p14:tracePt t="126245" x="4111625" y="4060825"/>
          <p14:tracePt t="126253" x="4124325" y="4035425"/>
          <p14:tracePt t="126262" x="4137025" y="4014788"/>
          <p14:tracePt t="126269" x="4149725" y="3998913"/>
          <p14:tracePt t="126277" x="4160838" y="3986213"/>
          <p14:tracePt t="126285" x="4165600" y="3960813"/>
          <p14:tracePt t="126293" x="4173538" y="3948113"/>
          <p14:tracePt t="126302" x="4178300" y="3927475"/>
          <p14:tracePt t="126311" x="4178300" y="3911600"/>
          <p14:tracePt t="126318" x="4178300" y="3890963"/>
          <p14:tracePt t="126325" x="4178300" y="3878263"/>
          <p14:tracePt t="126333" x="4178300" y="3875088"/>
          <p14:tracePt t="126342" x="4178300" y="3865563"/>
          <p14:tracePt t="126349" x="4178300" y="3862388"/>
          <p14:tracePt t="126382" x="4178300" y="3854450"/>
          <p14:tracePt t="126429" x="4173538" y="3854450"/>
          <p14:tracePt t="126437" x="4170363" y="3854450"/>
          <p14:tracePt t="126445" x="4160838" y="3857625"/>
          <p14:tracePt t="126453" x="4149725" y="3865563"/>
          <p14:tracePt t="126461" x="4144963" y="3870325"/>
          <p14:tracePt t="126469" x="4132263" y="3878263"/>
          <p14:tracePt t="126478" x="4124325" y="3883025"/>
          <p14:tracePt t="126483" x="4124325" y="3890963"/>
          <p14:tracePt t="126493" x="4119563" y="3895725"/>
          <p14:tracePt t="126508" x="4111625" y="3895725"/>
          <p14:tracePt t="126516" x="4111625" y="3903663"/>
          <p14:tracePt t="126659" x="4111625" y="3898900"/>
          <p14:tracePt t="126668" x="4111625" y="3890963"/>
          <p14:tracePt t="126676" x="4111625" y="3886200"/>
          <p14:tracePt t="126684" x="4111625" y="3878263"/>
          <p14:tracePt t="126691" x="4116388" y="3875088"/>
          <p14:tracePt t="126707" x="4116388" y="3865563"/>
          <p14:tracePt t="126843" x="4124325" y="3865563"/>
          <p14:tracePt t="126860" x="4124325" y="3878263"/>
          <p14:tracePt t="126875" x="4124325" y="3883025"/>
          <p14:tracePt t="126883" x="4129088" y="3890963"/>
          <p14:tracePt t="126902" x="4129088" y="3895725"/>
          <p14:tracePt t="130088" x="4137025" y="3895725"/>
          <p14:tracePt t="130095" x="4140200" y="3895725"/>
          <p14:tracePt t="130103" x="4152900" y="3895725"/>
          <p14:tracePt t="130112" x="4165600" y="3890963"/>
          <p14:tracePt t="130122" x="4178300" y="3878263"/>
          <p14:tracePt t="130127" x="4191000" y="3875088"/>
          <p14:tracePt t="130135" x="4202113" y="3865563"/>
          <p14:tracePt t="130144" x="4214813" y="3854450"/>
          <p14:tracePt t="130151" x="4227513" y="3849688"/>
          <p14:tracePt t="130159" x="4240213" y="3841750"/>
          <p14:tracePt t="130167" x="4248150" y="3829050"/>
          <p14:tracePt t="130175" x="4252913" y="3824288"/>
          <p14:tracePt t="130183" x="4264025" y="3816350"/>
          <p14:tracePt t="130191" x="4273550" y="3816350"/>
          <p14:tracePt t="130199" x="4276725" y="3813175"/>
          <p14:tracePt t="130208" x="4284663" y="3803650"/>
          <p14:tracePt t="130215" x="4289425" y="3800475"/>
          <p14:tracePt t="130224" x="4302125" y="3792538"/>
          <p14:tracePt t="130231" x="4335463" y="3779838"/>
          <p14:tracePt t="130240" x="4371975" y="3762375"/>
          <p14:tracePt t="130247" x="4421188" y="3749675"/>
          <p14:tracePt t="130256" x="4495800" y="3738563"/>
          <p14:tracePt t="130263" x="4586288" y="3729038"/>
          <p14:tracePt t="130273" x="4706938" y="3725863"/>
          <p14:tracePt t="130279" x="4846638" y="3717925"/>
          <p14:tracePt t="130287" x="5008563" y="3713163"/>
          <p14:tracePt t="130295" x="5168900" y="3713163"/>
          <p14:tracePt t="130304" x="5341938" y="3713163"/>
          <p14:tracePt t="130309" x="5527675" y="3713163"/>
          <p14:tracePt t="130317" x="5710238" y="3713163"/>
          <p14:tracePt t="130325" x="5899150" y="3713163"/>
          <p14:tracePt t="130334" x="6061075" y="3713163"/>
          <p14:tracePt t="130342" x="6221413" y="3713163"/>
          <p14:tracePt t="130349" x="6357938" y="3713163"/>
          <p14:tracePt t="130361" x="6481763" y="3713163"/>
          <p14:tracePt t="130365" x="6580188" y="3713163"/>
          <p14:tracePt t="130373" x="6667500" y="3713163"/>
          <p14:tracePt t="130383" x="6704013" y="3713163"/>
          <p14:tracePt t="130389" x="6724650" y="3713163"/>
          <p14:tracePt t="130407" x="6724650" y="3717925"/>
          <p14:tracePt t="130456" x="6729413" y="3717925"/>
          <p14:tracePt t="130479" x="6729413" y="3721100"/>
          <p14:tracePt t="130487" x="6729413" y="3729038"/>
          <p14:tracePt t="130495" x="6737350" y="3733800"/>
          <p14:tracePt t="130501" x="6742113" y="3733800"/>
          <p14:tracePt t="130509" x="6750050" y="3746500"/>
          <p14:tracePt t="130517" x="6754813" y="3759200"/>
          <p14:tracePt t="130525" x="6762750" y="3770313"/>
          <p14:tracePt t="130539" x="6765925" y="3779838"/>
          <p14:tracePt t="130549" x="6791325" y="3795713"/>
          <p14:tracePt t="130557" x="6791325" y="3803650"/>
          <p14:tracePt t="130567" x="6799263" y="3808413"/>
          <p14:tracePt t="130573" x="6804025" y="3816350"/>
          <p14:tracePt t="130582" x="6811963" y="3816350"/>
          <p14:tracePt t="130590" x="6824663" y="3821113"/>
          <p14:tracePt t="130598" x="6827838" y="3821113"/>
          <p14:tracePt t="130605" x="6848475" y="3821113"/>
          <p14:tracePt t="130613" x="6873875" y="3829050"/>
          <p14:tracePt t="130622" x="6911975" y="3833813"/>
          <p14:tracePt t="130630" x="6961188" y="3841750"/>
          <p14:tracePt t="130637" x="7002463" y="3844925"/>
          <p14:tracePt t="130646" x="7051675" y="3844925"/>
          <p14:tracePt t="130654" x="7097713" y="3857625"/>
          <p14:tracePt t="130662" x="7146925" y="3857625"/>
          <p14:tracePt t="130670" x="7175500" y="3865563"/>
          <p14:tracePt t="130678" x="7208838" y="3865563"/>
          <p14:tracePt t="130686" x="7232650" y="3865563"/>
          <p14:tracePt t="130693" x="7250113" y="3865563"/>
          <p14:tracePt t="130703" x="7258050" y="3865563"/>
          <p14:tracePt t="130877" x="7262813" y="3865563"/>
          <p14:tracePt t="130883" x="7273925" y="3870325"/>
          <p14:tracePt t="130891" x="7286625" y="3870325"/>
          <p14:tracePt t="130908" x="7312025" y="3870325"/>
          <p14:tracePt t="130915" x="7410450" y="3870325"/>
          <p14:tracePt t="130923" x="7472363" y="3870325"/>
          <p14:tracePt t="130936" x="7542213" y="3870325"/>
          <p14:tracePt t="130948" x="7683500" y="3870325"/>
          <p14:tracePt t="130956" x="7753350" y="3878263"/>
          <p14:tracePt t="130969" x="7807325" y="3883025"/>
          <p14:tracePt t="130987" x="7926388" y="3883025"/>
          <p14:tracePt t="130999" x="8013700" y="3890963"/>
          <p14:tracePt t="131011" x="8075613" y="3890963"/>
          <p14:tracePt t="131019" x="8078788" y="3890963"/>
          <p14:tracePt t="131031" x="8088313" y="3890963"/>
          <p14:tracePt t="131137" x="8091488" y="3890963"/>
          <p14:tracePt t="131155" x="8091488" y="3886200"/>
          <p14:tracePt t="131164" x="8091488" y="3878263"/>
          <p14:tracePt t="131180" x="8091488" y="3875088"/>
          <p14:tracePt t="131186" x="8091488" y="3865563"/>
          <p14:tracePt t="131193" x="8091488" y="3854450"/>
          <p14:tracePt t="131204" x="8091488" y="3841750"/>
          <p14:tracePt t="131211" x="8088313" y="3836988"/>
          <p14:tracePt t="131217" x="8075613" y="3824288"/>
          <p14:tracePt t="131227" x="8058150" y="3813175"/>
          <p14:tracePt t="131233" x="8034338" y="3800475"/>
          <p14:tracePt t="131243" x="8008938" y="3792538"/>
          <p14:tracePt t="131253" x="7975600" y="3779838"/>
          <p14:tracePt t="131270" x="7872413" y="3741738"/>
          <p14:tracePt t="131273" x="7827963" y="3729038"/>
          <p14:tracePt t="131287" x="7786688" y="3717925"/>
          <p14:tracePt t="131299" x="7691438" y="3692525"/>
          <p14:tracePt t="131308" x="7662863" y="3687763"/>
          <p14:tracePt t="131315" x="7616825" y="3679825"/>
          <p14:tracePt t="131323" x="7580313" y="3679825"/>
          <p14:tracePt t="131332" x="7542213" y="3667125"/>
          <p14:tracePt t="131340" x="7505700" y="3663950"/>
          <p14:tracePt t="131345" x="7477125" y="3656013"/>
          <p14:tracePt t="131355" x="7451725" y="3656013"/>
          <p14:tracePt t="131364" x="7427913" y="3656013"/>
          <p14:tracePt t="131371" x="7407275" y="3651250"/>
          <p14:tracePt t="131377" x="7389813" y="3651250"/>
          <p14:tracePt t="131385" x="7377113" y="3651250"/>
          <p14:tracePt t="131393" x="7356475" y="3651250"/>
          <p14:tracePt t="131402" x="7345363" y="3651250"/>
          <p14:tracePt t="131409" x="7327900" y="3651250"/>
          <p14:tracePt t="131417" x="7315200" y="3651250"/>
          <p14:tracePt t="131425" x="7294563" y="3659188"/>
          <p14:tracePt t="131435" x="7283450" y="3659188"/>
          <p14:tracePt t="131441" x="7253288" y="3671888"/>
          <p14:tracePt t="131449" x="7232650" y="3684588"/>
          <p14:tracePt t="131458" x="7208838" y="3692525"/>
          <p14:tracePt t="131471" x="7170738" y="3708400"/>
          <p14:tracePt t="131483" x="7085013" y="3729038"/>
          <p14:tracePt t="131490" x="7056438" y="3741738"/>
          <p14:tracePt t="131499" x="7023100" y="3754438"/>
          <p14:tracePt t="131505" x="6994525" y="3767138"/>
          <p14:tracePt t="131513" x="6969125" y="3779838"/>
          <p14:tracePt t="131523" x="6948488" y="3779838"/>
          <p14:tracePt t="131530" x="6935788" y="3792538"/>
          <p14:tracePt t="131538" x="6932613" y="3795713"/>
          <p14:tracePt t="131547" x="6923088" y="3795713"/>
          <p14:tracePt t="131557" x="6919913" y="3803650"/>
          <p14:tracePt t="131561" x="6911975" y="3803650"/>
          <p14:tracePt t="131569" x="6911975" y="3808413"/>
          <p14:tracePt t="131580" x="6907213" y="3808413"/>
          <p14:tracePt t="131593" x="6907213" y="3816350"/>
          <p14:tracePt t="131616" x="6899275" y="3816350"/>
          <p14:tracePt t="131627" x="6899275" y="3821113"/>
          <p14:tracePt t="131649" x="6899275" y="3833813"/>
          <p14:tracePt t="131657" x="6894513" y="3841750"/>
          <p14:tracePt t="131667" x="6894513" y="3844925"/>
          <p14:tracePt t="131673" x="6894513" y="3857625"/>
          <p14:tracePt t="131679" x="6894513" y="3870325"/>
          <p14:tracePt t="131691" x="6894513" y="3878263"/>
          <p14:tracePt t="131708" x="6899275" y="3890963"/>
          <p14:tracePt t="131715" x="6902450" y="3903663"/>
          <p14:tracePt t="131733" x="6915150" y="3906838"/>
          <p14:tracePt t="131743" x="6923088" y="3906838"/>
          <p14:tracePt t="131769" x="6927850" y="3906838"/>
          <p14:tracePt t="131887" x="6923088" y="3906838"/>
          <p14:tracePt t="131895" x="6894513" y="3903663"/>
          <p14:tracePt t="131903" x="6858000" y="3903663"/>
          <p14:tracePt t="131915" x="6799263" y="3890963"/>
          <p14:tracePt t="131927" x="6621463" y="3886200"/>
          <p14:tracePt t="131942" x="6502400" y="3886200"/>
          <p14:tracePt t="131953" x="6156325" y="3886200"/>
          <p14:tracePt t="131961" x="6007100" y="3890963"/>
          <p14:tracePt t="131967" x="5846763" y="3895725"/>
          <p14:tracePt t="131975" x="5705475" y="3895725"/>
          <p14:tracePt t="131986" x="5568950" y="3895725"/>
          <p14:tracePt t="131991" x="5432425" y="3895725"/>
          <p14:tracePt t="131999" x="5297488" y="3903663"/>
          <p14:tracePt t="132008" x="5184775" y="3903663"/>
          <p14:tracePt t="132016" x="5086350" y="3903663"/>
          <p14:tracePt t="132024" x="4999038" y="3903663"/>
          <p14:tracePt t="132034" x="4916488" y="3903663"/>
          <p14:tracePt t="132040" x="4843463" y="3903663"/>
          <p14:tracePt t="132048" x="4802188" y="3903663"/>
          <p14:tracePt t="132055" x="4756150" y="3903663"/>
          <p14:tracePt t="132064" x="4727575" y="3903663"/>
          <p14:tracePt t="132072" x="4702175" y="3903663"/>
          <p14:tracePt t="132080" x="4689475" y="3903663"/>
          <p14:tracePt t="132087" x="4678363" y="3903663"/>
          <p14:tracePt t="132103" x="4668838" y="3903663"/>
          <p14:tracePt t="132152" x="4665663" y="3903663"/>
          <p14:tracePt t="132165" x="4657725" y="3903663"/>
          <p14:tracePt t="132175" x="4652963" y="3903663"/>
          <p14:tracePt t="132183" x="4645025" y="3903663"/>
          <p14:tracePt t="132191" x="4632325" y="3903663"/>
          <p14:tracePt t="132198" x="4619625" y="3903663"/>
          <p14:tracePt t="132205" x="4606925" y="3903663"/>
          <p14:tracePt t="132213" x="4603750" y="3898900"/>
          <p14:tracePt t="132222" x="4595813" y="3890963"/>
          <p14:tracePt t="132229" x="4583113" y="3886200"/>
          <p14:tracePt t="132240" x="4578350" y="3886200"/>
          <p14:tracePt t="132245" x="4570413" y="3878263"/>
          <p14:tracePt t="132256" x="4565650" y="3875088"/>
          <p14:tracePt t="132271" x="4554538" y="3865563"/>
          <p14:tracePt t="132286" x="4545013" y="3862388"/>
          <p14:tracePt t="132302" x="4541838" y="3854450"/>
          <p14:tracePt t="132309" x="4533900" y="3854450"/>
          <p14:tracePt t="132318" x="4529138" y="3849688"/>
          <p14:tracePt t="132325" x="4521200" y="3841750"/>
          <p14:tracePt t="132333" x="4503738" y="3841750"/>
          <p14:tracePt t="132342" x="4495800" y="3836988"/>
          <p14:tracePt t="132349" x="4471988" y="3836988"/>
          <p14:tracePt t="132358" x="4459288" y="3836988"/>
          <p14:tracePt t="132365" x="4446588" y="3836988"/>
          <p14:tracePt t="132375" x="4430713" y="3829050"/>
          <p14:tracePt t="132382" x="4421188" y="3829050"/>
          <p14:tracePt t="132389" x="4405313" y="3824288"/>
          <p14:tracePt t="132398" x="4397375" y="3824288"/>
          <p14:tracePt t="132405" x="4384675" y="3816350"/>
          <p14:tracePt t="132414" x="4371975" y="3816350"/>
          <p14:tracePt t="132422" x="4367213" y="3813175"/>
          <p14:tracePt t="132429" x="4356100" y="3813175"/>
          <p14:tracePt t="132438" x="4346575" y="3803650"/>
          <p14:tracePt t="132445" x="4343400" y="3803650"/>
          <p14:tracePt t="132454" x="4335463" y="3803650"/>
          <p14:tracePt t="132486" x="4335463" y="3800475"/>
          <p14:tracePt t="132637" x="4330700" y="3800475"/>
          <p14:tracePt t="132654" x="4322763" y="3800475"/>
          <p14:tracePt t="133068" x="4335463" y="3800475"/>
          <p14:tracePt t="133075" x="4346575" y="3792538"/>
          <p14:tracePt t="133083" x="4371975" y="3787775"/>
          <p14:tracePt t="133091" x="4389438" y="3787775"/>
          <p14:tracePt t="133099" x="4421188" y="3787775"/>
          <p14:tracePt t="133108" x="4446588" y="3779838"/>
          <p14:tracePt t="133116" x="4471988" y="3779838"/>
          <p14:tracePt t="133126" x="4487863" y="3779838"/>
          <p14:tracePt t="133132" x="4495800" y="3779838"/>
          <p14:tracePt t="133139" x="4508500" y="3779838"/>
          <p14:tracePt t="133147" x="4513263" y="3779838"/>
          <p14:tracePt t="133155" x="4521200" y="3779838"/>
          <p14:tracePt t="133172" x="4521200" y="3775075"/>
          <p14:tracePt t="133179" x="4524375" y="3775075"/>
          <p14:tracePt t="133241" x="4533900" y="3775075"/>
          <p14:tracePt t="133251" x="4537075" y="3775075"/>
          <p14:tracePt t="133257" x="4545013" y="3775075"/>
          <p14:tracePt t="133266" x="4557713" y="3775075"/>
          <p14:tracePt t="133274" x="4575175" y="3775075"/>
          <p14:tracePt t="133282" x="4595813" y="3775075"/>
          <p14:tracePt t="133289" x="4632325" y="3775075"/>
          <p14:tracePt t="133300" x="4660900" y="3767138"/>
          <p14:tracePt t="133305" x="4710113" y="3767138"/>
          <p14:tracePt t="133313" x="4748213" y="3767138"/>
          <p14:tracePt t="133324" x="4792663" y="3767138"/>
          <p14:tracePt t="133333" x="4830763" y="3767138"/>
          <p14:tracePt t="133339" x="4884738" y="3762375"/>
          <p14:tracePt t="133345" x="4916488" y="3762375"/>
          <p14:tracePt t="133353" x="4946650" y="3762375"/>
          <p14:tracePt t="133361" x="4970463" y="3762375"/>
          <p14:tracePt t="133369" x="4983163" y="3762375"/>
          <p14:tracePt t="133379" x="4995863" y="3762375"/>
          <p14:tracePt t="133393" x="5003800" y="3762375"/>
          <p14:tracePt t="133505" x="5008563" y="3767138"/>
          <p14:tracePt t="133513" x="5008563" y="3770313"/>
          <p14:tracePt t="133521" x="5008563" y="3779838"/>
          <p14:tracePt t="133530" x="5008563" y="3783013"/>
          <p14:tracePt t="133538" x="5016500" y="3795713"/>
          <p14:tracePt t="133545" x="5016500" y="3803650"/>
          <p14:tracePt t="133554" x="5019675" y="3808413"/>
          <p14:tracePt t="133561" x="5019675" y="3816350"/>
          <p14:tracePt t="133570" x="5029200" y="3816350"/>
          <p14:tracePt t="133577" x="5029200" y="3821113"/>
          <p14:tracePt t="133601" x="5032375" y="3821113"/>
          <p14:tracePt t="133618" x="5032375" y="3829050"/>
          <p14:tracePt t="133635" x="5040313" y="3829050"/>
          <p14:tracePt t="133642" x="5040313" y="3833813"/>
          <p14:tracePt t="133649" x="5045075" y="3833813"/>
          <p14:tracePt t="133658" x="5045075" y="3841750"/>
          <p14:tracePt t="133666" x="5053013" y="3844925"/>
          <p14:tracePt t="133682" x="5057775" y="3854450"/>
          <p14:tracePt t="133689" x="5065713" y="3854450"/>
          <p14:tracePt t="133708" x="5065713" y="3857625"/>
          <p14:tracePt t="133722" x="5081588" y="3865563"/>
          <p14:tracePt t="133943" x="5073650" y="3865563"/>
          <p14:tracePt t="133951" x="5053013" y="3865563"/>
          <p14:tracePt t="133959" x="5037138" y="3865563"/>
          <p14:tracePt t="133967" x="5011738" y="3865563"/>
          <p14:tracePt t="133976" x="4987925" y="3865563"/>
          <p14:tracePt t="133984" x="4962525" y="3865563"/>
          <p14:tracePt t="133993" x="4941888" y="3865563"/>
          <p14:tracePt t="134001" x="4916488" y="3865563"/>
          <p14:tracePt t="134008" x="4900613" y="3865563"/>
          <p14:tracePt t="134016" x="4879975" y="3865563"/>
          <p14:tracePt t="134024" x="4867275" y="3865563"/>
          <p14:tracePt t="134031" x="4854575" y="3865563"/>
          <p14:tracePt t="134040" x="4843463" y="3865563"/>
          <p14:tracePt t="134047" x="4838700" y="3865563"/>
          <p14:tracePt t="134057" x="4826000" y="3870325"/>
          <p14:tracePt t="134063" x="4818063" y="3870325"/>
          <p14:tracePt t="134072" x="4813300" y="3878263"/>
          <p14:tracePt t="134079" x="4805363" y="3878263"/>
          <p14:tracePt t="134088" x="4802188" y="3878263"/>
          <p14:tracePt t="134095" x="4792663" y="3878263"/>
          <p14:tracePt t="134105" x="4789488" y="3883025"/>
          <p14:tracePt t="134111" x="4776788" y="3883025"/>
          <p14:tracePt t="134119" x="4768850" y="3883025"/>
          <p14:tracePt t="134129" x="4756150" y="3890963"/>
          <p14:tracePt t="134135" x="4740275" y="3895725"/>
          <p14:tracePt t="134143" x="4727575" y="3903663"/>
          <p14:tracePt t="134151" x="4714875" y="3906838"/>
          <p14:tracePt t="134159" x="4689475" y="3906838"/>
          <p14:tracePt t="134168" x="4665663" y="3916363"/>
          <p14:tracePt t="134176" x="4640263" y="3927475"/>
          <p14:tracePt t="134184" x="4616450" y="3940175"/>
          <p14:tracePt t="134192" x="4591050" y="3940175"/>
          <p14:tracePt t="134199" x="4565650" y="3944938"/>
          <p14:tracePt t="134207" x="4545013" y="3952875"/>
          <p14:tracePt t="134213" x="4516438" y="3952875"/>
          <p14:tracePt t="134221" x="4495800" y="3957638"/>
          <p14:tracePt t="134229" x="4479925" y="3965575"/>
          <p14:tracePt t="134237" x="4467225" y="3965575"/>
          <p14:tracePt t="134247" x="4454525" y="3968750"/>
          <p14:tracePt t="134253" x="4441825" y="3968750"/>
          <p14:tracePt t="134261" x="4433888" y="3968750"/>
          <p14:tracePt t="134272" x="4421188" y="3968750"/>
          <p14:tracePt t="134277" x="4418013" y="3978275"/>
          <p14:tracePt t="134286" x="4410075" y="3978275"/>
          <p14:tracePt t="134294" x="4405313" y="3978275"/>
          <p14:tracePt t="134309" x="4397375" y="3978275"/>
          <p14:tracePt t="134342" x="4392613" y="3978275"/>
          <p14:tracePt t="134373" x="4384675" y="3978275"/>
          <p14:tracePt t="134407" x="4384675" y="3973513"/>
          <p14:tracePt t="135091" x="4384675" y="3965575"/>
          <p14:tracePt t="135099" x="4384675" y="3960813"/>
          <p14:tracePt t="135107" x="4384675" y="3952875"/>
          <p14:tracePt t="135124" x="4379913" y="3948113"/>
          <p14:tracePt t="135131" x="4379913" y="3940175"/>
          <p14:tracePt t="135139" x="4379913" y="3937000"/>
          <p14:tracePt t="135147" x="4379913" y="3927475"/>
          <p14:tracePt t="135155" x="4379913" y="3924300"/>
          <p14:tracePt t="135171" x="4379913" y="3916363"/>
          <p14:tracePt t="135179" x="4371975" y="3916363"/>
          <p14:tracePt t="135187" x="4371975" y="3911600"/>
          <p14:tracePt t="135385" x="4371975" y="3903663"/>
          <p14:tracePt t="135402" x="4371975" y="3898900"/>
          <p14:tracePt t="135410" x="4371975" y="3890963"/>
          <p14:tracePt t="135418" x="4371975" y="3886200"/>
          <p14:tracePt t="135425" x="4371975" y="3878263"/>
          <p14:tracePt t="135441" x="4367213" y="3875088"/>
          <p14:tracePt t="135468" x="4367213" y="3865563"/>
          <p14:tracePt t="135761" x="4371975" y="3865563"/>
          <p14:tracePt t="135769" x="4384675" y="3870325"/>
          <p14:tracePt t="135777" x="4410075" y="3870325"/>
          <p14:tracePt t="135787" x="4425950" y="3878263"/>
          <p14:tracePt t="135794" x="4462463" y="3883025"/>
          <p14:tracePt t="135802" x="4487863" y="3890963"/>
          <p14:tracePt t="135809" x="4533900" y="3890963"/>
          <p14:tracePt t="135818" x="4562475" y="3890963"/>
          <p14:tracePt t="135826" x="4611688" y="3895725"/>
          <p14:tracePt t="135834" x="4648200" y="3895725"/>
          <p14:tracePt t="135840" x="4699000" y="3903663"/>
          <p14:tracePt t="135849" x="4743450" y="3906838"/>
          <p14:tracePt t="135856" x="4784725" y="3916363"/>
          <p14:tracePt t="135863" x="4830763" y="3916363"/>
          <p14:tracePt t="135872" x="4867275" y="3916363"/>
          <p14:tracePt t="135881" x="4905375" y="3916363"/>
          <p14:tracePt t="135887" x="4929188" y="3916363"/>
          <p14:tracePt t="135911" x="4991100" y="3916363"/>
          <p14:tracePt t="135927" x="5008563" y="3916363"/>
          <p14:tracePt t="135936" x="5016500" y="3916363"/>
          <p14:tracePt t="135944" x="5019675" y="3916363"/>
          <p14:tracePt t="135952" x="5029200" y="3916363"/>
          <p14:tracePt t="135969" x="5032375" y="3916363"/>
          <p14:tracePt t="135977" x="5040313" y="3916363"/>
          <p14:tracePt t="135992" x="5045075" y="3916363"/>
          <p14:tracePt t="136002" x="5045075" y="3911600"/>
          <p14:tracePt t="136007" x="5053013" y="3911600"/>
          <p14:tracePt t="136016" x="5053013" y="3903663"/>
          <p14:tracePt t="136024" x="5057775" y="3898900"/>
          <p14:tracePt t="136034" x="5065713" y="3890963"/>
          <p14:tracePt t="136049" x="5078413" y="3878263"/>
          <p14:tracePt t="136058" x="5091113" y="3875088"/>
          <p14:tracePt t="136063" x="5094288" y="3865563"/>
          <p14:tracePt t="136072" x="5102225" y="3854450"/>
          <p14:tracePt t="136081" x="5106988" y="3849688"/>
          <p14:tracePt t="136087" x="5114925" y="3841750"/>
          <p14:tracePt t="136095" x="5119688" y="3829050"/>
          <p14:tracePt t="136105" x="5127625" y="3829050"/>
          <p14:tracePt t="136113" x="5132388" y="3824288"/>
          <p14:tracePt t="136119" x="5140325" y="3816350"/>
          <p14:tracePt t="136138" x="5140325" y="3813175"/>
          <p14:tracePt t="136145" x="5143500" y="3813175"/>
          <p14:tracePt t="138011" x="5140325" y="3813175"/>
          <p14:tracePt t="138017" x="5135563" y="3813175"/>
          <p14:tracePt t="138025" x="5114925" y="3813175"/>
          <p14:tracePt t="138033" x="5091113" y="3816350"/>
          <p14:tracePt t="138042" x="5065713" y="3829050"/>
          <p14:tracePt t="138049" x="5040313" y="3841750"/>
          <p14:tracePt t="138057" x="5016500" y="3844925"/>
          <p14:tracePt t="138065" x="4991100" y="3854450"/>
          <p14:tracePt t="138074" x="4975225" y="3854450"/>
          <p14:tracePt t="138081" x="4962525" y="3854450"/>
          <p14:tracePt t="138089" x="4954588" y="3854450"/>
          <p14:tracePt t="138097" x="4949825" y="3854450"/>
          <p14:tracePt t="138105" x="4941888" y="3854450"/>
          <p14:tracePt t="138128" x="4937125" y="3854450"/>
          <p14:tracePt t="138146" x="4929188" y="3854450"/>
          <p14:tracePt t="138151" x="4926013" y="3854450"/>
          <p14:tracePt t="138161" x="4916488" y="3857625"/>
          <p14:tracePt t="138167" x="4905375" y="3857625"/>
          <p14:tracePt t="138175" x="4892675" y="3857625"/>
          <p14:tracePt t="138183" x="4854575" y="3857625"/>
          <p14:tracePt t="138191" x="4826000" y="3857625"/>
          <p14:tracePt t="138199" x="4792663" y="3857625"/>
          <p14:tracePt t="138207" x="4751388" y="3857625"/>
          <p14:tracePt t="138215" x="4714875" y="3857625"/>
          <p14:tracePt t="138225" x="4668838" y="3854450"/>
          <p14:tracePt t="138231" x="4640263" y="3849688"/>
          <p14:tracePt t="138239" x="4619625" y="3849688"/>
          <p14:tracePt t="138247" x="4606925" y="3841750"/>
          <p14:tracePt t="138255" x="4603750" y="3836988"/>
          <p14:tracePt t="138264" x="4595813" y="3829050"/>
          <p14:tracePt t="138273" x="4595813" y="3824288"/>
          <p14:tracePt t="138279" x="4591050" y="3816350"/>
          <p14:tracePt t="138287" x="4583113" y="3803650"/>
          <p14:tracePt t="138303" x="4583113" y="3800475"/>
          <p14:tracePt t="138312" x="4583113" y="3792538"/>
          <p14:tracePt t="138336" x="4583113" y="3787775"/>
          <p14:tracePt t="138439" x="4578350" y="3787775"/>
          <p14:tracePt t="138455" x="4570413" y="3787775"/>
          <p14:tracePt t="138463" x="4565650" y="3787775"/>
          <p14:tracePt t="138471" x="4557713" y="3787775"/>
          <p14:tracePt t="138479" x="4545013" y="3787775"/>
          <p14:tracePt t="138487" x="4533900" y="3787775"/>
          <p14:tracePt t="138498" x="4529138" y="3787775"/>
          <p14:tracePt t="138503" x="4521200" y="3787775"/>
          <p14:tracePt t="138512" x="4516438" y="3787775"/>
          <p14:tracePt t="138519" x="4508500" y="3787775"/>
          <p14:tracePt t="138527" x="4503738" y="3792538"/>
          <p14:tracePt t="138538" x="4495800" y="3792538"/>
          <p14:tracePt t="138544" x="4492625" y="3795713"/>
          <p14:tracePt t="138551" x="4483100" y="3795713"/>
          <p14:tracePt t="138559" x="4479925" y="3795713"/>
          <p14:tracePt t="138567" x="4471988" y="3803650"/>
          <p14:tracePt t="138575" x="4467225" y="3803650"/>
          <p14:tracePt t="138583" x="4459288" y="3808413"/>
          <p14:tracePt t="138599" x="4454525" y="3808413"/>
          <p14:tracePt t="138830" x="4454525" y="3816350"/>
          <p14:tracePt t="138837" x="4446588" y="3816350"/>
          <p14:tracePt t="138854" x="4441825" y="3821113"/>
          <p14:tracePt t="138862" x="4433888" y="3829050"/>
          <p14:tracePt t="138878" x="4430713" y="3833813"/>
          <p14:tracePt t="138885" x="4421188" y="3833813"/>
          <p14:tracePt t="138901" x="4421188" y="3841750"/>
          <p14:tracePt t="138909" x="4418013" y="3841750"/>
          <p14:tracePt t="140017" x="4410075" y="3844925"/>
          <p14:tracePt t="141269" x="4421188" y="3854450"/>
          <p14:tracePt t="141278" x="4438650" y="3865563"/>
          <p14:tracePt t="141285" x="4462463" y="3870325"/>
          <p14:tracePt t="141293" x="4495800" y="3890963"/>
          <p14:tracePt t="141301" x="4524375" y="3906838"/>
          <p14:tracePt t="141309" x="4562475" y="3927475"/>
          <p14:tracePt t="141317" x="4611688" y="3940175"/>
          <p14:tracePt t="141325" x="4648200" y="3965575"/>
          <p14:tracePt t="141333" x="4694238" y="3968750"/>
          <p14:tracePt t="141342" x="4722813" y="3981450"/>
          <p14:tracePt t="141350" x="4756150" y="4002088"/>
          <p14:tracePt t="141357" x="4781550" y="4006850"/>
          <p14:tracePt t="141366" x="4797425" y="4014788"/>
          <p14:tracePt t="141373" x="4818063" y="4019550"/>
          <p14:tracePt t="141381" x="4822825" y="4019550"/>
          <p14:tracePt t="141389" x="4830763" y="4019550"/>
          <p14:tracePt t="141398" x="4833938" y="4019550"/>
          <p14:tracePt t="141406" x="4833938" y="4027488"/>
          <p14:tracePt t="141416" x="4843463" y="4027488"/>
          <p14:tracePt t="141433" x="4846638" y="4027488"/>
          <p14:tracePt t="141445" x="4854575" y="4027488"/>
          <p14:tracePt t="141453" x="4867275" y="4022725"/>
          <p14:tracePt t="141461" x="4872038" y="4014788"/>
          <p14:tracePt t="141469" x="4884738" y="4010025"/>
          <p14:tracePt t="141476" x="4895850" y="4002088"/>
          <p14:tracePt t="141485" x="4908550" y="3989388"/>
          <p14:tracePt t="141491" x="4916488" y="3986213"/>
          <p14:tracePt t="141502" x="4921250" y="3973513"/>
          <p14:tracePt t="141507" x="4933950" y="3965575"/>
          <p14:tracePt t="141517" x="4941888" y="3952875"/>
          <p14:tracePt t="141523" x="4946650" y="3952875"/>
          <p14:tracePt t="141531" x="4957763" y="3940175"/>
          <p14:tracePt t="141550" x="4967288" y="3937000"/>
          <p14:tracePt t="141563" x="4970463" y="3924300"/>
          <p14:tracePt t="141579" x="4978400" y="3916363"/>
          <p14:tracePt t="141587" x="4983163" y="3911600"/>
          <p14:tracePt t="141596" x="4983163" y="3903663"/>
          <p14:tracePt t="141603" x="4991100" y="3898900"/>
          <p14:tracePt t="141612" x="4995863" y="3890963"/>
          <p14:tracePt t="141628" x="5003800" y="3886200"/>
          <p14:tracePt t="141635" x="5003800" y="3878263"/>
          <p14:tracePt t="141644" x="5016500" y="3875088"/>
          <p14:tracePt t="141659" x="5019675" y="3865563"/>
          <p14:tracePt t="141667" x="5029200" y="3862388"/>
          <p14:tracePt t="141675" x="5029200" y="3854450"/>
          <p14:tracePt t="141682" x="5032375" y="3854450"/>
          <p14:tracePt t="141693" x="5040313" y="3849688"/>
          <p14:tracePt t="141699" x="5040313" y="3841750"/>
          <p14:tracePt t="141716" x="5045075" y="3841750"/>
          <p14:tracePt t="141724" x="5045075" y="3836988"/>
          <p14:tracePt t="144111" x="5065713" y="3836988"/>
          <p14:tracePt t="144137" x="5156200" y="3906838"/>
          <p14:tracePt t="144147" x="5387975" y="4027488"/>
          <p14:tracePt t="144155" x="5462588" y="4068763"/>
          <p14:tracePt t="144165" x="5540375" y="4102100"/>
          <p14:tracePt t="144173" x="5622925" y="4143375"/>
          <p14:tracePt t="144182" x="5702300" y="4167188"/>
          <p14:tracePt t="144187" x="5772150" y="4192588"/>
          <p14:tracePt t="144195" x="5837238" y="4213225"/>
          <p14:tracePt t="144203" x="5899150" y="4238625"/>
          <p14:tracePt t="144219" x="6007100" y="4254500"/>
          <p14:tracePt t="144231" x="6032500" y="4262438"/>
          <p14:tracePt t="144244" x="6069013" y="4267200"/>
          <p14:tracePt t="144253" x="6073775" y="4267200"/>
          <p14:tracePt t="144332" x="6081713" y="4259263"/>
          <p14:tracePt t="144347" x="6094413" y="4233863"/>
          <p14:tracePt t="144371" x="6097588" y="4221163"/>
          <p14:tracePt t="144379" x="6105525" y="4213225"/>
          <p14:tracePt t="144389" x="6105525" y="4208463"/>
          <p14:tracePt t="144395" x="6110288" y="4200525"/>
          <p14:tracePt t="144403" x="6110288" y="4195763"/>
          <p14:tracePt t="144412" x="6122988" y="4187825"/>
          <p14:tracePt t="144419" x="6122988" y="4184650"/>
          <p14:tracePt t="144434" x="6130925" y="4175125"/>
          <p14:tracePt t="144454" x="6130925" y="4171950"/>
          <p14:tracePt t="144462" x="6143625" y="4159250"/>
          <p14:tracePt t="144487" x="6156325" y="4138613"/>
          <p14:tracePt t="144500" x="6180138" y="4110038"/>
          <p14:tracePt t="144505" x="6184900" y="4097338"/>
          <p14:tracePt t="144514" x="6192838" y="4089400"/>
          <p14:tracePt t="144523" x="6197600" y="4084638"/>
          <p14:tracePt t="144530" x="6205538" y="4076700"/>
          <p14:tracePt t="144546" x="6208713" y="4071938"/>
          <p14:tracePt t="144553" x="6218238" y="4071938"/>
          <p14:tracePt t="144561" x="6221413" y="4064000"/>
          <p14:tracePt t="144570" x="6221413" y="4060825"/>
          <p14:tracePt t="144578" x="6229350" y="4051300"/>
          <p14:tracePt t="144594" x="6234113" y="4048125"/>
          <p14:tracePt t="144601" x="6242050" y="4048125"/>
          <p14:tracePt t="144610" x="6242050" y="4040188"/>
          <p14:tracePt t="144619" x="6246813" y="4035425"/>
          <p14:tracePt t="144625" x="6254750" y="4027488"/>
          <p14:tracePt t="144633" x="6259513" y="4027488"/>
          <p14:tracePt t="144642" x="6267450" y="4022725"/>
          <p14:tracePt t="144649" x="6270625" y="4010025"/>
          <p14:tracePt t="144659" x="6280150" y="4010025"/>
          <p14:tracePt t="144665" x="6283325" y="4002088"/>
          <p14:tracePt t="144681" x="6291263" y="3998913"/>
          <p14:tracePt t="144705" x="6296025" y="3998913"/>
          <p14:tracePt t="144748" x="6296025" y="3989388"/>
          <p14:tracePt t="145039" x="6303963" y="3986213"/>
          <p14:tracePt t="145047" x="6316663" y="3986213"/>
          <p14:tracePt t="145055" x="6321425" y="3978275"/>
          <p14:tracePt t="145064" x="6332538" y="3965575"/>
          <p14:tracePt t="145072" x="6342063" y="3960813"/>
          <p14:tracePt t="145079" x="6353175" y="3948113"/>
          <p14:tracePt t="145087" x="6357938" y="3937000"/>
          <p14:tracePt t="145096" x="6370638" y="3927475"/>
          <p14:tracePt t="145104" x="6378575" y="3916363"/>
          <p14:tracePt t="145112" x="6383338" y="3916363"/>
          <p14:tracePt t="145120" x="6391275" y="3911600"/>
          <p14:tracePt t="145129" x="6394450" y="3903663"/>
          <p14:tracePt t="145136" x="6394450" y="3898900"/>
          <p14:tracePt t="145143" x="6403975" y="3898900"/>
          <p14:tracePt t="145159" x="6403975" y="3890963"/>
          <p14:tracePt t="145327" x="6403975" y="3895725"/>
          <p14:tracePt t="145344" x="6403975" y="3903663"/>
          <p14:tracePt t="145351" x="6403975" y="3906838"/>
          <p14:tracePt t="145367" x="6403975" y="3916363"/>
          <p14:tracePt t="145375" x="6403975" y="3919538"/>
          <p14:tracePt t="145392" x="6403975" y="3927475"/>
          <p14:tracePt t="145725" x="6403975" y="3932238"/>
          <p14:tracePt t="145733" x="6403975" y="3940175"/>
          <p14:tracePt t="145750" x="6407150" y="3944938"/>
          <p14:tracePt t="145757" x="6419850" y="3952875"/>
          <p14:tracePt t="145770" x="6427788" y="3957638"/>
          <p14:tracePt t="145782" x="6453188" y="3965575"/>
          <p14:tracePt t="145789" x="6456363" y="3968750"/>
          <p14:tracePt t="145798" x="6465888" y="3978275"/>
          <p14:tracePt t="145808" x="6469063" y="3978275"/>
          <p14:tracePt t="145814" x="6477000" y="3981450"/>
          <p14:tracePt t="145823" x="6489700" y="3981450"/>
          <p14:tracePt t="145830" x="6489700" y="3989388"/>
          <p14:tracePt t="145838" x="6494463" y="3989388"/>
          <p14:tracePt t="146043" x="6507163" y="3989388"/>
          <p14:tracePt t="146051" x="6538913" y="3989388"/>
          <p14:tracePt t="146059" x="6577013" y="3986213"/>
          <p14:tracePt t="146070" x="6618288" y="3978275"/>
          <p14:tracePt t="146078" x="6654800" y="3978275"/>
          <p14:tracePt t="146084" x="6716713" y="3978275"/>
          <p14:tracePt t="146091" x="6765925" y="3978275"/>
          <p14:tracePt t="146104" x="6816725" y="3978275"/>
          <p14:tracePt t="146116" x="6940550" y="3973513"/>
          <p14:tracePt t="146123" x="6985000" y="3960813"/>
          <p14:tracePt t="146134" x="7015163" y="3960813"/>
          <p14:tracePt t="146139" x="7038975" y="3960813"/>
          <p14:tracePt t="146148" x="7051675" y="3960813"/>
          <p14:tracePt t="146157" x="7064375" y="3952875"/>
          <p14:tracePt t="146171" x="7072313" y="3952875"/>
          <p14:tracePt t="146187" x="7077075" y="3952875"/>
          <p14:tracePt t="146195" x="7077075" y="3948113"/>
          <p14:tracePt t="146212" x="7085013" y="3948113"/>
          <p14:tracePt t="146221" x="7088188" y="3948113"/>
          <p14:tracePt t="146227" x="7097713" y="3948113"/>
          <p14:tracePt t="146238" x="7100888" y="3948113"/>
          <p14:tracePt t="146245" x="7113588" y="3948113"/>
          <p14:tracePt t="146254" x="7121525" y="3948113"/>
          <p14:tracePt t="146259" x="7138988" y="3948113"/>
          <p14:tracePt t="146268" x="7150100" y="3940175"/>
          <p14:tracePt t="146275" x="7170738" y="3940175"/>
          <p14:tracePt t="146284" x="7183438" y="3940175"/>
          <p14:tracePt t="146291" x="7200900" y="3940175"/>
          <p14:tracePt t="146307" x="7250113" y="3937000"/>
          <p14:tracePt t="146317" x="7273925" y="3937000"/>
          <p14:tracePt t="146323" x="7307263" y="3937000"/>
          <p14:tracePt t="146334" x="7332663" y="3937000"/>
          <p14:tracePt t="146337" x="7369175" y="3937000"/>
          <p14:tracePt t="146346" x="7386638" y="3937000"/>
          <p14:tracePt t="146354" x="7410450" y="3937000"/>
          <p14:tracePt t="146362" x="7435850" y="3937000"/>
          <p14:tracePt t="146369" x="7459663" y="3937000"/>
          <p14:tracePt t="146377" x="7485063" y="3937000"/>
          <p14:tracePt t="146388" x="7505700" y="3937000"/>
          <p14:tracePt t="146395" x="7531100" y="3937000"/>
          <p14:tracePt t="146404" x="7546975" y="3937000"/>
          <p14:tracePt t="146410" x="7572375" y="3937000"/>
          <p14:tracePt t="146418" x="7583488" y="3937000"/>
          <p14:tracePt t="146425" x="7596188" y="3937000"/>
          <p14:tracePt t="146434" x="7616825" y="3937000"/>
          <p14:tracePt t="146441" x="7629525" y="3927475"/>
          <p14:tracePt t="146452" x="7642225" y="3924300"/>
          <p14:tracePt t="146457" x="7645400" y="3924300"/>
          <p14:tracePt t="146465" x="7654925" y="3924300"/>
          <p14:tracePt t="146473" x="7658100" y="3916363"/>
          <p14:tracePt t="146489" x="7666038" y="3916363"/>
          <p14:tracePt t="146497" x="7666038" y="3911600"/>
          <p14:tracePt t="146505" x="7670800" y="3911600"/>
          <p14:tracePt t="146529" x="7678738" y="3903663"/>
          <p14:tracePt t="146537" x="7683500" y="3903663"/>
          <p14:tracePt t="146546" x="7683500" y="3898900"/>
          <p14:tracePt t="146554" x="7691438" y="3898900"/>
          <p14:tracePt t="146561" x="7691438" y="3890963"/>
          <p14:tracePt t="146569" x="7696200" y="3890963"/>
          <p14:tracePt t="146577" x="7704138" y="3886200"/>
          <p14:tracePt t="146593" x="7707313" y="3878263"/>
          <p14:tracePt t="146602" x="7707313" y="3875088"/>
          <p14:tracePt t="146609" x="7716838" y="3865563"/>
          <p14:tracePt t="146628" x="7716838" y="3862388"/>
          <p14:tracePt t="146633" x="7716838" y="3849688"/>
          <p14:tracePt t="146650" x="7716838" y="3841750"/>
          <p14:tracePt t="146666" x="7716838" y="3836988"/>
          <p14:tracePt t="146705" x="7716838" y="3829050"/>
          <p14:tracePt t="146713" x="7712075" y="3829050"/>
          <p14:tracePt t="146721" x="7704138" y="3829050"/>
          <p14:tracePt t="146737" x="7699375" y="3829050"/>
          <p14:tracePt t="146745" x="7686675" y="3829050"/>
          <p14:tracePt t="146755" x="7675563" y="3824288"/>
          <p14:tracePt t="146762" x="7662863" y="3824288"/>
          <p14:tracePt t="146769" x="7642225" y="3824288"/>
          <p14:tracePt t="146778" x="7629525" y="3824288"/>
          <p14:tracePt t="146785" x="7613650" y="3824288"/>
          <p14:tracePt t="146793" x="7600950" y="3816350"/>
          <p14:tracePt t="146805" x="7580313" y="3816350"/>
          <p14:tracePt t="146818" x="7542213" y="3813175"/>
          <p14:tracePt t="146823" x="7526338" y="3813175"/>
          <p14:tracePt t="146831" x="7513638" y="3813175"/>
          <p14:tracePt t="146846" x="7505700" y="3813175"/>
          <p14:tracePt t="146855" x="7489825" y="3813175"/>
          <p14:tracePt t="146871" x="7480300" y="3813175"/>
          <p14:tracePt t="146905" x="7477125" y="3813175"/>
          <p14:tracePt t="146927" x="7469188" y="3813175"/>
          <p14:tracePt t="147175" x="7439025" y="3829050"/>
          <p14:tracePt t="147183" x="7415213" y="3841750"/>
          <p14:tracePt t="147198" x="7377113" y="3857625"/>
          <p14:tracePt t="147210" x="7265988" y="3932238"/>
          <p14:tracePt t="147216" x="7216775" y="3952875"/>
          <p14:tracePt t="147223" x="7183438" y="3965575"/>
          <p14:tracePt t="147239" x="7159625" y="3965575"/>
          <p14:tracePt t="147253" x="7105650" y="3989388"/>
          <p14:tracePt t="147263" x="7043738" y="3994150"/>
          <p14:tracePt t="147272" x="7023100" y="3994150"/>
          <p14:tracePt t="147289" x="7010400" y="4002088"/>
          <p14:tracePt t="147297" x="6985000" y="4006850"/>
          <p14:tracePt t="147304" x="6981825" y="4006850"/>
          <p14:tracePt t="147368" x="6973888" y="4006850"/>
          <p14:tracePt t="147373" x="6969125" y="3986213"/>
          <p14:tracePt t="147383" x="6956425" y="3965575"/>
          <p14:tracePt t="147391" x="6943725" y="3940175"/>
          <p14:tracePt t="147397" x="6932613" y="3903663"/>
          <p14:tracePt t="147405" x="6911975" y="3854450"/>
          <p14:tracePt t="147415" x="6894513" y="3803650"/>
          <p14:tracePt t="147423" x="6881813" y="3767138"/>
          <p14:tracePt t="147431" x="6861175" y="3700463"/>
          <p14:tracePt t="147438" x="6848475" y="3625850"/>
          <p14:tracePt t="147445" x="6837363" y="3589338"/>
          <p14:tracePt t="147456" x="6824663" y="3543300"/>
          <p14:tracePt t="147461" x="6811963" y="3502025"/>
          <p14:tracePt t="147472" x="6799263" y="3465513"/>
          <p14:tracePt t="147480" x="6796088" y="3432175"/>
          <p14:tracePt t="147493" x="6786563" y="3408363"/>
          <p14:tracePt t="147504" x="6770688" y="3341688"/>
          <p14:tracePt t="147511" x="6762750" y="3316288"/>
          <p14:tracePt t="147522" x="6757988" y="3295650"/>
          <p14:tracePt t="147536" x="6750050" y="3241675"/>
          <p14:tracePt t="147541" x="6745288" y="3221038"/>
          <p14:tracePt t="147550" x="6745288" y="3209925"/>
          <p14:tracePt t="147557" x="6745288" y="3197225"/>
          <p14:tracePt t="147565" x="6745288" y="3184525"/>
          <p14:tracePt t="147573" x="6745288" y="3168650"/>
          <p14:tracePt t="147583" x="6745288" y="3155950"/>
          <p14:tracePt t="147590" x="6745288" y="3143250"/>
          <p14:tracePt t="147602" x="6745288" y="3122613"/>
          <p14:tracePt t="147614" x="6762750" y="3094038"/>
          <p14:tracePt t="147622" x="6765925" y="3081338"/>
          <p14:tracePt t="147630" x="6778625" y="3068638"/>
          <p14:tracePt t="147638" x="6791325" y="3048000"/>
          <p14:tracePt t="147645" x="6811963" y="3032125"/>
          <p14:tracePt t="147658" x="6824663" y="3019425"/>
          <p14:tracePt t="147669" x="6848475" y="2970213"/>
          <p14:tracePt t="147678" x="6853238" y="2962275"/>
          <p14:tracePt t="147686" x="6861175" y="2949575"/>
          <p14:tracePt t="147693" x="6865938" y="2944813"/>
          <p14:tracePt t="147702" x="6873875" y="2936875"/>
          <p14:tracePt t="147709" x="6878638" y="2932113"/>
          <p14:tracePt t="147717" x="6886575" y="2921000"/>
          <p14:tracePt t="147725" x="6886575" y="2911475"/>
          <p14:tracePt t="147733" x="6891338" y="2900363"/>
          <p14:tracePt t="147742" x="6899275" y="2895600"/>
          <p14:tracePt t="147752" x="6902450" y="2874963"/>
          <p14:tracePt t="147757" x="6902450" y="2870200"/>
          <p14:tracePt t="147765" x="6911975" y="2862263"/>
          <p14:tracePt t="147773" x="6915150" y="2857500"/>
          <p14:tracePt t="147782" x="6915150" y="2846388"/>
          <p14:tracePt t="147790" x="6923088" y="2833688"/>
          <p14:tracePt t="147798" x="6927850" y="2825750"/>
          <p14:tracePt t="147805" x="6927850" y="2813050"/>
          <p14:tracePt t="147813" x="6935788" y="2808288"/>
          <p14:tracePt t="147822" x="6935788" y="2800350"/>
          <p14:tracePt t="147829" x="6940550" y="2795588"/>
          <p14:tracePt t="147838" x="6940550" y="2787650"/>
          <p14:tracePt t="147846" x="6940550" y="2774950"/>
          <p14:tracePt t="147853" x="6948488" y="2771775"/>
          <p14:tracePt t="147861" x="6948488" y="2763838"/>
          <p14:tracePt t="147877" x="6948488" y="2759075"/>
          <p14:tracePt t="147885" x="6953250" y="2751138"/>
          <p14:tracePt t="147906" x="6953250" y="2738438"/>
          <p14:tracePt t="147921" x="6953250" y="2733675"/>
          <p14:tracePt t="147923" x="6961188" y="2722563"/>
          <p14:tracePt t="147935" x="6961188" y="2713038"/>
          <p14:tracePt t="147947" x="6961188" y="2709863"/>
          <p14:tracePt t="147963" x="6961188" y="2701925"/>
          <p14:tracePt t="147972" x="6961188" y="2697163"/>
          <p14:tracePt t="147989" x="6961188" y="2689225"/>
          <p14:tracePt t="147995" x="6961188" y="2676525"/>
          <p14:tracePt t="148003" x="6964363" y="2671763"/>
          <p14:tracePt t="148012" x="6964363" y="2663825"/>
          <p14:tracePt t="148023" x="6964363" y="2651125"/>
          <p14:tracePt t="148029" x="6964363" y="2647950"/>
          <p14:tracePt t="148037" x="6964363" y="2635250"/>
          <p14:tracePt t="148043" x="6964363" y="2627313"/>
          <p14:tracePt t="148051" x="6964363" y="2614613"/>
          <p14:tracePt t="148059" x="6964363" y="2609850"/>
          <p14:tracePt t="148075" x="6964363" y="2601913"/>
          <p14:tracePt t="148091" x="6964363" y="2598738"/>
          <p14:tracePt t="151375" x="6977063" y="2598738"/>
          <p14:tracePt t="151383" x="7002463" y="2601913"/>
          <p14:tracePt t="151391" x="7035800" y="2619375"/>
          <p14:tracePt t="151400" x="7072313" y="2643188"/>
          <p14:tracePt t="151407" x="7100888" y="2681288"/>
          <p14:tracePt t="151415" x="7134225" y="2730500"/>
          <p14:tracePt t="151427" x="7162800" y="2813050"/>
          <p14:tracePt t="151431" x="7196138" y="2903538"/>
          <p14:tracePt t="151445" x="7221538" y="3024188"/>
          <p14:tracePt t="151457" x="7224713" y="3346450"/>
          <p14:tracePt t="151472" x="7224713" y="3481388"/>
          <p14:tracePt t="151483" x="7216775" y="3906838"/>
          <p14:tracePt t="151495" x="7159625" y="4365625"/>
          <p14:tracePt t="151505" x="7134225" y="4514850"/>
          <p14:tracePt t="151509" x="7118350" y="4700588"/>
          <p14:tracePt t="151527" x="7085013" y="4870450"/>
          <p14:tracePt t="151543" x="7010400" y="5241925"/>
          <p14:tracePt t="151554" x="6956425" y="5502275"/>
          <p14:tracePt t="151615" x="6932613" y="5711825"/>
          <p14:tracePt t="151621" x="6819900" y="6381750"/>
          <p14:tracePt t="151638" x="6811963" y="6397625"/>
          <p14:tracePt t="151645" x="6786563" y="6469063"/>
          <p14:tracePt t="151655" x="6775450" y="6480175"/>
          <p14:tracePt t="151663" x="6770688" y="6492875"/>
          <p14:tracePt t="151702" x="6757988" y="6497638"/>
          <p14:tracePt t="151709" x="6651625" y="6542088"/>
          <p14:tracePt t="151719" x="6634163" y="6542088"/>
          <p14:tracePt t="151728" x="6621463" y="6542088"/>
          <p14:tracePt t="151733" x="6577013" y="6526213"/>
          <p14:tracePt t="151742" x="6535738" y="6492875"/>
          <p14:tracePt t="151756" x="6477000" y="6464300"/>
          <p14:tracePt t="151770" x="6386513" y="6356350"/>
          <p14:tracePt t="151782" x="6280150" y="6229350"/>
          <p14:tracePt t="151791" x="6226175" y="6154738"/>
          <p14:tracePt t="151797" x="6176963" y="6096000"/>
          <p14:tracePt t="151806" x="6130925" y="6030913"/>
          <p14:tracePt t="151813" x="6089650" y="5969000"/>
          <p14:tracePt t="151821" x="6040438" y="5918200"/>
          <p14:tracePt t="151829" x="6007100" y="5873750"/>
          <p14:tracePt t="151837" x="5970588" y="5832475"/>
          <p14:tracePt t="151845" x="5919788" y="5786438"/>
          <p14:tracePt t="151853" x="5891213" y="5749925"/>
          <p14:tracePt t="151861" x="5854700" y="5724525"/>
          <p14:tracePt t="151869" x="5816600" y="5695950"/>
          <p14:tracePt t="151877" x="5784850" y="5662613"/>
          <p14:tracePt t="151894" x="5730875" y="5621338"/>
          <p14:tracePt t="151901" x="5705475" y="5597525"/>
          <p14:tracePt t="151909" x="5684838" y="5576888"/>
          <p14:tracePt t="151917" x="5661025" y="5559425"/>
          <p14:tracePt t="151926" x="5656263" y="5546725"/>
          <p14:tracePt t="151934" x="5635625" y="5526088"/>
          <p14:tracePt t="151942" x="5622925" y="5513388"/>
          <p14:tracePt t="151949" x="5610225" y="5497513"/>
          <p14:tracePt t="151956" x="5594350" y="5476875"/>
          <p14:tracePt t="151963" x="5586413" y="5461000"/>
          <p14:tracePt t="151977" x="5568950" y="5448300"/>
          <p14:tracePt t="151987" x="5519738" y="5399088"/>
          <p14:tracePt t="151995" x="5507038" y="5378450"/>
          <p14:tracePt t="152003" x="5494338" y="5360988"/>
          <p14:tracePt t="152011" x="5470525" y="5340350"/>
          <p14:tracePt t="152019" x="5457825" y="5324475"/>
          <p14:tracePt t="152028" x="5437188" y="5311775"/>
          <p14:tracePt t="152035" x="5424488" y="5291138"/>
          <p14:tracePt t="152045" x="5400675" y="5265738"/>
          <p14:tracePt t="152052" x="5383213" y="5241925"/>
          <p14:tracePt t="152059" x="5362575" y="5224463"/>
          <p14:tracePt t="152067" x="5338763" y="5203825"/>
          <p14:tracePt t="152075" x="5321300" y="5180013"/>
          <p14:tracePt t="152084" x="5300663" y="5162550"/>
          <p14:tracePt t="152091" x="5284788" y="5138738"/>
          <p14:tracePt t="152099" x="5264150" y="5126038"/>
          <p14:tracePt t="152107" x="5246688" y="5105400"/>
          <p14:tracePt t="152115" x="5235575" y="5092700"/>
          <p14:tracePt t="152123" x="5222875" y="5076825"/>
          <p14:tracePt t="152132" x="5202238" y="5064125"/>
          <p14:tracePt t="152140" x="5189538" y="5051425"/>
          <p14:tracePt t="152149" x="5173663" y="5038725"/>
          <p14:tracePt t="152156" x="5160963" y="5026025"/>
          <p14:tracePt t="152164" x="5148263" y="5018088"/>
          <p14:tracePt t="152171" x="5135563" y="5014913"/>
          <p14:tracePt t="152181" x="5122863" y="5014913"/>
          <p14:tracePt t="152187" x="5111750" y="5005388"/>
          <p14:tracePt t="152195" x="5102225" y="5005388"/>
          <p14:tracePt t="152203" x="5091113" y="5005388"/>
          <p14:tracePt t="152212" x="5086350" y="5005388"/>
          <p14:tracePt t="152219" x="5073650" y="5005388"/>
          <p14:tracePt t="152227" x="5060950" y="5005388"/>
          <p14:tracePt t="152235" x="5053013" y="5005388"/>
          <p14:tracePt t="152243" x="5049838" y="5005388"/>
          <p14:tracePt t="152251" x="5040313" y="5005388"/>
          <p14:tracePt t="152260" x="5029200" y="5005388"/>
          <p14:tracePt t="152267" x="5024438" y="5005388"/>
          <p14:tracePt t="152283" x="5016500" y="5005388"/>
          <p14:tracePt t="152293" x="5011738" y="5005388"/>
          <p14:tracePt t="152299" x="5003800" y="5005388"/>
          <p14:tracePt t="152307" x="4999038" y="5005388"/>
          <p14:tracePt t="152315" x="4987925" y="5005388"/>
          <p14:tracePt t="152323" x="4978400" y="5005388"/>
          <p14:tracePt t="152332" x="4962525" y="5005388"/>
          <p14:tracePt t="152340" x="4949825" y="5010150"/>
          <p14:tracePt t="152347" x="4937125" y="5010150"/>
          <p14:tracePt t="152357" x="4916488" y="5010150"/>
          <p14:tracePt t="152363" x="4905375" y="5010150"/>
          <p14:tracePt t="152372" x="4892675" y="5010150"/>
          <p14:tracePt t="152379" x="4887913" y="5010150"/>
          <p14:tracePt t="152387" x="4875213" y="5010150"/>
          <p14:tracePt t="152395" x="4867275" y="5010150"/>
          <p14:tracePt t="152403" x="4864100" y="5010150"/>
          <p14:tracePt t="152411" x="4854575" y="5010150"/>
          <p14:tracePt t="152419" x="4843463" y="5010150"/>
          <p14:tracePt t="152427" x="4838700" y="5010150"/>
          <p14:tracePt t="152438" x="4830763" y="5010150"/>
          <p14:tracePt t="152443" x="4826000" y="5010150"/>
          <p14:tracePt t="152460" x="4818063" y="5010150"/>
          <p14:tracePt t="152467" x="4813300" y="5010150"/>
          <p14:tracePt t="152476" x="4805363" y="5010150"/>
          <p14:tracePt t="152484" x="4802188" y="5010150"/>
          <p14:tracePt t="152489" x="4792663" y="5005388"/>
          <p14:tracePt t="152499" x="4789488" y="5005388"/>
          <p14:tracePt t="152510" x="4781550" y="5005388"/>
          <p14:tracePt t="152515" x="4776788" y="5002213"/>
          <p14:tracePt t="152523" x="4764088" y="5002213"/>
          <p14:tracePt t="152531" x="4756150" y="5002213"/>
          <p14:tracePt t="152539" x="4743450" y="4994275"/>
          <p14:tracePt t="152547" x="4740275" y="4994275"/>
          <p14:tracePt t="152553" x="4727575" y="4994275"/>
          <p14:tracePt t="152561" x="4719638" y="4989513"/>
          <p14:tracePt t="152570" x="4702175" y="4989513"/>
          <p14:tracePt t="152577" x="4689475" y="4981575"/>
          <p14:tracePt t="152586" x="4668838" y="4981575"/>
          <p14:tracePt t="152593" x="4652963" y="4981575"/>
          <p14:tracePt t="152602" x="4632325" y="4981575"/>
          <p14:tracePt t="152610" x="4606925" y="4976813"/>
          <p14:tracePt t="152617" x="4591050" y="4968875"/>
          <p14:tracePt t="152626" x="4570413" y="4968875"/>
          <p14:tracePt t="152634" x="4557713" y="4968875"/>
          <p14:tracePt t="152641" x="4541838" y="4968875"/>
          <p14:tracePt t="152651" x="4529138" y="4968875"/>
          <p14:tracePt t="152660" x="4516438" y="4968875"/>
          <p14:tracePt t="152666" x="4503738" y="4973638"/>
          <p14:tracePt t="152674" x="4492625" y="4981575"/>
          <p14:tracePt t="152681" x="4471988" y="4984750"/>
          <p14:tracePt t="152691" x="4459288" y="4997450"/>
          <p14:tracePt t="152699" x="4441825" y="5010150"/>
          <p14:tracePt t="152705" x="4418013" y="5022850"/>
          <p14:tracePt t="152713" x="4405313" y="5035550"/>
          <p14:tracePt t="152724" x="4384675" y="5046663"/>
          <p14:tracePt t="152729" x="4371975" y="5059363"/>
          <p14:tracePt t="152738" x="4356100" y="5080000"/>
          <p14:tracePt t="152745" x="4343400" y="5084763"/>
          <p14:tracePt t="152754" x="4330700" y="5097463"/>
          <p14:tracePt t="152761" x="4318000" y="5118100"/>
          <p14:tracePt t="152770" x="4305300" y="5121275"/>
          <p14:tracePt t="152778" x="4297363" y="5133975"/>
          <p14:tracePt t="152785" x="4294188" y="5141913"/>
          <p14:tracePt t="152794" x="4284663" y="5146675"/>
          <p14:tracePt t="152801" x="4281488" y="5154613"/>
          <p14:tracePt t="152810" x="4273550" y="5167313"/>
          <p14:tracePt t="152825" x="4268788" y="5172075"/>
          <p14:tracePt t="152833" x="4268788" y="5180013"/>
          <p14:tracePt t="152841" x="4268788" y="5183188"/>
          <p14:tracePt t="153035" x="4268788" y="5192713"/>
          <p14:tracePt t="153041" x="4273550" y="5192713"/>
          <p14:tracePt t="153047" x="4276725" y="5192713"/>
          <p14:tracePt t="153057" x="4297363" y="5192713"/>
          <p14:tracePt t="153066" x="4335463" y="5192713"/>
          <p14:tracePt t="153072" x="4384675" y="5192713"/>
          <p14:tracePt t="153079" x="4421188" y="5192713"/>
          <p14:tracePt t="153087" x="4487863" y="5192713"/>
          <p14:tracePt t="153095" x="4545013" y="5192713"/>
          <p14:tracePt t="153104" x="4611688" y="5192713"/>
          <p14:tracePt t="153111" x="4686300" y="5192713"/>
          <p14:tracePt t="153119" x="4768850" y="5192713"/>
          <p14:tracePt t="153128" x="4843463" y="5195888"/>
          <p14:tracePt t="153136" x="4908550" y="5195888"/>
          <p14:tracePt t="153143" x="4978400" y="5195888"/>
          <p14:tracePt t="153154" x="5019675" y="5203825"/>
          <p14:tracePt t="153160" x="5081588" y="5203825"/>
          <p14:tracePt t="153169" x="5132388" y="5203825"/>
          <p14:tracePt t="153176" x="5189538" y="5203825"/>
          <p14:tracePt t="153184" x="5218113" y="5203825"/>
          <p14:tracePt t="153191" x="5251450" y="5203825"/>
          <p14:tracePt t="153199" x="5287963" y="5203825"/>
          <p14:tracePt t="153207" x="5313363" y="5203825"/>
          <p14:tracePt t="153216" x="5329238" y="5203825"/>
          <p14:tracePt t="153224" x="5349875" y="5203825"/>
          <p14:tracePt t="153231" x="5375275" y="5203825"/>
          <p14:tracePt t="153239" x="5387975" y="5203825"/>
          <p14:tracePt t="153247" x="5403850" y="5203825"/>
          <p14:tracePt t="153256" x="5411788" y="5203825"/>
          <p14:tracePt t="153265" x="5429250" y="5203825"/>
          <p14:tracePt t="153274" x="5441950" y="5203825"/>
          <p14:tracePt t="153279" x="5453063" y="5203825"/>
          <p14:tracePt t="153287" x="5465763" y="5203825"/>
          <p14:tracePt t="153295" x="5473700" y="5200650"/>
          <p14:tracePt t="153303" x="5478463" y="5192713"/>
          <p14:tracePt t="153311" x="5491163" y="5192713"/>
          <p14:tracePt t="153322" x="5499100" y="5187950"/>
          <p14:tracePt t="153328" x="5511800" y="5180013"/>
          <p14:tracePt t="153338" x="5514975" y="5180013"/>
          <p14:tracePt t="153343" x="5524500" y="5167313"/>
          <p14:tracePt t="153355" x="5527675" y="5167313"/>
          <p14:tracePt t="153368" x="5540375" y="5151438"/>
          <p14:tracePt t="153375" x="5548313" y="5141913"/>
          <p14:tracePt t="153384" x="5561013" y="5138738"/>
          <p14:tracePt t="153391" x="5573713" y="5118100"/>
          <p14:tracePt t="153400" x="5586413" y="5105400"/>
          <p14:tracePt t="153410" x="5602288" y="5087938"/>
          <p14:tracePt t="153415" x="5622925" y="5067300"/>
          <p14:tracePt t="153424" x="5635625" y="5056188"/>
          <p14:tracePt t="153436" x="5648325" y="5038725"/>
          <p14:tracePt t="153447" x="5697538" y="4981575"/>
          <p14:tracePt t="153455" x="5702300" y="4968875"/>
          <p14:tracePt t="153463" x="5710238" y="4956175"/>
          <p14:tracePt t="153472" x="5713413" y="4943475"/>
          <p14:tracePt t="153479" x="5722938" y="4932363"/>
          <p14:tracePt t="153490" x="5726113" y="4919663"/>
          <p14:tracePt t="153501" x="5726113" y="4906963"/>
          <p14:tracePt t="153511" x="5734050" y="4902200"/>
          <p14:tracePt t="153529" x="5734050" y="4894263"/>
          <p14:tracePt t="153599" x="5710238" y="4894263"/>
          <p14:tracePt t="153605" x="5672138" y="4894263"/>
          <p14:tracePt t="153613" x="5643563" y="4894263"/>
          <p14:tracePt t="153624" x="5581650" y="4894263"/>
          <p14:tracePt t="153631" x="5532438" y="4894263"/>
          <p14:tracePt t="153638" x="5470525" y="4894263"/>
          <p14:tracePt t="153645" x="5411788" y="4899025"/>
          <p14:tracePt t="153653" x="5359400" y="4899025"/>
          <p14:tracePt t="153661" x="5308600" y="4906963"/>
          <p14:tracePt t="153669" x="5264150" y="4911725"/>
          <p14:tracePt t="153677" x="5226050" y="4911725"/>
          <p14:tracePt t="153685" x="5184775" y="4911725"/>
          <p14:tracePt t="153693" x="5153025" y="4911725"/>
          <p14:tracePt t="153701" x="5127625" y="4911725"/>
          <p14:tracePt t="153709" x="5111750" y="4919663"/>
          <p14:tracePt t="153718" x="5091113" y="4919663"/>
          <p14:tracePt t="153727" x="5078413" y="4922838"/>
          <p14:tracePt t="153735" x="5073650" y="4932363"/>
          <p14:tracePt t="153742" x="5060950" y="4932363"/>
          <p14:tracePt t="153752" x="5053013" y="4935538"/>
          <p14:tracePt t="153758" x="5049838" y="4935538"/>
          <p14:tracePt t="153768" x="5049838" y="4943475"/>
          <p14:tracePt t="153781" x="5037138" y="4948238"/>
          <p14:tracePt t="153790" x="5029200" y="4956175"/>
          <p14:tracePt t="153797" x="5029200" y="4960938"/>
          <p14:tracePt t="157647" x="5029200" y="4953000"/>
          <p14:tracePt t="157655" x="5029200" y="4919663"/>
          <p14:tracePt t="157664" x="5024438" y="4894263"/>
          <p14:tracePt t="157671" x="5016500" y="4878388"/>
          <p14:tracePt t="157680" x="5016500" y="4865688"/>
          <p14:tracePt t="157687" x="5011738" y="4845050"/>
          <p14:tracePt t="157697" x="5011738" y="4832350"/>
          <p14:tracePt t="157705" x="4999038" y="4819650"/>
          <p14:tracePt t="157711" x="4987925" y="4808538"/>
          <p14:tracePt t="157724" x="4987925" y="4791075"/>
          <p14:tracePt t="157735" x="4967288" y="4767263"/>
          <p14:tracePt t="157741" x="4962525" y="4757738"/>
          <p14:tracePt t="157751" x="4954588" y="4754563"/>
          <p14:tracePt t="157759" x="4949825" y="4741863"/>
          <p14:tracePt t="157774" x="4937125" y="4733925"/>
          <p14:tracePt t="157783" x="4929188" y="4733925"/>
          <p14:tracePt t="157791" x="4926013" y="4729163"/>
          <p14:tracePt t="157798" x="4913313" y="4729163"/>
          <p14:tracePt t="157809" x="4905375" y="4721225"/>
          <p14:tracePt t="157814" x="4892675" y="4716463"/>
          <p14:tracePt t="157823" x="4879975" y="4716463"/>
          <p14:tracePt t="157830" x="4875213" y="4716463"/>
          <p14:tracePt t="157837" x="4867275" y="4716463"/>
          <p14:tracePt t="157845" x="4864100" y="4716463"/>
          <p14:tracePt t="157853" x="4854575" y="4708525"/>
          <p14:tracePt t="157861" x="4851400" y="4708525"/>
          <p14:tracePt t="157871" x="4843463" y="4708525"/>
          <p14:tracePt t="157885" x="4838700" y="4708525"/>
          <p14:tracePt t="157895" x="4830763" y="4708525"/>
          <p14:tracePt t="157903" x="4818063" y="4708525"/>
          <p14:tracePt t="157909" x="4805363" y="4708525"/>
          <p14:tracePt t="157917" x="4792663" y="4708525"/>
          <p14:tracePt t="157925" x="4776788" y="4708525"/>
          <p14:tracePt t="157933" x="4756150" y="4708525"/>
          <p14:tracePt t="157942" x="4730750" y="4708525"/>
          <p14:tracePt t="157951" x="4706938" y="4708525"/>
          <p14:tracePt t="157958" x="4681538" y="4708525"/>
          <p14:tracePt t="157967" x="4665663" y="4708525"/>
          <p14:tracePt t="157973" x="4645025" y="4705350"/>
          <p14:tracePt t="157982" x="4627563" y="4705350"/>
          <p14:tracePt t="157989" x="4603750" y="4695825"/>
          <p14:tracePt t="157998" x="4595813" y="4695825"/>
          <p14:tracePt t="158005" x="4578350" y="4695825"/>
          <p14:tracePt t="158013" x="4570413" y="4692650"/>
          <p14:tracePt t="158021" x="4565650" y="4692650"/>
          <p14:tracePt t="158029" x="4557713" y="4692650"/>
          <p14:tracePt t="158038" x="4554538" y="4692650"/>
          <p14:tracePt t="158047" x="4545013" y="4692650"/>
          <p14:tracePt t="158053" x="4541838" y="4692650"/>
          <p14:tracePt t="158062" x="4533900" y="4692650"/>
          <p14:tracePt t="158069" x="4533900" y="4695825"/>
          <p14:tracePt t="158079" x="4529138" y="4695825"/>
          <p14:tracePt t="158086" x="4521200" y="4700588"/>
          <p14:tracePt t="158094" x="4516438" y="4700588"/>
          <p14:tracePt t="158101" x="4516438" y="4713288"/>
          <p14:tracePt t="158109" x="4508500" y="4721225"/>
          <p14:tracePt t="158118" x="4495800" y="4725988"/>
          <p14:tracePt t="158125" x="4492625" y="4733925"/>
          <p14:tracePt t="158133" x="4483100" y="4746625"/>
          <p14:tracePt t="158142" x="4471988" y="4749800"/>
          <p14:tracePt t="158150" x="4459288" y="4762500"/>
          <p14:tracePt t="158157" x="4446588" y="4775200"/>
          <p14:tracePt t="158166" x="4441825" y="4787900"/>
          <p14:tracePt t="158173" x="4430713" y="4808538"/>
          <p14:tracePt t="158182" x="4418013" y="4819650"/>
          <p14:tracePt t="158189" x="4410075" y="4837113"/>
          <p14:tracePt t="158198" x="4405313" y="4860925"/>
          <p14:tracePt t="158206" x="4397375" y="4881563"/>
          <p14:tracePt t="158214" x="4384675" y="4899025"/>
          <p14:tracePt t="158221" x="4384675" y="4919663"/>
          <p14:tracePt t="158229" x="4384675" y="4948238"/>
          <p14:tracePt t="158237" x="4379913" y="4981575"/>
          <p14:tracePt t="158245" x="4371975" y="5010150"/>
          <p14:tracePt t="158251" x="4367213" y="5043488"/>
          <p14:tracePt t="158262" x="4367213" y="5059363"/>
          <p14:tracePt t="158270" x="4367213" y="5072063"/>
          <p14:tracePt t="158278" x="4367213" y="5097463"/>
          <p14:tracePt t="158285" x="4359275" y="5121275"/>
          <p14:tracePt t="158291" x="4359275" y="5154613"/>
          <p14:tracePt t="158299" x="4359275" y="5180013"/>
          <p14:tracePt t="158309" x="4359275" y="5208588"/>
          <p14:tracePt t="158315" x="4359275" y="5229225"/>
          <p14:tracePt t="158323" x="4359275" y="5245100"/>
          <p14:tracePt t="158331" x="4359275" y="5265738"/>
          <p14:tracePt t="158340" x="4359275" y="5283200"/>
          <p14:tracePt t="158348" x="4359275" y="5295900"/>
          <p14:tracePt t="158355" x="4359275" y="5303838"/>
          <p14:tracePt t="158363" x="4359275" y="5316538"/>
          <p14:tracePt t="158372" x="4364038" y="5319713"/>
          <p14:tracePt t="158379" x="4364038" y="5332413"/>
          <p14:tracePt t="158387" x="4364038" y="5340350"/>
          <p14:tracePt t="158395" x="4371975" y="5345113"/>
          <p14:tracePt t="158405" x="4376738" y="5345113"/>
          <p14:tracePt t="158413" x="4384675" y="5353050"/>
          <p14:tracePt t="158420" x="4389438" y="5353050"/>
          <p14:tracePt t="158427" x="4397375" y="5353050"/>
          <p14:tracePt t="158435" x="4400550" y="5353050"/>
          <p14:tracePt t="158444" x="4410075" y="5353050"/>
          <p14:tracePt t="158451" x="4413250" y="5353050"/>
          <p14:tracePt t="158459" x="4421188" y="5353050"/>
          <p14:tracePt t="158467" x="4425950" y="5353050"/>
          <p14:tracePt t="158476" x="4433888" y="5353050"/>
          <p14:tracePt t="158483" x="4446588" y="5353050"/>
          <p14:tracePt t="158491" x="4451350" y="5353050"/>
          <p14:tracePt t="158500" x="4462463" y="5353050"/>
          <p14:tracePt t="158507" x="4475163" y="5353050"/>
          <p14:tracePt t="158516" x="4487863" y="5353050"/>
          <p14:tracePt t="158523" x="4500563" y="5353050"/>
          <p14:tracePt t="158532" x="4508500" y="5353050"/>
          <p14:tracePt t="158540" x="4521200" y="5353050"/>
          <p14:tracePt t="158547" x="4524375" y="5353050"/>
          <p14:tracePt t="158555" x="4537075" y="5353050"/>
          <p14:tracePt t="158563" x="4549775" y="5353050"/>
          <p14:tracePt t="158572" x="4557713" y="5357813"/>
          <p14:tracePt t="158579" x="4562475" y="5357813"/>
          <p14:tracePt t="158587" x="4570413" y="5357813"/>
          <p14:tracePt t="158595" x="4575175" y="5357813"/>
          <p14:tracePt t="158603" x="4583113" y="5357813"/>
          <p14:tracePt t="158621" x="4586288" y="5357813"/>
          <p14:tracePt t="158627" x="4595813" y="5357813"/>
          <p14:tracePt t="158667" x="4598988" y="5357813"/>
          <p14:tracePt t="158692" x="4606925" y="5357813"/>
          <p14:tracePt t="158699" x="4611688" y="5357813"/>
          <p14:tracePt t="158708" x="4619625" y="5357813"/>
          <p14:tracePt t="158715" x="4624388" y="5353050"/>
          <p14:tracePt t="158724" x="4632325" y="5348288"/>
          <p14:tracePt t="158732" x="4645025" y="5348288"/>
          <p14:tracePt t="158740" x="4657725" y="5340350"/>
          <p14:tracePt t="158747" x="4668838" y="5327650"/>
          <p14:tracePt t="158756" x="4681538" y="5324475"/>
          <p14:tracePt t="158763" x="4694238" y="5316538"/>
          <p14:tracePt t="158771" x="4719638" y="5299075"/>
          <p14:tracePt t="158779" x="4735513" y="5286375"/>
          <p14:tracePt t="158787" x="4748213" y="5275263"/>
          <p14:tracePt t="158795" x="4768850" y="5262563"/>
          <p14:tracePt t="158801" x="4792663" y="5241925"/>
          <p14:tracePt t="158810" x="4805363" y="5224463"/>
          <p14:tracePt t="158817" x="4822825" y="5213350"/>
          <p14:tracePt t="158826" x="4846638" y="5187950"/>
          <p14:tracePt t="158835" x="4854575" y="5175250"/>
          <p14:tracePt t="158841" x="4879975" y="5154613"/>
          <p14:tracePt t="158850" x="4895850" y="5138738"/>
          <p14:tracePt t="158857" x="4905375" y="5130800"/>
          <p14:tracePt t="158865" x="4916488" y="5118100"/>
          <p14:tracePt t="158874" x="4929188" y="5105400"/>
          <p14:tracePt t="158882" x="4933950" y="5092700"/>
          <p14:tracePt t="158889" x="4941888" y="5087938"/>
          <p14:tracePt t="158900" x="4954588" y="5076825"/>
          <p14:tracePt t="158905" x="4957763" y="5067300"/>
          <p14:tracePt t="158914" x="4967288" y="5056188"/>
          <p14:tracePt t="158921" x="4970463" y="5051425"/>
          <p14:tracePt t="158930" x="4978400" y="5038725"/>
          <p14:tracePt t="158940" x="4983163" y="5030788"/>
          <p14:tracePt t="158946" x="4983163" y="5026025"/>
          <p14:tracePt t="158953" x="4991100" y="5014913"/>
          <p14:tracePt t="158961" x="4995863" y="5005388"/>
          <p14:tracePt t="158969" x="4995863" y="5002213"/>
          <p14:tracePt t="158977" x="5003800" y="4994275"/>
          <p14:tracePt t="158985" x="5003800" y="4989513"/>
          <p14:tracePt t="158996" x="5008563" y="4976813"/>
          <p14:tracePt t="159002" x="5008563" y="4968875"/>
          <p14:tracePt t="159009" x="5008563" y="4964113"/>
          <p14:tracePt t="159019" x="5008563" y="4956175"/>
          <p14:tracePt t="159027" x="5008563" y="4953000"/>
          <p14:tracePt t="159033" x="5008563" y="4940300"/>
          <p14:tracePt t="159044" x="5008563" y="4927600"/>
          <p14:tracePt t="159049" x="5008563" y="4914900"/>
          <p14:tracePt t="159060" x="5008563" y="4906963"/>
          <p14:tracePt t="159066" x="5008563" y="4894263"/>
          <p14:tracePt t="159074" x="5008563" y="4878388"/>
          <p14:tracePt t="159082" x="5008563" y="4865688"/>
          <p14:tracePt t="159091" x="5008563" y="4852988"/>
          <p14:tracePt t="159097" x="5003800" y="4840288"/>
          <p14:tracePt t="159107" x="5003800" y="4829175"/>
          <p14:tracePt t="159117" x="4999038" y="4816475"/>
          <p14:tracePt t="159121" x="4991100" y="4803775"/>
          <p14:tracePt t="159130" x="4987925" y="4791075"/>
          <p14:tracePt t="159137" x="4987925" y="4783138"/>
          <p14:tracePt t="159146" x="4978400" y="4778375"/>
          <p14:tracePt t="159153" x="4978400" y="4770438"/>
          <p14:tracePt t="159162" x="4975225" y="4767263"/>
          <p14:tracePt t="159169" x="4975225" y="4757738"/>
          <p14:tracePt t="159177" x="4975225" y="4754563"/>
          <p14:tracePt t="159185" x="4975225" y="4746625"/>
          <p14:tracePt t="159193" x="4967288" y="4746625"/>
          <p14:tracePt t="159204" x="4967288" y="4741863"/>
          <p14:tracePt t="159217" x="4962525" y="4741863"/>
          <p14:tracePt t="159225" x="4962525" y="4733925"/>
          <p14:tracePt t="159244" x="4954588" y="4733925"/>
          <p14:tracePt t="159257" x="4949825" y="4733925"/>
          <p14:tracePt t="159266" x="4949825" y="4729163"/>
          <p14:tracePt t="159274" x="4941888" y="4729163"/>
          <p14:tracePt t="159283" x="4937125" y="4721225"/>
          <p14:tracePt t="159291" x="4926013" y="4721225"/>
          <p14:tracePt t="159301" x="4913313" y="4721225"/>
          <p14:tracePt t="159305" x="4900613" y="4721225"/>
          <p14:tracePt t="159314" x="4887913" y="4721225"/>
          <p14:tracePt t="159321" x="4875213" y="4721225"/>
          <p14:tracePt t="159329" x="4854575" y="4721225"/>
          <p14:tracePt t="159344" x="4818063" y="4716463"/>
          <p14:tracePt t="159351" x="4802188" y="4716463"/>
          <p14:tracePt t="159360" x="4792663" y="4716463"/>
          <p14:tracePt t="159367" x="4789488" y="4716463"/>
          <p14:tracePt t="159377" x="4776788" y="4716463"/>
          <p14:tracePt t="159383" x="4768850" y="4716463"/>
          <p14:tracePt t="159392" x="4764088" y="4716463"/>
          <p14:tracePt t="159401" x="4756150" y="4716463"/>
          <p14:tracePt t="159408" x="4751388" y="4716463"/>
          <p14:tracePt t="159418" x="4743450" y="4716463"/>
          <p14:tracePt t="159423" x="4740275" y="4716463"/>
          <p14:tracePt t="159432" x="4730750" y="4716463"/>
          <p14:tracePt t="159439" x="4727575" y="4716463"/>
          <p14:tracePt t="159447" x="4719638" y="4716463"/>
          <p14:tracePt t="159457" x="4719638" y="4721225"/>
          <p14:tracePt t="159463" x="4706938" y="4721225"/>
          <p14:tracePt t="159474" x="4706938" y="4725988"/>
          <p14:tracePt t="159479" x="4702175" y="4725988"/>
          <p14:tracePt t="159496" x="4694238" y="4725988"/>
          <p14:tracePt t="159503" x="4694238" y="4733925"/>
          <p14:tracePt t="159512" x="4689475" y="4733925"/>
          <p14:tracePt t="159519" x="4689475" y="4737100"/>
          <p14:tracePt t="159527" x="4681538" y="4737100"/>
          <p14:tracePt t="159537" x="4678363" y="4746625"/>
          <p14:tracePt t="159551" x="4668838" y="4749800"/>
          <p14:tracePt t="159559" x="4665663" y="4757738"/>
          <p14:tracePt t="159568" x="4657725" y="4757738"/>
          <p14:tracePt t="159575" x="4657725" y="4762500"/>
          <p14:tracePt t="159583" x="4652963" y="4770438"/>
          <p14:tracePt t="159591" x="4640263" y="4775200"/>
          <p14:tracePt t="159600" x="4632325" y="4783138"/>
          <p14:tracePt t="159607" x="4627563" y="4787900"/>
          <p14:tracePt t="159616" x="4619625" y="4799013"/>
          <p14:tracePt t="159623" x="4616450" y="4811713"/>
          <p14:tracePt t="159632" x="4606925" y="4819650"/>
          <p14:tracePt t="159641" x="4603750" y="4832350"/>
          <p14:tracePt t="159647" x="4595813" y="4845050"/>
          <p14:tracePt t="159655" x="4583113" y="4857750"/>
          <p14:tracePt t="159663" x="4578350" y="4870450"/>
          <p14:tracePt t="159671" x="4578350" y="4881563"/>
          <p14:tracePt t="159680" x="4570413" y="4886325"/>
          <p14:tracePt t="159687" x="4570413" y="4899025"/>
          <p14:tracePt t="159695" x="4565650" y="4911725"/>
          <p14:tracePt t="159703" x="4565650" y="4919663"/>
          <p14:tracePt t="159711" x="4557713" y="4932363"/>
          <p14:tracePt t="159719" x="4557713" y="4943475"/>
          <p14:tracePt t="159729" x="4557713" y="4960938"/>
          <p14:tracePt t="159735" x="4557713" y="4973638"/>
          <p14:tracePt t="159744" x="4557713" y="4994275"/>
          <p14:tracePt t="159751" x="4557713" y="5005388"/>
          <p14:tracePt t="159759" x="4557713" y="5018088"/>
          <p14:tracePt t="159768" x="4557713" y="5035550"/>
          <p14:tracePt t="159775" x="4557713" y="5056188"/>
          <p14:tracePt t="159783" x="4557713" y="5072063"/>
          <p14:tracePt t="159794" x="4557713" y="5092700"/>
          <p14:tracePt t="159800" x="4557713" y="5118100"/>
          <p14:tracePt t="159808" x="4562475" y="5130800"/>
          <p14:tracePt t="159823" x="4583113" y="5180013"/>
          <p14:tracePt t="159831" x="4586288" y="5192713"/>
          <p14:tracePt t="159839" x="4595813" y="5208588"/>
          <p14:tracePt t="159847" x="4598988" y="5221288"/>
          <p14:tracePt t="159855" x="4611688" y="5229225"/>
          <p14:tracePt t="159863" x="4619625" y="5233988"/>
          <p14:tracePt t="159872" x="4624388" y="5241925"/>
          <p14:tracePt t="159879" x="4632325" y="5241925"/>
          <p14:tracePt t="159887" x="4637088" y="5245100"/>
          <p14:tracePt t="159895" x="4645025" y="5245100"/>
          <p14:tracePt t="159901" x="4648200" y="5245100"/>
          <p14:tracePt t="159918" x="4660900" y="5254625"/>
          <p14:tracePt t="159930" x="4668838" y="5257800"/>
          <p14:tracePt t="159933" x="4673600" y="5257800"/>
          <p14:tracePt t="159943" x="4686300" y="5257800"/>
          <p14:tracePt t="159951" x="4694238" y="5257800"/>
          <p14:tracePt t="159966" x="4699000" y="5257800"/>
          <p14:tracePt t="163451" x="4694238" y="5254625"/>
          <p14:tracePt t="163459" x="4689475" y="5249863"/>
          <p14:tracePt t="163467" x="4681538" y="5237163"/>
          <p14:tracePt t="163475" x="4668838" y="5224463"/>
          <p14:tracePt t="163483" x="4665663" y="5224463"/>
          <p14:tracePt t="163491" x="4657725" y="5216525"/>
          <p14:tracePt t="163499" x="4652963" y="5216525"/>
          <p14:tracePt t="163537" x="4645025" y="5216525"/>
          <p14:tracePt t="163548" x="4627563" y="5216525"/>
          <p14:tracePt t="163555" x="4603750" y="5233988"/>
          <p14:tracePt t="163563" x="4557713" y="5265738"/>
          <p14:tracePt t="163571" x="4495800" y="5303838"/>
          <p14:tracePt t="163577" x="4421188" y="5353050"/>
          <p14:tracePt t="163585" x="4346575" y="5389563"/>
          <p14:tracePt t="163593" x="4248150" y="5430838"/>
          <p14:tracePt t="163602" x="4157663" y="5489575"/>
          <p14:tracePt t="163609" x="4070350" y="5538788"/>
          <p14:tracePt t="163620" x="3984625" y="5588000"/>
          <p14:tracePt t="163625" x="3902075" y="5629275"/>
          <p14:tracePt t="163633" x="3835400" y="5675313"/>
          <p14:tracePt t="163641" x="3778250" y="5700713"/>
          <p14:tracePt t="163650" x="3736975" y="5716588"/>
          <p14:tracePt t="163657" x="3703638" y="5729288"/>
          <p14:tracePt t="163666" x="3686175" y="5737225"/>
          <p14:tracePt t="163673" x="3665538" y="5737225"/>
          <p14:tracePt t="163683" x="3662363" y="5741988"/>
          <p14:tracePt t="163689" x="3654425" y="5741988"/>
          <p14:tracePt t="163698" x="3649663" y="5741988"/>
          <p14:tracePt t="163705" x="3641725" y="5741988"/>
          <p14:tracePt t="163713" x="3629025" y="5741988"/>
          <p14:tracePt t="163721" x="3616325" y="5741988"/>
          <p14:tracePt t="163729" x="3603625" y="5732463"/>
          <p14:tracePt t="163736" x="3579813" y="5724525"/>
          <p14:tracePt t="163745" x="3551238" y="5721350"/>
          <p14:tracePt t="163754" x="3513138" y="5708650"/>
          <p14:tracePt t="163761" x="3463925" y="5695950"/>
          <p14:tracePt t="163771" x="3389313" y="5675313"/>
          <p14:tracePt t="163777" x="3314700" y="5662613"/>
          <p14:tracePt t="163785" x="3241675" y="5659438"/>
          <p14:tracePt t="163793" x="3146425" y="5646738"/>
          <p14:tracePt t="163802" x="3059113" y="5634038"/>
          <p14:tracePt t="163811" x="2968625" y="5621338"/>
          <p14:tracePt t="163817" x="2886075" y="5621338"/>
          <p14:tracePt t="163825" x="2811463" y="5621338"/>
          <p14:tracePt t="163833" x="2744788" y="5621338"/>
          <p14:tracePt t="163841" x="2682875" y="5621338"/>
          <p14:tracePt t="163850" x="2638425" y="5621338"/>
          <p14:tracePt t="163857" x="2576513" y="5626100"/>
          <p14:tracePt t="163866" x="2538413" y="5641975"/>
          <p14:tracePt t="163874" x="2489200" y="5662613"/>
          <p14:tracePt t="163882" x="2460625" y="5680075"/>
          <p14:tracePt t="163889" x="2424113" y="5703888"/>
          <p14:tracePt t="163898" x="2386013" y="5729288"/>
          <p14:tracePt t="163905" x="2362200" y="5753100"/>
          <p14:tracePt t="163914" x="2328863" y="5773738"/>
          <p14:tracePt t="163921" x="2311400" y="5786438"/>
          <p14:tracePt t="163930" x="2300288" y="5799138"/>
          <p14:tracePt t="163937" x="2287588" y="5811838"/>
          <p14:tracePt t="163945" x="2279650" y="5815013"/>
          <p14:tracePt t="163953" x="2274888" y="5824538"/>
          <p14:tracePt t="163961" x="2262188" y="5827713"/>
          <p14:tracePt t="163970" x="2262188" y="5835650"/>
          <p14:tracePt t="164026" x="2262188" y="5840413"/>
          <p14:tracePt t="164041" x="2262188" y="5848350"/>
          <p14:tracePt t="164050" x="2262188" y="5853113"/>
          <p14:tracePt t="164059" x="2262188" y="5861050"/>
          <p14:tracePt t="164065" x="2262188" y="5865813"/>
          <p14:tracePt t="164073" x="2270125" y="5873750"/>
          <p14:tracePt t="164082" x="2279650" y="5876925"/>
          <p14:tracePt t="164089" x="2290763" y="5889625"/>
          <p14:tracePt t="164098" x="2303463" y="5897563"/>
          <p14:tracePt t="164105" x="2316163" y="5910263"/>
          <p14:tracePt t="164113" x="2341563" y="5922963"/>
          <p14:tracePt t="164122" x="2357438" y="5938838"/>
          <p14:tracePt t="164129" x="2382838" y="5959475"/>
          <p14:tracePt t="164137" x="2406650" y="5984875"/>
          <p14:tracePt t="164145" x="2444750" y="6000750"/>
          <p14:tracePt t="164154" x="2476500" y="6022975"/>
          <p14:tracePt t="164161" x="2514600" y="6038850"/>
          <p14:tracePt t="164169" x="2555875" y="6059488"/>
          <p14:tracePt t="164177" x="2600325" y="6088063"/>
          <p14:tracePt t="164185" x="2630488" y="6108700"/>
          <p14:tracePt t="164193" x="2667000" y="6134100"/>
          <p14:tracePt t="164201" x="2692400" y="6149975"/>
          <p14:tracePt t="164210" x="2724150" y="6170613"/>
          <p14:tracePt t="164218" x="2741613" y="6188075"/>
          <p14:tracePt t="164225" x="2762250" y="6208713"/>
          <p14:tracePt t="164233" x="2765425" y="6211888"/>
          <p14:tracePt t="164241" x="2774950" y="6219825"/>
          <p14:tracePt t="164248" x="2778125" y="6219825"/>
          <p14:tracePt t="164647" x="2778125" y="6216650"/>
          <p14:tracePt t="164655" x="2778125" y="6208713"/>
          <p14:tracePt t="164664" x="2774950" y="6196013"/>
          <p14:tracePt t="164670" x="2770188" y="6191250"/>
          <p14:tracePt t="164680" x="2757488" y="6178550"/>
          <p14:tracePt t="164687" x="2749550" y="6170613"/>
          <p14:tracePt t="164695" x="2744788" y="6167438"/>
          <p14:tracePt t="164704" x="2744788" y="6157913"/>
          <p14:tracePt t="164712" x="2736850" y="6157913"/>
          <p14:tracePt t="164719" x="2736850" y="6154738"/>
          <p14:tracePt t="164727" x="2733675" y="6146800"/>
          <p14:tracePt t="164744" x="2724150" y="6146800"/>
          <p14:tracePt t="164752" x="2724150" y="6142038"/>
          <p14:tracePt t="164767" x="2720975" y="6142038"/>
          <p14:tracePt t="164791" x="2720975" y="6134100"/>
          <p14:tracePt t="166417" x="2741613" y="6134100"/>
          <p14:tracePt t="166434" x="2847975" y="6121400"/>
          <p14:tracePt t="166441" x="2898775" y="6121400"/>
          <p14:tracePt t="166449" x="2947988" y="6121400"/>
          <p14:tracePt t="166457" x="2984500" y="6108700"/>
          <p14:tracePt t="166465" x="3013075" y="6108700"/>
          <p14:tracePt t="166473" x="3059113" y="6108700"/>
          <p14:tracePt t="166482" x="3084513" y="6108700"/>
          <p14:tracePt t="166491" x="3100388" y="6108700"/>
          <p14:tracePt t="166497" x="3113088" y="6108700"/>
          <p14:tracePt t="166507" x="3121025" y="6108700"/>
          <p14:tracePt t="166513" x="3125788" y="6108700"/>
          <p14:tracePt t="166753" x="3133725" y="6108700"/>
          <p14:tracePt t="166761" x="3133725" y="6105525"/>
          <p14:tracePt t="166769" x="3138488" y="6105525"/>
          <p14:tracePt t="166777" x="3149600" y="6096000"/>
          <p14:tracePt t="166786" x="3162300" y="6092825"/>
          <p14:tracePt t="166793" x="3175000" y="6084888"/>
          <p14:tracePt t="166801" x="3182938" y="6072188"/>
          <p14:tracePt t="166810" x="3195638" y="6072188"/>
          <p14:tracePt t="166818" x="3208338" y="6067425"/>
          <p14:tracePt t="166825" x="3211513" y="6059488"/>
          <p14:tracePt t="166834" x="3224213" y="6054725"/>
          <p14:tracePt t="166841" x="3232150" y="6046788"/>
          <p14:tracePt t="166849" x="3236913" y="6043613"/>
          <p14:tracePt t="166858" x="3244850" y="6043613"/>
          <p14:tracePt t="166865" x="3249613" y="6043613"/>
          <p14:tracePt t="166874" x="3257550" y="6043613"/>
          <p14:tracePt t="166891" x="3262313" y="6034088"/>
          <p14:tracePt t="166983" x="3270250" y="6034088"/>
          <p14:tracePt t="166999" x="3270250" y="6038850"/>
          <p14:tracePt t="167901" x="3273425" y="6038850"/>
          <p14:tracePt t="167910" x="3282950" y="6038850"/>
          <p14:tracePt t="167917" x="3294063" y="6038850"/>
          <p14:tracePt t="167927" x="3298825" y="6034088"/>
          <p14:tracePt t="167934" x="3306763" y="6030913"/>
          <p14:tracePt t="167942" x="3319463" y="6022975"/>
          <p14:tracePt t="167949" x="3324225" y="6018213"/>
          <p14:tracePt t="167957" x="3332163" y="6010275"/>
          <p14:tracePt t="167965" x="3344863" y="6005513"/>
          <p14:tracePt t="167974" x="3348038" y="5997575"/>
          <p14:tracePt t="167982" x="3355975" y="5992813"/>
          <p14:tracePt t="167990" x="3360738" y="5984875"/>
          <p14:tracePt t="167997" x="3368675" y="5984875"/>
          <p14:tracePt t="168005" x="3381375" y="5980113"/>
          <p14:tracePt t="168014" x="3381375" y="5972175"/>
          <p14:tracePt t="168021" x="3386138" y="5972175"/>
          <p14:tracePt t="168029" x="3386138" y="5969000"/>
          <p14:tracePt t="168037" x="3394075" y="5969000"/>
          <p14:tracePt t="168045" x="3397250" y="5959475"/>
          <p14:tracePt t="168058" x="3397250" y="5956300"/>
          <p14:tracePt t="168062" x="3406775" y="5956300"/>
          <p14:tracePt t="168069" x="3406775" y="5948363"/>
          <p14:tracePt t="168086" x="3409950" y="5948363"/>
          <p14:tracePt t="168093" x="3409950" y="5943600"/>
          <p14:tracePt t="168270" x="3409950" y="5930900"/>
          <p14:tracePt t="168275" x="3417888" y="5930900"/>
          <p14:tracePt t="168283" x="3417888" y="5922963"/>
          <p14:tracePt t="168291" x="3417888" y="5910263"/>
          <p14:tracePt t="168300" x="3417888" y="5897563"/>
          <p14:tracePt t="168308" x="3417888" y="5894388"/>
          <p14:tracePt t="168315" x="3422650" y="5873750"/>
          <p14:tracePt t="168325" x="3422650" y="5861050"/>
          <p14:tracePt t="168331" x="3422650" y="5848350"/>
          <p14:tracePt t="168339" x="3422650" y="5832475"/>
          <p14:tracePt t="168347" x="3422650" y="5824538"/>
          <p14:tracePt t="168355" x="3422650" y="5807075"/>
          <p14:tracePt t="168364" x="3422650" y="5799138"/>
          <p14:tracePt t="168371" x="3430588" y="5786438"/>
          <p14:tracePt t="168379" x="3430588" y="5783263"/>
          <p14:tracePt t="168539" x="3430588" y="5791200"/>
          <p14:tracePt t="168547" x="3430588" y="5799138"/>
          <p14:tracePt t="168555" x="3430588" y="5803900"/>
          <p14:tracePt t="168563" x="3430588" y="5811838"/>
          <p14:tracePt t="168571" x="3427413" y="5815013"/>
          <p14:tracePt t="168579" x="3427413" y="5824538"/>
          <p14:tracePt t="168587" x="3427413" y="5827713"/>
          <p14:tracePt t="168597" x="3427413" y="5835650"/>
          <p14:tracePt t="168603" x="3427413" y="5840413"/>
          <p14:tracePt t="168611" x="3417888" y="5848350"/>
          <p14:tracePt t="168619" x="3417888" y="5853113"/>
          <p14:tracePt t="168628" x="3417888" y="5861050"/>
          <p14:tracePt t="168635" x="3417888" y="5865813"/>
          <p14:tracePt t="168643" x="3414713" y="5873750"/>
          <p14:tracePt t="168652" x="3414713" y="5886450"/>
          <p14:tracePt t="168668" x="3406775" y="5889625"/>
          <p14:tracePt t="168676" x="3406775" y="5897563"/>
          <p14:tracePt t="168683" x="3406775" y="5902325"/>
          <p14:tracePt t="168692" x="3406775" y="5910263"/>
          <p14:tracePt t="168708" x="3406775" y="5915025"/>
          <p14:tracePt t="168715" x="3402013" y="5922963"/>
          <p14:tracePt t="168724" x="3402013" y="5927725"/>
          <p14:tracePt t="168740" x="3402013" y="5935663"/>
          <p14:tracePt t="169815" x="3402013" y="5938838"/>
          <p14:tracePt t="169831" x="3406775" y="5951538"/>
          <p14:tracePt t="169840" x="3409950" y="5951538"/>
          <p14:tracePt t="169847" x="3422650" y="5959475"/>
          <p14:tracePt t="169855" x="3443288" y="5964238"/>
          <p14:tracePt t="169863" x="3455988" y="5964238"/>
          <p14:tracePt t="169871" x="3471863" y="5972175"/>
          <p14:tracePt t="169879" x="3492500" y="5972175"/>
          <p14:tracePt t="169893" x="3509963" y="5976938"/>
          <p14:tracePt t="169895" x="3533775" y="5976938"/>
          <p14:tracePt t="169903" x="3554413" y="5976938"/>
          <p14:tracePt t="169913" x="3579813" y="5976938"/>
          <p14:tracePt t="169919" x="3595688" y="5976938"/>
          <p14:tracePt t="169928" x="3616325" y="5976938"/>
          <p14:tracePt t="169936" x="3621088" y="5976938"/>
          <p14:tracePt t="169944" x="3629025" y="5976938"/>
          <p14:tracePt t="169951" x="3633788" y="5976938"/>
          <p14:tracePt t="169960" x="3641725" y="5976938"/>
          <p14:tracePt t="169967" x="3641725" y="5972175"/>
          <p14:tracePt t="169976" x="3644900" y="5972175"/>
          <p14:tracePt t="169983" x="3644900" y="5969000"/>
          <p14:tracePt t="169991" x="3654425" y="5969000"/>
          <p14:tracePt t="169999" x="3657600" y="5959475"/>
          <p14:tracePt t="170007" x="3665538" y="5956300"/>
          <p14:tracePt t="170016" x="3665538" y="5943600"/>
          <p14:tracePt t="170023" x="3670300" y="5935663"/>
          <p14:tracePt t="170032" x="3678238" y="5930900"/>
          <p14:tracePt t="170040" x="3683000" y="5922963"/>
          <p14:tracePt t="170047" x="3690938" y="5922963"/>
          <p14:tracePt t="170053" x="3690938" y="5918200"/>
          <p14:tracePt t="170064" x="3695700" y="5910263"/>
          <p14:tracePt t="170086" x="3695700" y="5907088"/>
          <p14:tracePt t="170157" x="3690938" y="5907088"/>
          <p14:tracePt t="170165" x="3675063" y="5907088"/>
          <p14:tracePt t="170173" x="3649663" y="5910263"/>
          <p14:tracePt t="170184" x="3624263" y="5922963"/>
          <p14:tracePt t="170190" x="3613150" y="5927725"/>
          <p14:tracePt t="170199" x="3579813" y="5948363"/>
          <p14:tracePt t="170206" x="3562350" y="5959475"/>
          <p14:tracePt t="170213" x="3541713" y="5972175"/>
          <p14:tracePt t="170222" x="3538538" y="5976938"/>
          <p14:tracePt t="170229" x="3530600" y="5984875"/>
          <p14:tracePt t="170240" x="3525838" y="5989638"/>
          <p14:tracePt t="170245" x="3525838" y="5997575"/>
          <p14:tracePt t="170254" x="3525838" y="6000750"/>
          <p14:tracePt t="170261" x="3525838" y="6010275"/>
          <p14:tracePt t="170278" x="3525838" y="6013450"/>
          <p14:tracePt t="170285" x="3525838" y="6026150"/>
          <p14:tracePt t="170294" x="3525838" y="6034088"/>
          <p14:tracePt t="170301" x="3525838" y="6038850"/>
          <p14:tracePt t="170310" x="3530600" y="6046788"/>
          <p14:tracePt t="170319" x="3533775" y="6051550"/>
          <p14:tracePt t="170327" x="3546475" y="6059488"/>
          <p14:tracePt t="170334" x="3559175" y="6064250"/>
          <p14:tracePt t="170342" x="3567113" y="6072188"/>
          <p14:tracePt t="170349" x="3579813" y="6072188"/>
          <p14:tracePt t="170357" x="3595688" y="6075363"/>
          <p14:tracePt t="170365" x="3608388" y="6075363"/>
          <p14:tracePt t="170373" x="3621088" y="6075363"/>
          <p14:tracePt t="170381" x="3629025" y="6075363"/>
          <p14:tracePt t="170389" x="3644900" y="6075363"/>
          <p14:tracePt t="170397" x="3654425" y="6075363"/>
          <p14:tracePt t="170406" x="3665538" y="6067425"/>
          <p14:tracePt t="170414" x="3678238" y="6059488"/>
          <p14:tracePt t="170422" x="3690938" y="6046788"/>
          <p14:tracePt t="170432" x="3695700" y="6043613"/>
          <p14:tracePt t="170445" x="3716338" y="6018213"/>
          <p14:tracePt t="170461" x="3719513" y="6010275"/>
          <p14:tracePt t="170472" x="3719513" y="6005513"/>
          <p14:tracePt t="170485" x="3719513" y="5997575"/>
          <p14:tracePt t="170502" x="3727450" y="5997575"/>
          <p14:tracePt t="173628" x="3727450" y="5881688"/>
          <p14:tracePt t="173637" x="3727450" y="5737225"/>
          <p14:tracePt t="173643" x="3727450" y="5572125"/>
          <p14:tracePt t="173653" x="3703638" y="5399088"/>
          <p14:tracePt t="173663" x="3662363" y="5216525"/>
          <p14:tracePt t="173675" x="3525838" y="4692650"/>
          <p14:tracePt t="173685" x="3463925" y="4486275"/>
          <p14:tracePt t="173691" x="3402013" y="4287838"/>
          <p14:tracePt t="173699" x="3327400" y="4084638"/>
          <p14:tracePt t="173712" x="3252788" y="3890963"/>
          <p14:tracePt t="173723" x="3030538" y="3341688"/>
          <p14:tracePt t="173731" x="2935288" y="3171825"/>
          <p14:tracePt t="173739" x="2847975" y="3024188"/>
          <p14:tracePt t="173747" x="2749550" y="2900363"/>
          <p14:tracePt t="173755" x="2651125" y="2771775"/>
          <p14:tracePt t="173764" x="2551113" y="2660650"/>
          <p14:tracePt t="173772" x="2460625" y="2540000"/>
          <p14:tracePt t="173780" x="2352675" y="2462213"/>
          <p14:tracePt t="173787" x="2249488" y="2387600"/>
          <p14:tracePt t="173796" x="2155825" y="2325688"/>
          <p14:tracePt t="173803" x="2063750" y="2263775"/>
          <p14:tracePt t="173812" x="1965325" y="2217738"/>
          <p14:tracePt t="173819" x="1878013" y="2193925"/>
          <p14:tracePt t="173827" x="1782763" y="2168525"/>
          <p14:tracePt t="173835" x="1709738" y="2155825"/>
          <p14:tracePt t="173843" x="1630363" y="2139950"/>
          <p14:tracePt t="173851" x="1568450" y="2132013"/>
          <p14:tracePt t="173859" x="1519238" y="2127250"/>
          <p14:tracePt t="173867" x="1485900" y="2127250"/>
          <p14:tracePt t="173876" x="1457325" y="2119313"/>
          <p14:tracePt t="173883" x="1436688" y="2119313"/>
          <p14:tracePt t="173891" x="1420813" y="2119313"/>
          <p14:tracePt t="173931" x="1362075" y="2106613"/>
          <p14:tracePt t="173939" x="1338263" y="2101850"/>
          <p14:tracePt t="173947" x="1312863" y="2090738"/>
          <p14:tracePt t="173955" x="1276350" y="2070100"/>
          <p14:tracePt t="173964" x="1222375" y="2039938"/>
          <p14:tracePt t="173971" x="1152525" y="2008188"/>
          <p14:tracePt t="173981" x="1077913" y="1970088"/>
          <p14:tracePt t="173987" x="1003300" y="1920875"/>
          <p14:tracePt t="173996" x="925513" y="1871663"/>
          <p14:tracePt t="174003" x="850900" y="1820863"/>
          <p14:tracePt t="174011" x="763588" y="1771650"/>
          <p14:tracePt t="174019" x="668338" y="1709738"/>
          <p14:tracePt t="174026" x="590550" y="1644650"/>
          <p14:tracePt t="174033" x="490538" y="1582738"/>
          <p14:tracePt t="174041" x="396875" y="1524000"/>
          <p14:tracePt t="174049" x="296863" y="1449388"/>
          <p14:tracePt t="174057" x="198438" y="1387475"/>
          <p14:tracePt t="174065" x="111125" y="1325563"/>
          <p14:tracePt t="174074" x="12700" y="125095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2DC1D96-F6F8-23F9-D64D-C2191822D4B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00101" y="421425"/>
                <a:ext cx="7948909" cy="694910"/>
              </a:xfrm>
            </p:spPr>
            <p:txBody>
              <a:bodyPr>
                <a:normAutofit/>
              </a:bodyPr>
              <a:lstStyle/>
              <a:p>
                <a:r>
                  <a:rPr lang="nb-NO" dirty="0"/>
                  <a:t>Vi er investert optimalt ved: </a:t>
                </a:r>
                <a14:m>
                  <m:oMath xmlns:m="http://schemas.openxmlformats.org/officeDocument/2006/math">
                    <m:r>
                      <a:rPr lang="nb-NO" altLang="nb-NO" sz="3200" i="1" smtClean="0">
                        <a:latin typeface="Cambria Math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pt-BR" altLang="nb-NO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nb-NO" altLang="nb-NO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b-NO" altLang="nb-NO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nb-NO" altLang="nb-NO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nb-NO" altLang="nb-NO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nb-NO" altLang="nb-NO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nb-NO" altLang="nb-NO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nb-NO" altLang="nb-NO" sz="3200" dirty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nb-NO" sz="32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nb-NO" altLang="nb-NO" sz="32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b-NO" altLang="nb-NO" sz="32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nb-NO" sz="32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nb-NO" altLang="nb-NO" sz="32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0</m:t>
                    </m:r>
                  </m:oMath>
                </a14:m>
                <a:endParaRPr lang="nb-NO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2DC1D96-F6F8-23F9-D64D-C2191822D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00101" y="421425"/>
                <a:ext cx="7948909" cy="694910"/>
              </a:xfrm>
              <a:blipFill>
                <a:blip r:embed="rId2"/>
                <a:stretch>
                  <a:fillRect l="-2914" b="-33333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4BDB7E-CA08-EF37-3702-5969ECB294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0098" y="1476375"/>
                <a:ext cx="9145016" cy="5601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nb-NO" dirty="0"/>
                  <a:t>Vi må derivere </a:t>
                </a:r>
                <a14:m>
                  <m:oMath xmlns:m="http://schemas.openxmlformats.org/officeDocument/2006/math">
                    <m:r>
                      <a:rPr lang="nb-NO" altLang="nb-NO" sz="2800" i="1" smtClean="0">
                        <a:latin typeface="Cambria Math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pt-BR" altLang="nb-NO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nb-NO" altLang="nb-NO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b-NO" altLang="nb-NO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nb-NO" altLang="nb-NO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nb-NO" altLang="nb-N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nb-NO" altLang="nb-N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nb-NO" altLang="nb-N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nb-NO" altLang="nb-NO" sz="2800" dirty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nb-NO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nb-NO" altLang="nb-NO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b-NO" altLang="nb-NO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nb-NO" sz="28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nb-NO" altLang="nb-NO" sz="28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0</m:t>
                    </m:r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mhp</a:t>
                </a:r>
                <a:r>
                  <a:rPr lang="nb-NO" dirty="0"/>
                  <a:t>. på </a:t>
                </a:r>
                <a14:m>
                  <m:oMath xmlns:m="http://schemas.openxmlformats.org/officeDocument/2006/math">
                    <m:r>
                      <a:rPr lang="en-US" altLang="nb-NO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nb-NO" dirty="0"/>
                  <a:t> og sette derivasjonen lik null slik at forventningen holdes uforandret når </a:t>
                </a:r>
                <a14:m>
                  <m:oMath xmlns:m="http://schemas.openxmlformats.org/officeDocument/2006/math">
                    <m:r>
                      <a:rPr lang="en-US" altLang="nb-NO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nb-NO" dirty="0"/>
                  <a:t> øker.</a:t>
                </a:r>
              </a:p>
              <a:p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nb-NO" b="0" i="1" smtClean="0">
                              <a:latin typeface="Cambria Math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b="0" i="1" smtClean="0">
                                  <a:latin typeface="Cambria Math" charset="0"/>
                                </a:rPr>
                                <m:t>𝑈</m:t>
                              </m:r>
                              <m:r>
                                <a:rPr lang="nb-NO" b="0" i="1" smtClean="0">
                                  <a:latin typeface="Cambria Math" charset="0"/>
                                </a:rPr>
                                <m:t>′(</m:t>
                              </m:r>
                              <m:r>
                                <a:rPr lang="nb-NO" b="0" i="1" smtClean="0">
                                  <a:latin typeface="Cambria Math" charset="0"/>
                                </a:rPr>
                                <m:t>𝑌</m:t>
                              </m:r>
                              <m:r>
                                <a:rPr lang="nb-NO" b="0" i="1" smtClean="0">
                                  <a:latin typeface="Cambria Math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b-NO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bg-BG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lang="nb-NO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</m:den>
                      </m:f>
                      <m:r>
                        <a:rPr lang="nb-NO" b="0" i="1" smtClean="0">
                          <a:latin typeface="Cambria Math" charset="0"/>
                        </a:rPr>
                        <m:t>=0    </m:t>
                      </m:r>
                      <m:r>
                        <a:rPr lang="is-I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→</m:t>
                      </m:r>
                      <m:r>
                        <a:rPr lang="nb-NO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 </m:t>
                      </m:r>
                      <m:r>
                        <a:rPr lang="nb-NO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e>
                          </m:d>
                          <m:f>
                            <m:fPr>
                              <m:ctrlPr>
                                <a:rPr lang="bg-BG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bg-BG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𝜕</m:t>
                              </m:r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num>
                            <m:den>
                              <m:r>
                                <a:rPr lang="bg-BG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𝜕</m:t>
                              </m:r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nb-NO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nb-NO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𝑈</m:t>
                          </m:r>
                          <m:r>
                            <a:rPr lang="nb-NO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′(</m:t>
                          </m:r>
                          <m:r>
                            <a:rPr lang="nb-NO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𝑌</m:t>
                          </m:r>
                          <m:r>
                            <a:rPr lang="nb-NO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bg-BG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bg-BG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b-NO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bg-BG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𝜕</m:t>
                              </m:r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nb-NO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=0</m:t>
                      </m:r>
                    </m:oMath>
                  </m:oMathPara>
                </a14:m>
                <a:endParaRPr lang="en-US" b="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endParaRPr lang="nb-NO" b="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 </m:t>
                      </m:r>
                      <m:r>
                        <a:rPr lang="nb-NO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nb-NO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e>
                          </m:d>
                          <m:f>
                            <m:fPr>
                              <m:ctrlPr>
                                <a:rPr lang="bg-BG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bg-BG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𝜕</m:t>
                              </m:r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num>
                            <m:den>
                              <m:r>
                                <a:rPr lang="bg-BG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𝜕</m:t>
                              </m:r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=0</m:t>
                      </m:r>
                    </m:oMath>
                  </m:oMathPara>
                </a14:m>
                <a:endParaRPr lang="nb-NO" b="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4BDB7E-CA08-EF37-3702-5969ECB294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0098" y="1476375"/>
                <a:ext cx="9145016" cy="5601225"/>
              </a:xfrm>
              <a:blipFill>
                <a:blip r:embed="rId3"/>
                <a:stretch>
                  <a:fillRect l="-2400" t="-979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227FF-CAFB-E094-552A-E37B82317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10</a:t>
            </a:fld>
            <a:endParaRPr lang="nb-NO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14B03AFB-283F-66C9-413F-5751CB1E0192}"/>
              </a:ext>
            </a:extLst>
          </p:cNvPr>
          <p:cNvSpPr/>
          <p:nvPr/>
        </p:nvSpPr>
        <p:spPr>
          <a:xfrm rot="16200000">
            <a:off x="8196728" y="3264381"/>
            <a:ext cx="144015" cy="576064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24BA8-E9B1-4646-BA78-D838367B11C1}"/>
              </a:ext>
            </a:extLst>
          </p:cNvPr>
          <p:cNvSpPr txBox="1"/>
          <p:nvPr/>
        </p:nvSpPr>
        <p:spPr>
          <a:xfrm>
            <a:off x="8028930" y="3531216"/>
            <a:ext cx="595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>
                <a:solidFill>
                  <a:srgbClr val="FF0000"/>
                </a:solidFill>
              </a:rPr>
              <a:t>=0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3B902-ED8F-4183-7076-E64CB5DBF19C}"/>
              </a:ext>
            </a:extLst>
          </p:cNvPr>
          <p:cNvSpPr txBox="1"/>
          <p:nvPr/>
        </p:nvSpPr>
        <p:spPr>
          <a:xfrm>
            <a:off x="6156722" y="2556495"/>
            <a:ext cx="35766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solidFill>
                  <a:srgbClr val="FF0000"/>
                </a:solidFill>
              </a:rPr>
              <a:t>Den stokastiske avkastningen</a:t>
            </a:r>
          </a:p>
          <a:p>
            <a:r>
              <a:rPr lang="nb-NO" dirty="0">
                <a:solidFill>
                  <a:srgbClr val="FF0000"/>
                </a:solidFill>
              </a:rPr>
              <a:t>påvirkes ikke av skatten </a:t>
            </a:r>
          </a:p>
        </p:txBody>
      </p:sp>
    </p:spTree>
    <p:extLst>
      <p:ext uri="{BB962C8B-B14F-4D97-AF65-F5344CB8AC3E}">
        <p14:creationId xmlns:p14="http://schemas.microsoft.com/office/powerpoint/2010/main" val="1034844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D7F3CE4-3C72-7B61-74D3-E38CD3CECBE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e>
                          </m:d>
                          <m:f>
                            <m:fPr>
                              <m:ctrlPr>
                                <a:rPr lang="bg-BG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bg-BG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𝜕</m:t>
                              </m:r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num>
                            <m:den>
                              <m:r>
                                <a:rPr lang="bg-BG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𝜕</m:t>
                              </m:r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nb-NO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=0</m:t>
                      </m:r>
                    </m:oMath>
                  </m:oMathPara>
                </a14:m>
                <a:br>
                  <a:rPr lang="nb-NO" b="0" i="1" dirty="0">
                    <a:latin typeface="Cambria Math" charset="0"/>
                    <a:ea typeface="Cambria Math" charset="0"/>
                    <a:cs typeface="Cambria Math" charset="0"/>
                  </a:rPr>
                </a:br>
                <a:endParaRPr lang="nb-NO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D7F3CE4-3C72-7B61-74D3-E38CD3CECB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1CCD8E-9DC3-EF43-E257-1B1AABA315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8090" y="1718826"/>
                <a:ext cx="8913381" cy="535877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nb-NO" sz="2400" dirty="0"/>
                  <a:t>Hvor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 sz="2400" b="0" i="0" smtClean="0">
                        <a:latin typeface="Cambria Math" charset="0"/>
                      </a:rPr>
                      <m:t>Y</m:t>
                    </m:r>
                    <m:r>
                      <a:rPr lang="nb-NO" sz="2400" i="1">
                        <a:latin typeface="Cambria Math" charset="0"/>
                      </a:rPr>
                      <m:t>=</m:t>
                    </m:r>
                    <m:r>
                      <a:rPr lang="nb-NO" sz="2400" b="0" i="1" smtClean="0">
                        <a:latin typeface="Cambria Math" charset="0"/>
                      </a:rPr>
                      <m:t>𝐴</m:t>
                    </m:r>
                    <m:r>
                      <a:rPr lang="nb-NO" sz="2400" b="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nb-NO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nb-NO" sz="24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nb-NO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sz="2400" b="0" i="1" smtClean="0">
                            <a:latin typeface="Cambria Math" charset="0"/>
                          </a:rPr>
                          <m:t>1−</m:t>
                        </m:r>
                        <m:r>
                          <a:rPr lang="nb-NO" sz="2400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𝑜𝑔</m:t>
                    </m:r>
                  </m:oMath>
                </a14:m>
                <a:r>
                  <a:rPr lang="nb-NO" sz="2400" b="0" i="1" dirty="0">
                    <a:latin typeface="Cambria Math" charset="0"/>
                  </a:rPr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bg-BG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𝜕</m:t>
                        </m:r>
                        <m:r>
                          <a:rPr lang="nb-NO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𝑌</m:t>
                        </m:r>
                      </m:num>
                      <m:den>
                        <m:r>
                          <a:rPr lang="bg-BG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𝜕</m:t>
                        </m:r>
                        <m:r>
                          <a:rPr lang="nb-NO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den>
                    </m:f>
                    <m:r>
                      <a:rPr lang="nb-NO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f>
                      <m:fPr>
                        <m:ctrlPr>
                          <a:rPr lang="bg-BG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bg-BG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nb-NO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nb-NO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bg-BG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𝜕</m:t>
                        </m:r>
                        <m:r>
                          <a:rPr lang="nb-NO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nb-NO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sz="2400" i="1">
                            <a:latin typeface="Cambria Math" charset="0"/>
                          </a:rPr>
                          <m:t>1−</m:t>
                        </m:r>
                        <m:r>
                          <a:rPr lang="nb-NO" sz="2400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nb-NO" sz="24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nb-NO" sz="24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endParaRPr lang="nb-NO" sz="2400" i="1" dirty="0">
                  <a:latin typeface="Cambria Math" charset="0"/>
                </a:endParaRPr>
              </a:p>
              <a:p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e>
                          </m:d>
                          <m:d>
                            <m:d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b-NO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nb-NO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bg-BG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r>
                                    <a:rPr lang="nb-NO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𝑡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i="1">
                                      <a:solidFill>
                                        <a:srgbClr val="7030A0"/>
                                      </a:solidFill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b-NO" i="1">
                                      <a:solidFill>
                                        <a:srgbClr val="7030A0"/>
                                      </a:solidFill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nb-NO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b-NO" i="1">
                                      <a:latin typeface="Cambria Math" charset="0"/>
                                    </a:rPr>
                                    <m:t>1−</m:t>
                                  </m:r>
                                  <m:r>
                                    <a:rPr lang="nb-NO" i="1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i="1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nb-NO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i="1">
                                      <a:solidFill>
                                        <a:srgbClr val="7030A0"/>
                                      </a:solidFill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b-NO" i="1">
                                      <a:solidFill>
                                        <a:srgbClr val="7030A0"/>
                                      </a:solidFill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nb-NO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=0</m:t>
                      </m:r>
                    </m:oMath>
                  </m:oMathPara>
                </a14:m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endParaRPr lang="nb-NO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→</m:t>
                      </m:r>
                      <m:r>
                        <a:rPr lang="nb-NO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nb-NO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e>
                          </m:d>
                          <m:d>
                            <m:dPr>
                              <m:begChr m:val="{"/>
                              <m:endChr m:val="}"/>
                              <m:ctrlPr>
                                <a:rPr lang="nb-NO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b-NO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nb-NO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bg-BG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r>
                                    <a:rPr lang="nb-NO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𝑡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nb-NO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b-NO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nb-NO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nb-NO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b-NO" i="1">
                                      <a:latin typeface="Cambria Math" charset="0"/>
                                    </a:rPr>
                                    <m:t>1−</m:t>
                                  </m:r>
                                  <m:r>
                                    <a:rPr lang="nb-NO" i="1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b-NO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i="1">
                                  <a:latin typeface="Cambria Math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nb-NO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nb-NO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nb-NO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nb-NO" b="0" i="1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=0</m:t>
                      </m:r>
                    </m:oMath>
                  </m:oMathPara>
                </a14:m>
                <a:endParaRPr lang="is-IS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1CCD8E-9DC3-EF43-E257-1B1AABA315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090" y="1718826"/>
                <a:ext cx="8913381" cy="5358774"/>
              </a:xfrm>
              <a:blipFill>
                <a:blip r:embed="rId3"/>
                <a:stretch>
                  <a:fillRect l="-1984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EB7B4-6586-3E5E-144A-7238C422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11</a:t>
            </a:fld>
            <a:endParaRPr lang="nb-NO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305B841D-382F-7637-FC8A-135308C4063D}"/>
              </a:ext>
            </a:extLst>
          </p:cNvPr>
          <p:cNvSpPr/>
          <p:nvPr/>
        </p:nvSpPr>
        <p:spPr>
          <a:xfrm rot="5400000">
            <a:off x="5176188" y="2456296"/>
            <a:ext cx="376891" cy="3744416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>
              <a:ln w="38100"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5D9E3A-13F0-927E-58F7-41E781DFFDEF}"/>
                  </a:ext>
                </a:extLst>
              </p:cNvPr>
              <p:cNvSpPr txBox="1"/>
              <p:nvPr/>
            </p:nvSpPr>
            <p:spPr>
              <a:xfrm>
                <a:off x="4843307" y="4516950"/>
                <a:ext cx="125867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nb-NO" sz="2800" i="1" smtClean="0">
                              <a:latin typeface="Cambria Math" panose="02040503050406030204" pitchFamily="18" charset="0"/>
                              <a:ea typeface="Cambria Math" charset="0"/>
                            </a:rPr>
                          </m:ctrlPr>
                        </m:fPr>
                        <m:num>
                          <m:r>
                            <a:rPr lang="bg-BG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lang="nb-NO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𝑌</m:t>
                          </m:r>
                        </m:num>
                        <m:den>
                          <m:r>
                            <a:rPr lang="bg-BG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lang="nb-NO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nb-NO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5D9E3A-13F0-927E-58F7-41E781DFF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307" y="4516950"/>
                <a:ext cx="125867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416DDCE-6A61-944D-8276-15EB30AC38C0}"/>
              </a:ext>
            </a:extLst>
          </p:cNvPr>
          <p:cNvSpPr txBox="1"/>
          <p:nvPr/>
        </p:nvSpPr>
        <p:spPr>
          <a:xfrm>
            <a:off x="1764234" y="5073999"/>
            <a:ext cx="8070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 tar forventningen av hvert enkelt ledd og ganger inn </a:t>
            </a:r>
            <a:r>
              <a:rPr lang="nb-NO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r>
              <a:rPr lang="nb-NO" sz="2400" i="1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nb-NO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nb-NO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142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D535CA-DC21-6D06-C95F-A4073B035A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nb-NO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e>
                          </m:d>
                          <m:d>
                            <m:dPr>
                              <m:begChr m:val="{"/>
                              <m:endChr m:val="}"/>
                              <m:ctrlPr>
                                <a:rPr lang="nb-NO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b-NO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nb-NO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bg-BG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r>
                                    <a:rPr lang="nb-NO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𝑡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nb-NO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b-NO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nb-NO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nb-NO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b-NO" i="1">
                                      <a:latin typeface="Cambria Math" charset="0"/>
                                    </a:rPr>
                                    <m:t>1−</m:t>
                                  </m:r>
                                  <m:r>
                                    <a:rPr lang="nb-NO" i="1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b-NO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i="1">
                                  <a:latin typeface="Cambria Math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nb-NO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nb-NO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nb-NO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nb-NO" b="0" i="1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=0</m:t>
                      </m:r>
                    </m:oMath>
                  </m:oMathPara>
                </a14:m>
                <a:br>
                  <a:rPr lang="is-IS" i="1" dirty="0">
                    <a:latin typeface="Cambria Math" charset="0"/>
                    <a:ea typeface="Cambria Math" charset="0"/>
                    <a:cs typeface="Cambria Math" charset="0"/>
                  </a:rPr>
                </a:br>
                <a:endParaRPr lang="nb-NO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D535CA-DC21-6D06-C95F-A4073B035A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861D62-3753-4210-AC29-F815A63B7A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→</m:t>
                      </m:r>
                      <m:r>
                        <a:rPr lang="nb-NO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nb-NO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e>
                          </m:d>
                          <m:d>
                            <m:dPr>
                              <m:begChr m:val="{"/>
                              <m:endChr m:val="}"/>
                              <m:ctrlPr>
                                <a:rPr lang="nb-NO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b-NO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nb-NO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bg-BG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r>
                                    <a:rPr lang="nb-NO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𝑡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nb-NO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b-NO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nb-NO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nb-NO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b-NO" i="1">
                                      <a:latin typeface="Cambria Math" charset="0"/>
                                    </a:rPr>
                                    <m:t>1−</m:t>
                                  </m:r>
                                  <m:r>
                                    <a:rPr lang="nb-NO" i="1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i="1">
                                  <a:latin typeface="Cambria Math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nb-NO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nb-NO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nb-NO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is-IS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endParaRPr lang="is-IS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 </m:t>
                      </m:r>
                      <m:r>
                        <a:rPr lang="nb-NO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nb-NO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𝑌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nb-NO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bg-BG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bg-BG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i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nb-NO" i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bg-BG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𝜕</m:t>
                              </m:r>
                              <m:r>
                                <a:rPr lang="nb-NO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den>
                          </m:f>
                          <m:d>
                            <m:dPr>
                              <m:ctrlPr>
                                <a:rPr lang="nb-NO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1−</m:t>
                              </m:r>
                              <m:r>
                                <a:rPr lang="nb-NO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nb-NO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nb-NO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nb-NO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𝑈</m:t>
                          </m:r>
                          <m:r>
                            <a:rPr lang="nb-NO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′′(</m:t>
                          </m:r>
                          <m:r>
                            <a:rPr lang="nb-NO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𝑌</m:t>
                          </m:r>
                          <m:r>
                            <a:rPr lang="nb-NO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 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nb-NO" i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s-IS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s-IS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→</m:t>
                      </m:r>
                      <m:f>
                        <m:fPr>
                          <m:ctrlPr>
                            <a:rPr lang="bg-BG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bg-BG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nb-NO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bg-BG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lang="nb-NO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i="1">
                              <a:latin typeface="Cambria Math" charset="0"/>
                            </a:rPr>
                            <m:t>1−</m:t>
                          </m:r>
                          <m:r>
                            <a:rPr lang="nb-NO" i="1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nb-NO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nb-NO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s-IS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s-I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→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    </m:t>
                      </m:r>
                      <m:f>
                        <m:fPr>
                          <m:ctrlPr>
                            <a:rPr lang="bg-BG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bg-BG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bg-BG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𝜕</m:t>
                          </m:r>
                          <m:r>
                            <a:rPr lang="nb-NO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</m:den>
                      </m:f>
                      <m:r>
                        <a:rPr lang="nb-NO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nb-NO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(1−</m:t>
                          </m:r>
                          <m:r>
                            <a:rPr lang="nb-NO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  <m:r>
                            <a:rPr lang="nb-NO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</m:t>
                          </m:r>
                        </m:den>
                      </m:f>
                      <m:r>
                        <a:rPr lang="nb-NO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&gt;0</m:t>
                      </m:r>
                    </m:oMath>
                  </m:oMathPara>
                </a14:m>
                <a:endParaRPr lang="is-IS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endParaRPr lang="is-IS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861D62-3753-4210-AC29-F815A63B7A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18B67-4F59-9358-6C44-9F4729BCF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12</a:t>
            </a:fld>
            <a:endParaRPr lang="nb-NO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D0A188CE-0179-58CD-29BE-D8D41939449D}"/>
              </a:ext>
            </a:extLst>
          </p:cNvPr>
          <p:cNvSpPr/>
          <p:nvPr/>
        </p:nvSpPr>
        <p:spPr>
          <a:xfrm rot="16200000">
            <a:off x="4860578" y="2844527"/>
            <a:ext cx="216024" cy="1512168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5FA2FC-2E47-E0E6-5C2F-63F86A8D1C5D}"/>
              </a:ext>
            </a:extLst>
          </p:cNvPr>
          <p:cNvSpPr txBox="1"/>
          <p:nvPr/>
        </p:nvSpPr>
        <p:spPr>
          <a:xfrm>
            <a:off x="3765376" y="3092488"/>
            <a:ext cx="2549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solidFill>
                  <a:srgbClr val="FF0000"/>
                </a:solidFill>
              </a:rPr>
              <a:t>Ikke stokastiske ledd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EFF748-0342-BE16-ACBE-DAF71D3D709C}"/>
              </a:ext>
            </a:extLst>
          </p:cNvPr>
          <p:cNvCxnSpPr/>
          <p:nvPr/>
        </p:nvCxnSpPr>
        <p:spPr>
          <a:xfrm flipH="1">
            <a:off x="6948810" y="3780631"/>
            <a:ext cx="720080" cy="64807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C29E01-EA38-3445-62ED-F513F553AD44}"/>
              </a:ext>
            </a:extLst>
          </p:cNvPr>
          <p:cNvCxnSpPr/>
          <p:nvPr/>
        </p:nvCxnSpPr>
        <p:spPr>
          <a:xfrm flipH="1">
            <a:off x="2556322" y="3750141"/>
            <a:ext cx="720080" cy="64807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751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3339F4A-A796-EC4F-A374-C5B823D606A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00101" y="421425"/>
                <a:ext cx="7732885" cy="622902"/>
              </a:xfrm>
            </p:spPr>
            <p:txBody>
              <a:bodyPr>
                <a:normAutofit fontScale="90000"/>
              </a:bodyPr>
              <a:lstStyle/>
              <a:p>
                <a:r>
                  <a:rPr lang="nb-NO" altLang="nb-NO" sz="2800" dirty="0"/>
                  <a:t>Vårt resultat: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b-NO" altLang="nb-NO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altLang="nb-N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nb-NO" altLang="nb-NO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altLang="nb-NO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nb-NO" altLang="nb-NO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nb-NO" altLang="nb-N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nb-NO" altLang="nb-N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nb-NO" altLang="nb-NO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altLang="nb-NO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b-NO" altLang="nb-NO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altLang="nb-NO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nb-NO" altLang="nb-NO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nb-NO" altLang="nb-NO" sz="2800" i="1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nb-NO" altLang="nb-NO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altLang="nb-NO" sz="28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nb-NO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nb-NO" sz="28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3339F4A-A796-EC4F-A374-C5B823D606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00101" y="421425"/>
                <a:ext cx="7732885" cy="622902"/>
              </a:xfrm>
              <a:blipFill>
                <a:blip r:embed="rId3"/>
                <a:stretch>
                  <a:fillRect l="-2443" b="-8824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E0BFD-A41E-CB44-B3A4-037263AA9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200" y="1188343"/>
            <a:ext cx="8813906" cy="588925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nb-NO" altLang="nb-NO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Økt skatt fører til at vi investerer mer i den risikable aksjen</a:t>
            </a:r>
            <a:r>
              <a:rPr lang="nb-NO" altLang="nb-NO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defRPr/>
            </a:pPr>
            <a:endParaRPr lang="nb-NO" altLang="nb-NO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nb-NO" altLang="nb-NO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Intuisjon: Investor ønsker å replisere sannsynlighetsfordelingen for sluttnytte slik den var før skatten gikk opp. </a:t>
            </a:r>
            <a:r>
              <a:rPr lang="nb-NO" altLang="nb-NO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 må man øke investeringen i den risikable aksjen siden den risikofrie plasseringen gir null-avkastning.</a:t>
            </a:r>
          </a:p>
          <a:p>
            <a:pPr>
              <a:defRPr/>
            </a:pPr>
            <a:endParaRPr lang="nb-NO" altLang="nb-NO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nb-NO" altLang="nb-NO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Antakelsen om </a:t>
            </a:r>
            <a:r>
              <a:rPr lang="nb-NO" altLang="nb-NO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avkastning </a:t>
            </a:r>
            <a:r>
              <a:rPr lang="nb-NO" altLang="nb-NO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på den risikofrie plasseringen er en </a:t>
            </a:r>
            <a:r>
              <a:rPr lang="nb-NO" altLang="nb-NO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sentral forutsetning </a:t>
            </a:r>
            <a:r>
              <a:rPr lang="nb-NO" altLang="nb-NO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modellen. Den impliserer også at vi ikke trenger ta hensyn til nyttefunksjonens utforming (risikoholdningen)</a:t>
            </a:r>
          </a:p>
          <a:p>
            <a:pPr>
              <a:defRPr/>
            </a:pPr>
            <a:endParaRPr lang="nb-NO" altLang="nb-NO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nb-NO" altLang="nb-NO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annen sentral forutsetning er at vi får fullt fradrag for tap hvis avkastningen er negativ. </a:t>
            </a:r>
          </a:p>
          <a:p>
            <a:pPr marL="0" indent="0">
              <a:buNone/>
            </a:pPr>
            <a:endParaRPr lang="nb-NO" altLang="nb-NO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nb-NO" altLang="nb-NO" sz="2400" dirty="0"/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14E54-DDAC-A440-ABCA-60571230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13</a:t>
            </a:fld>
            <a:endParaRPr lang="nb-NO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10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457"/>
    </mc:Choice>
    <mc:Fallback xmlns="">
      <p:transition spd="slow" advTm="184457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7515-C68D-5860-4D8A-6970FDD7F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2800" dirty="0"/>
              <a:t>Hvordan påvirker antagelsen om null i avkastning på det sikre aktivumet resultatet?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24ADEC-51AD-E62A-EEBF-85677663CA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9200" y="1718826"/>
                <a:ext cx="8813906" cy="5358774"/>
              </a:xfrm>
            </p:spPr>
            <p:txBody>
              <a:bodyPr>
                <a:noAutofit/>
              </a:bodyPr>
              <a:lstStyle/>
              <a:p>
                <a:r>
                  <a:rPr lang="nb-NO" sz="2400" dirty="0"/>
                  <a:t>Hvis det sikre alternativet har positiv avkastning dvs.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sz="2400" dirty="0"/>
                  <a:t>blir formelen slik</a:t>
                </a:r>
              </a:p>
              <a:p>
                <a:endParaRPr lang="nb-NO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b-NO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nb-NO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nb-NO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b-NO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−1)</m:t>
                              </m:r>
                            </m:e>
                          </m:d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 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nb-NO" sz="2400" dirty="0"/>
              </a:p>
              <a:p>
                <a:pPr marL="0" indent="0">
                  <a:buNone/>
                </a:pPr>
                <a:endParaRPr lang="nb-NO" sz="2400" dirty="0"/>
              </a:p>
              <a:p>
                <a:r>
                  <a:rPr lang="nb-NO" sz="2400" dirty="0"/>
                  <a:t>Vi ser at resultatet avhenger av størrelsen på den risikofrie avkastningen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nb-NO" sz="2400" dirty="0"/>
                  <a:t>) og vår risikoholdning</a:t>
                </a:r>
                <a:r>
                  <a:rPr lang="nb-NO" sz="2400"/>
                  <a:t>. </a:t>
                </a:r>
                <a:endParaRPr lang="nb-NO" sz="2400" dirty="0"/>
              </a:p>
              <a:p>
                <a:r>
                  <a:rPr lang="nb-NO" sz="2400" dirty="0"/>
                  <a:t>Det andre leddet i uttrykket til høyre kan tolkes som en slags inntektseffekt. </a:t>
                </a:r>
                <a:r>
                  <a:rPr lang="nb-NO" sz="2400" dirty="0">
                    <a:solidFill>
                      <a:srgbClr val="FF0000"/>
                    </a:solidFill>
                  </a:rPr>
                  <a:t>Vi kan ikke si noe sikkert om vi investerer mer eller mindre i aksjen nå!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24ADEC-51AD-E62A-EEBF-85677663CA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9200" y="1718826"/>
                <a:ext cx="8813906" cy="5358774"/>
              </a:xfrm>
              <a:blipFill>
                <a:blip r:embed="rId2"/>
                <a:stretch>
                  <a:fillRect l="-1936" t="-910" r="-2490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149BE-4C3F-B3FF-9B9D-D505CDD20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19168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130" y="25136"/>
            <a:ext cx="7732885" cy="917054"/>
          </a:xfrm>
        </p:spPr>
        <p:txBody>
          <a:bodyPr>
            <a:normAutofit/>
          </a:bodyPr>
          <a:lstStyle/>
          <a:p>
            <a:r>
              <a:rPr lang="nb-NO" sz="3600" dirty="0"/>
              <a:t>Spareprodukter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5839" y="1260351"/>
            <a:ext cx="8813906" cy="5358774"/>
          </a:xfrm>
        </p:spPr>
        <p:txBody>
          <a:bodyPr>
            <a:normAutofit/>
          </a:bodyPr>
          <a:lstStyle/>
          <a:p>
            <a:r>
              <a:rPr lang="nb-NO" sz="2400" b="1" dirty="0"/>
              <a:t>Investering 1 (banksparing)</a:t>
            </a:r>
            <a:r>
              <a:rPr lang="nb-NO" sz="2400" dirty="0"/>
              <a:t>: Sette kr </a:t>
            </a:r>
            <a:r>
              <a:rPr lang="nb-NO" sz="2400" i="1" dirty="0"/>
              <a:t>Y</a:t>
            </a:r>
            <a:r>
              <a:rPr lang="nb-NO" sz="2400" dirty="0"/>
              <a:t> på konto til rente </a:t>
            </a:r>
            <a:r>
              <a:rPr lang="nb-NO" sz="2400" i="1" dirty="0"/>
              <a:t>r</a:t>
            </a:r>
            <a:r>
              <a:rPr lang="nb-NO" sz="2400" dirty="0"/>
              <a:t> hvor renteinntekt skattes med </a:t>
            </a:r>
            <a:r>
              <a:rPr lang="nb-NO" sz="2400" i="1" dirty="0"/>
              <a:t>t</a:t>
            </a:r>
            <a:r>
              <a:rPr lang="nb-NO" sz="2400" dirty="0"/>
              <a:t> hvert år i </a:t>
            </a:r>
            <a:r>
              <a:rPr lang="nb-NO" sz="2400" i="1" dirty="0"/>
              <a:t>n</a:t>
            </a:r>
            <a:r>
              <a:rPr lang="nb-NO" sz="2400" dirty="0"/>
              <a:t> år </a:t>
            </a:r>
          </a:p>
          <a:p>
            <a:pPr marL="0" indent="0">
              <a:buNone/>
            </a:pPr>
            <a:r>
              <a:rPr lang="nb-NO" sz="2400" i="1" dirty="0"/>
              <a:t>			eller</a:t>
            </a:r>
            <a:r>
              <a:rPr lang="nb-NO" sz="2400" dirty="0"/>
              <a:t>			</a:t>
            </a:r>
          </a:p>
          <a:p>
            <a:r>
              <a:rPr lang="nb-NO" sz="2400" b="1" dirty="0"/>
              <a:t>Investering 2 (sparing med skattekreditt (ASK konto))</a:t>
            </a:r>
            <a:r>
              <a:rPr lang="nb-NO" sz="2400" dirty="0"/>
              <a:t>: Spare kr </a:t>
            </a:r>
            <a:r>
              <a:rPr lang="nb-NO" sz="2400" i="1" dirty="0"/>
              <a:t>Y</a:t>
            </a:r>
            <a:r>
              <a:rPr lang="nb-NO" sz="2400" dirty="0"/>
              <a:t> hvor investor betaler skatt på akkumulert avkastning når sparekontrakten avsluttes i år </a:t>
            </a:r>
            <a:r>
              <a:rPr lang="nb-NO" sz="2400" i="1" dirty="0"/>
              <a:t>n </a:t>
            </a:r>
          </a:p>
          <a:p>
            <a:pPr marL="0" indent="0">
              <a:buNone/>
            </a:pPr>
            <a:r>
              <a:rPr lang="nb-NO" sz="2400" i="1" dirty="0"/>
              <a:t>			eller</a:t>
            </a:r>
          </a:p>
          <a:p>
            <a:r>
              <a:rPr lang="nb-NO" sz="2400" b="1" dirty="0"/>
              <a:t>Investering 3 (pensjonssparing)</a:t>
            </a:r>
            <a:r>
              <a:rPr lang="nb-NO" sz="2400" dirty="0"/>
              <a:t>: Vi investerer Y og får fradrag mot skattbar inntekt. I siste periode utbetales det investerte beløpet og investor må svare skatt av hele investeringen samt renteinntektene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15</a:t>
            </a:fld>
            <a:endParaRPr lang="nb-NO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202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161"/>
    </mc:Choice>
    <mc:Fallback xmlns="">
      <p:transition spd="slow" advTm="621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872" y="25136"/>
            <a:ext cx="7732885" cy="917054"/>
          </a:xfrm>
        </p:spPr>
        <p:txBody>
          <a:bodyPr>
            <a:normAutofit/>
          </a:bodyPr>
          <a:lstStyle/>
          <a:p>
            <a:r>
              <a:rPr lang="nb-NO" sz="3600" dirty="0"/>
              <a:t>Investering 1 (banksparing)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8090" y="1404367"/>
                <a:ext cx="9361040" cy="6032600"/>
              </a:xfrm>
            </p:spPr>
            <p:txBody>
              <a:bodyPr>
                <a:noAutofit/>
              </a:bodyPr>
              <a:lstStyle/>
              <a:p>
                <a:r>
                  <a:rPr lang="nb-NO" sz="3200" dirty="0"/>
                  <a:t>Sette kr </a:t>
                </a:r>
                <a:r>
                  <a:rPr lang="nb-NO" sz="3200" i="1" dirty="0"/>
                  <a:t>Y</a:t>
                </a:r>
                <a:r>
                  <a:rPr lang="nb-NO" sz="3200" dirty="0"/>
                  <a:t> på konto til rente </a:t>
                </a:r>
                <a:r>
                  <a:rPr lang="nb-NO" sz="3200" i="1" dirty="0"/>
                  <a:t>r</a:t>
                </a:r>
                <a:r>
                  <a:rPr lang="nb-NO" sz="3200" dirty="0"/>
                  <a:t> hvor renteinntekt skattes med </a:t>
                </a:r>
                <a:r>
                  <a:rPr lang="nb-NO" sz="3200" i="1" dirty="0"/>
                  <a:t>t</a:t>
                </a:r>
                <a:r>
                  <a:rPr lang="nb-NO" sz="3200" dirty="0"/>
                  <a:t> hvert år i </a:t>
                </a:r>
                <a:r>
                  <a:rPr lang="nb-NO" sz="3200" i="1" dirty="0"/>
                  <a:t>n</a:t>
                </a:r>
                <a:r>
                  <a:rPr lang="nb-NO" sz="3200" dirty="0"/>
                  <a:t> år:</a:t>
                </a:r>
              </a:p>
              <a:p>
                <a:endParaRPr lang="nb-NO" sz="3200" dirty="0"/>
              </a:p>
              <a:p>
                <a:r>
                  <a:rPr lang="nb-NO" sz="3200" dirty="0"/>
                  <a:t>Verdien (</a:t>
                </a:r>
                <a:r>
                  <a:rPr lang="nb-NO" sz="3200" i="1" dirty="0"/>
                  <a:t>V</a:t>
                </a:r>
                <a:r>
                  <a:rPr lang="nb-NO" sz="3200" i="1" baseline="-25000" dirty="0"/>
                  <a:t>1</a:t>
                </a:r>
                <a:r>
                  <a:rPr lang="nb-NO" sz="3200" dirty="0"/>
                  <a:t>) etter </a:t>
                </a:r>
                <a:r>
                  <a:rPr lang="nb-NO" sz="3200" i="1" dirty="0"/>
                  <a:t>n</a:t>
                </a:r>
                <a:r>
                  <a:rPr lang="nb-NO" sz="3200" dirty="0"/>
                  <a:t> år er:  </a:t>
                </a:r>
              </a:p>
              <a:p>
                <a:pPr marL="266700" lvl="1" indent="0" algn="ctr">
                  <a:buNone/>
                </a:pPr>
                <a:endParaRPr lang="nb-NO" sz="3200" i="1" dirty="0">
                  <a:latin typeface="Cambria Math"/>
                </a:endParaRPr>
              </a:p>
              <a:p>
                <a:pPr marL="2667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b-NO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nb-NO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3200" b="0" i="1" smtClean="0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nb-NO" sz="3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nb-NO" sz="3200" b="0" i="1" smtClean="0">
                              <a:latin typeface="Cambria Math"/>
                            </a:rPr>
                            <m:t>=</m:t>
                          </m:r>
                          <m:r>
                            <a:rPr lang="nb-NO" sz="3200" b="0" i="1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nb-NO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sz="3200" i="1">
                                  <a:latin typeface="Cambria Math"/>
                                </a:rPr>
                                <m:t>1+</m:t>
                              </m:r>
                              <m:r>
                                <a:rPr lang="nb-NO" sz="3200" i="1">
                                  <a:latin typeface="Cambria Math"/>
                                </a:rPr>
                                <m:t>𝑟</m:t>
                              </m:r>
                              <m:r>
                                <a:rPr lang="nb-NO" sz="3200" i="1">
                                  <a:latin typeface="Cambria Math"/>
                                </a:rPr>
                                <m:t>(1−</m:t>
                              </m:r>
                              <m:r>
                                <a:rPr lang="nb-NO" sz="32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nb-NO" sz="3200" i="1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nb-NO" sz="3200" dirty="0"/>
              </a:p>
              <a:p>
                <a:endParaRPr lang="nb-NO" sz="3600" dirty="0"/>
              </a:p>
              <a:p>
                <a:r>
                  <a:rPr lang="nb-NO" sz="3200" dirty="0"/>
                  <a:t>Investering 1 er karakteristisk for banksparing eller obligasjoner med løpende rente og skattlegging</a:t>
                </a:r>
                <a:endParaRPr lang="nb-NO" sz="3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090" y="1404367"/>
                <a:ext cx="9361040" cy="6032600"/>
              </a:xfrm>
              <a:blipFill>
                <a:blip r:embed="rId3"/>
                <a:stretch>
                  <a:fillRect l="-2476" t="-1010" r="-280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16</a:t>
            </a:fld>
            <a:endParaRPr lang="nb-NO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992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64"/>
    </mc:Choice>
    <mc:Fallback xmlns="">
      <p:transition spd="slow" advTm="3186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76" y="104105"/>
            <a:ext cx="8582271" cy="917054"/>
          </a:xfrm>
        </p:spPr>
        <p:txBody>
          <a:bodyPr>
            <a:normAutofit fontScale="90000"/>
          </a:bodyPr>
          <a:lstStyle/>
          <a:p>
            <a:r>
              <a:rPr lang="nb-NO" sz="3600" dirty="0"/>
              <a:t>Investering 2 (sparing med skatteutsettelse)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6776" y="1476375"/>
                <a:ext cx="9274322" cy="5616624"/>
              </a:xfrm>
            </p:spPr>
            <p:txBody>
              <a:bodyPr>
                <a:noAutofit/>
              </a:bodyPr>
              <a:lstStyle/>
              <a:p>
                <a:r>
                  <a:rPr lang="nb-NO" sz="3200" dirty="0"/>
                  <a:t>Spare kr </a:t>
                </a:r>
                <a:r>
                  <a:rPr lang="nb-NO" sz="3200" i="1" dirty="0"/>
                  <a:t>Y</a:t>
                </a:r>
                <a:r>
                  <a:rPr lang="nb-NO" sz="3200" dirty="0"/>
                  <a:t> hvor investor betaler skatt på akkumulert avkastning når sparekontrakten avsluttes i år </a:t>
                </a:r>
                <a:r>
                  <a:rPr lang="nb-NO" sz="3200" i="1" dirty="0"/>
                  <a:t>n (vi får skattekreditt inntil sparingen avsluttes):</a:t>
                </a:r>
              </a:p>
              <a:p>
                <a:endParaRPr lang="nb-NO" sz="3200" i="1" dirty="0"/>
              </a:p>
              <a:p>
                <a:r>
                  <a:rPr lang="nb-NO" sz="3200" dirty="0"/>
                  <a:t>Verdien (</a:t>
                </a:r>
                <a:r>
                  <a:rPr lang="nb-NO" sz="3200" i="1" dirty="0"/>
                  <a:t>V</a:t>
                </a:r>
                <a:r>
                  <a:rPr lang="nb-NO" sz="3200" i="1" baseline="-25000" dirty="0"/>
                  <a:t>2</a:t>
                </a:r>
                <a:r>
                  <a:rPr lang="nb-NO" sz="3200" dirty="0"/>
                  <a:t>) etter </a:t>
                </a:r>
                <a:r>
                  <a:rPr lang="nb-NO" sz="3200" i="1" dirty="0"/>
                  <a:t>n</a:t>
                </a:r>
                <a:r>
                  <a:rPr lang="nb-NO" sz="3200" dirty="0"/>
                  <a:t> år er:</a:t>
                </a:r>
              </a:p>
              <a:p>
                <a:pPr marL="0" indent="0">
                  <a:buNone/>
                </a:pPr>
                <a:r>
                  <a:rPr lang="nb-NO" sz="2400" dirty="0"/>
                  <a:t> 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32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nb-NO" sz="3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nb-NO" sz="3200" b="0" i="1" smtClean="0">
                          <a:latin typeface="Cambria Math"/>
                        </a:rPr>
                        <m:t>=</m:t>
                      </m:r>
                      <m:r>
                        <a:rPr lang="nb-NO" sz="3200" i="1">
                          <a:latin typeface="Cambria Math"/>
                        </a:rPr>
                        <m:t>𝑌</m:t>
                      </m:r>
                      <m:sSup>
                        <m:sSupPr>
                          <m:ctrlPr>
                            <a:rPr lang="nb-NO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b-NO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sz="3200" i="1">
                                  <a:latin typeface="Cambria Math"/>
                                </a:rPr>
                                <m:t>1+</m:t>
                              </m:r>
                              <m:r>
                                <a:rPr lang="nb-NO" sz="3200" i="1"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nb-NO" sz="32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nb-NO" sz="3200" i="1">
                          <a:latin typeface="Cambria Math"/>
                        </a:rPr>
                        <m:t>−</m:t>
                      </m:r>
                      <m:r>
                        <a:rPr lang="nb-NO" sz="3200" i="1">
                          <a:latin typeface="Cambria Math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nb-NO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sz="3200" i="1">
                              <a:latin typeface="Cambria Math"/>
                            </a:rPr>
                            <m:t>𝑌</m:t>
                          </m:r>
                          <m:sSup>
                            <m:sSupPr>
                              <m:ctrlPr>
                                <a:rPr lang="nb-NO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b-NO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b-NO" sz="3200" i="1">
                                      <a:latin typeface="Cambria Math"/>
                                    </a:rPr>
                                    <m:t>1+</m:t>
                                  </m:r>
                                  <m:r>
                                    <a:rPr lang="nb-NO" sz="3200" i="1">
                                      <a:latin typeface="Cambria Math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nb-NO" sz="3200" i="1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  <m:r>
                            <a:rPr lang="nb-NO" sz="3200" i="1">
                              <a:latin typeface="Cambria Math"/>
                            </a:rPr>
                            <m:t>−</m:t>
                          </m:r>
                          <m:r>
                            <a:rPr lang="nb-NO" sz="3200" i="1">
                              <a:latin typeface="Cambria Math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nb-NO" sz="3200" i="1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3200" i="1">
                          <a:latin typeface="Cambria Math"/>
                        </a:rPr>
                        <m:t>=</m:t>
                      </m:r>
                      <m:r>
                        <a:rPr lang="nb-NO" sz="3200" i="1">
                          <a:latin typeface="Cambria Math"/>
                        </a:rPr>
                        <m:t>𝑌</m:t>
                      </m:r>
                      <m:d>
                        <m:dPr>
                          <m:begChr m:val="["/>
                          <m:endChr m:val="]"/>
                          <m:ctrlPr>
                            <a:rPr lang="nb-NO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nb-NO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b-NO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b-NO" sz="3200" i="1">
                                      <a:latin typeface="Cambria Math"/>
                                    </a:rPr>
                                    <m:t>1+</m:t>
                                  </m:r>
                                  <m:r>
                                    <a:rPr lang="nb-NO" sz="3200" i="1">
                                      <a:latin typeface="Cambria Math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nb-NO" sz="3200" i="1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nb-NO" sz="3200" i="1" dirty="0"/>
              </a:p>
              <a:p>
                <a:pPr marL="0" indent="0" algn="ctr">
                  <a:buNone/>
                </a:pPr>
                <a:endParaRPr lang="nb-NO" sz="3200" i="1" dirty="0"/>
              </a:p>
              <a:p>
                <a:pPr marL="0" indent="0" algn="ctr">
                  <a:buNone/>
                </a:pPr>
                <a:endParaRPr lang="nb-NO" sz="2400" i="1" dirty="0"/>
              </a:p>
              <a:p>
                <a:endParaRPr lang="nb-NO" sz="24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76" y="1476375"/>
                <a:ext cx="9274322" cy="5616624"/>
              </a:xfrm>
              <a:blipFill>
                <a:blip r:embed="rId3"/>
                <a:stretch>
                  <a:fillRect l="-2498" t="-1085" r="-184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17</a:t>
            </a:fld>
            <a:endParaRPr lang="nb-NO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456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923"/>
    </mc:Choice>
    <mc:Fallback xmlns="">
      <p:transition spd="slow" advTm="589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>
    <p:ext uri="{3A86A75C-4F4B-4683-9AE1-C65F6400EC91}">
      <p14:laserTraceLst xmlns:p14="http://schemas.microsoft.com/office/powerpoint/2010/main">
        <p14:tracePtLst>
          <p14:tracePt t="29124" x="3422650" y="7467600"/>
          <p14:tracePt t="29133" x="3525838" y="7402513"/>
          <p14:tracePt t="29139" x="3657600" y="7318375"/>
          <p14:tracePt t="29147" x="3806825" y="7240588"/>
          <p14:tracePt t="29158" x="3967163" y="7153275"/>
          <p14:tracePt t="29165" x="4144963" y="7059613"/>
          <p14:tracePt t="29171" x="4367213" y="6972300"/>
          <p14:tracePt t="29181" x="4565650" y="6869113"/>
          <p14:tracePt t="29190" x="4784725" y="6786563"/>
          <p14:tracePt t="29197" x="5008563" y="6699250"/>
          <p14:tracePt t="29206" x="5235575" y="6596063"/>
          <p14:tracePt t="29213" x="5453063" y="6497638"/>
          <p14:tracePt t="29221" x="5664200" y="6397625"/>
          <p14:tracePt t="29227" x="5891213" y="6261100"/>
          <p14:tracePt t="29237" x="6064250" y="6162675"/>
          <p14:tracePt t="29245" x="6208713" y="6067425"/>
          <p14:tracePt t="29253" x="6332538" y="5980113"/>
          <p14:tracePt t="29261" x="6435725" y="5894388"/>
          <p14:tracePt t="29269" x="6523038" y="5815013"/>
          <p14:tracePt t="29277" x="6580188" y="5732463"/>
          <p14:tracePt t="29283" x="6642100" y="5659438"/>
          <p14:tracePt t="29294" x="6680200" y="5567363"/>
          <p14:tracePt t="29301" x="6704013" y="5481638"/>
          <p14:tracePt t="29309" x="6729413" y="5399088"/>
          <p14:tracePt t="29318" x="6742113" y="5311775"/>
          <p14:tracePt t="29325" x="6754813" y="5224463"/>
          <p14:tracePt t="29333" x="6757988" y="5151438"/>
          <p14:tracePt t="29339" x="6757988" y="5087938"/>
          <p14:tracePt t="29349" x="6757988" y="5010150"/>
          <p14:tracePt t="29358" x="6754813" y="4935538"/>
          <p14:tracePt t="29365" x="6737350" y="4878388"/>
          <p14:tracePt t="29374" x="6716713" y="4811713"/>
          <p14:tracePt t="29381" x="6700838" y="4775200"/>
          <p14:tracePt t="29390" x="6680200" y="4705350"/>
          <p14:tracePt t="29395" x="6662738" y="4638675"/>
          <p14:tracePt t="29405" x="6642100" y="4592638"/>
          <p14:tracePt t="29413" x="6618288" y="4527550"/>
          <p14:tracePt t="29421" x="6600825" y="4465638"/>
          <p14:tracePt t="29429" x="6580188" y="4414838"/>
          <p14:tracePt t="29437" x="6556375" y="4365625"/>
          <p14:tracePt t="29446" x="6538913" y="4321175"/>
          <p14:tracePt t="29451" x="6515100" y="4254500"/>
          <p14:tracePt t="29461" x="6489700" y="4208463"/>
          <p14:tracePt t="29469" x="6465888" y="4171950"/>
          <p14:tracePt t="29477" x="6440488" y="4122738"/>
          <p14:tracePt t="29485" x="6415088" y="4092575"/>
          <p14:tracePt t="29493" x="6383338" y="4068763"/>
          <p14:tracePt t="29501" x="6357938" y="4043363"/>
          <p14:tracePt t="29509" x="6329363" y="4019550"/>
          <p14:tracePt t="29517" x="6303963" y="3994150"/>
          <p14:tracePt t="29526" x="6270625" y="3973513"/>
          <p14:tracePt t="29534" x="6246813" y="3948113"/>
          <p14:tracePt t="29542" x="6229350" y="3937000"/>
          <p14:tracePt t="29549" x="6205538" y="3919538"/>
          <p14:tracePt t="29558" x="6180138" y="3911600"/>
          <p14:tracePt t="29565" x="6159500" y="3898900"/>
          <p14:tracePt t="29574" x="6143625" y="3895725"/>
          <p14:tracePt t="29581" x="6122988" y="3886200"/>
          <p14:tracePt t="29590" x="6110288" y="3886200"/>
          <p14:tracePt t="29597" x="6094413" y="3886200"/>
          <p14:tracePt t="29606" x="6073775" y="3886200"/>
          <p14:tracePt t="29613" x="6056313" y="3886200"/>
          <p14:tracePt t="29620" x="6035675" y="3886200"/>
          <p14:tracePt t="29629" x="6011863" y="3886200"/>
          <p14:tracePt t="29638" x="5986463" y="3886200"/>
          <p14:tracePt t="29645" x="5957888" y="3890963"/>
          <p14:tracePt t="29654" x="5911850" y="3903663"/>
          <p14:tracePt t="29661" x="5875338" y="3924300"/>
          <p14:tracePt t="29669" x="5826125" y="3940175"/>
          <p14:tracePt t="29677" x="5784850" y="3960813"/>
          <p14:tracePt t="29685" x="5738813" y="3986213"/>
          <p14:tracePt t="29693" x="5710238" y="4002088"/>
          <p14:tracePt t="29701" x="5676900" y="4022725"/>
          <p14:tracePt t="29709" x="5651500" y="4040188"/>
          <p14:tracePt t="29717" x="5635625" y="4051300"/>
          <p14:tracePt t="29724" x="5614988" y="4071938"/>
          <p14:tracePt t="29733" x="5597525" y="4084638"/>
          <p14:tracePt t="29742" x="5586413" y="4097338"/>
          <p14:tracePt t="29749" x="5573713" y="4110038"/>
          <p14:tracePt t="29758" x="5553075" y="4122738"/>
          <p14:tracePt t="29765" x="5548313" y="4133850"/>
          <p14:tracePt t="29774" x="5535613" y="4151313"/>
          <p14:tracePt t="29781" x="5514975" y="4175125"/>
          <p14:tracePt t="29789" x="5503863" y="4195763"/>
          <p14:tracePt t="29799" x="5491163" y="4208463"/>
          <p14:tracePt t="29804" x="5478463" y="4225925"/>
          <p14:tracePt t="29813" x="5473700" y="4238625"/>
          <p14:tracePt t="29821" x="5462588" y="4249738"/>
          <p14:tracePt t="29829" x="5449888" y="4259263"/>
          <p14:tracePt t="29837" x="5441950" y="4262438"/>
          <p14:tracePt t="29845" x="5437188" y="4270375"/>
          <p14:tracePt t="29854" x="5429250" y="4275138"/>
          <p14:tracePt t="29861" x="5424488" y="4275138"/>
          <p14:tracePt t="29869" x="5424488" y="4283075"/>
          <p14:tracePt t="29942" x="5416550" y="4283075"/>
          <p14:tracePt t="29949" x="5416550" y="4287838"/>
          <p14:tracePt t="29958" x="5403850" y="4287838"/>
          <p14:tracePt t="29965" x="5391150" y="4300538"/>
          <p14:tracePt t="29973" x="5387975" y="4308475"/>
          <p14:tracePt t="29982" x="5375275" y="4311650"/>
          <p14:tracePt t="29990" x="5367338" y="4321175"/>
          <p14:tracePt t="29997" x="5362575" y="4324350"/>
          <p14:tracePt t="30005" x="5349875" y="4332288"/>
          <p14:tracePt t="30013" x="5341938" y="4337050"/>
          <p14:tracePt t="30021" x="5329238" y="4344988"/>
          <p14:tracePt t="30029" x="5326063" y="4344988"/>
          <p14:tracePt t="30037" x="5318125" y="4349750"/>
          <p14:tracePt t="30045" x="5313363" y="4357688"/>
          <p14:tracePt t="30061" x="5305425" y="4357688"/>
          <p14:tracePt t="30077" x="5305425" y="4362450"/>
          <p14:tracePt t="30117" x="5300663" y="4362450"/>
          <p14:tracePt t="30277" x="5292725" y="4362450"/>
          <p14:tracePt t="30285" x="5287963" y="4373563"/>
          <p14:tracePt t="30293" x="5280025" y="4383088"/>
          <p14:tracePt t="30301" x="5264150" y="4394200"/>
          <p14:tracePt t="30309" x="5251450" y="4406900"/>
          <p14:tracePt t="30317" x="5238750" y="4419600"/>
          <p14:tracePt t="30326" x="5230813" y="4424363"/>
          <p14:tracePt t="30334" x="5226050" y="4424363"/>
          <p14:tracePt t="30342" x="5218113" y="4432300"/>
          <p14:tracePt t="30373" x="5218113" y="4435475"/>
          <p14:tracePt t="30453" x="5218113" y="4432300"/>
          <p14:tracePt t="30461" x="5218113" y="4427538"/>
          <p14:tracePt t="30469" x="5218113" y="4414838"/>
          <p14:tracePt t="30477" x="5218113" y="4406900"/>
          <p14:tracePt t="30485" x="5218113" y="4394200"/>
          <p14:tracePt t="30493" x="5218113" y="4391025"/>
          <p14:tracePt t="30501" x="5218113" y="4383088"/>
          <p14:tracePt t="30613" x="5214938" y="4386263"/>
          <p14:tracePt t="30621" x="5214938" y="4394200"/>
          <p14:tracePt t="30629" x="5205413" y="4394200"/>
          <p14:tracePt t="30637" x="5205413" y="4398963"/>
          <p14:tracePt t="31589" x="5210175" y="4398963"/>
          <p14:tracePt t="31597" x="5230813" y="4398963"/>
          <p14:tracePt t="31605" x="5259388" y="4411663"/>
          <p14:tracePt t="31613" x="5308600" y="4424363"/>
          <p14:tracePt t="31621" x="5359400" y="4435475"/>
          <p14:tracePt t="31629" x="5416550" y="4456113"/>
          <p14:tracePt t="31637" x="5478463" y="4460875"/>
          <p14:tracePt t="31645" x="5514975" y="4468813"/>
          <p14:tracePt t="31653" x="5556250" y="4473575"/>
          <p14:tracePt t="31661" x="5576888" y="4481513"/>
          <p14:tracePt t="31669" x="5594350" y="4486275"/>
          <p14:tracePt t="31679" x="5614988" y="4506913"/>
          <p14:tracePt t="31685" x="5630863" y="4510088"/>
          <p14:tracePt t="31693" x="5651500" y="4522788"/>
          <p14:tracePt t="31701" x="5668963" y="4535488"/>
          <p14:tracePt t="31709" x="5681663" y="4543425"/>
          <p14:tracePt t="31718" x="5713413" y="4548188"/>
          <p14:tracePt t="31727" x="5738813" y="4559300"/>
          <p14:tracePt t="31733" x="5767388" y="4579938"/>
          <p14:tracePt t="31742" x="5800725" y="4584700"/>
          <p14:tracePt t="31750" x="5842000" y="4605338"/>
          <p14:tracePt t="31757" x="5875338" y="4605338"/>
          <p14:tracePt t="31765" x="5903913" y="4618038"/>
          <p14:tracePt t="31773" x="5949950" y="4618038"/>
          <p14:tracePt t="31782" x="5986463" y="4618038"/>
          <p14:tracePt t="31789" x="6011863" y="4618038"/>
          <p14:tracePt t="31798" x="6048375" y="4618038"/>
          <p14:tracePt t="31805" x="6076950" y="4618038"/>
          <p14:tracePt t="31813" x="6097588" y="4621213"/>
          <p14:tracePt t="31821" x="6110288" y="4621213"/>
          <p14:tracePt t="31829" x="6115050" y="4621213"/>
          <p14:tracePt t="31845" x="6122988" y="4621213"/>
          <p14:tracePt t="31853" x="6122988" y="4618038"/>
          <p14:tracePt t="31862" x="6126163" y="4605338"/>
          <p14:tracePt t="31869" x="6138863" y="4600575"/>
          <p14:tracePt t="31879" x="6151563" y="4589463"/>
          <p14:tracePt t="31885" x="6164263" y="4579938"/>
          <p14:tracePt t="31894" x="6176963" y="4564063"/>
          <p14:tracePt t="31901" x="6197600" y="4551363"/>
          <p14:tracePt t="31911" x="6213475" y="4538663"/>
          <p14:tracePt t="31917" x="6238875" y="4527550"/>
          <p14:tracePt t="31926" x="6249988" y="4514850"/>
          <p14:tracePt t="31933" x="6270625" y="4506913"/>
          <p14:tracePt t="31941" x="6275388" y="4494213"/>
          <p14:tracePt t="31949" x="6296025" y="4494213"/>
          <p14:tracePt t="31957" x="6300788" y="4489450"/>
          <p14:tracePt t="31965" x="6308725" y="4489450"/>
          <p14:tracePt t="31973" x="6311900" y="4481513"/>
          <p14:tracePt t="31982" x="6324600" y="4481513"/>
          <p14:tracePt t="31990" x="6332538" y="4476750"/>
          <p14:tracePt t="32005" x="6337300" y="4476750"/>
          <p14:tracePt t="32013" x="6345238" y="4468813"/>
          <p14:tracePt t="32021" x="6362700" y="4465638"/>
          <p14:tracePt t="32029" x="6373813" y="4452938"/>
          <p14:tracePt t="32037" x="6394450" y="4445000"/>
          <p14:tracePt t="32045" x="6411913" y="4440238"/>
          <p14:tracePt t="32053" x="6435725" y="4419600"/>
          <p14:tracePt t="32060" x="6461125" y="4419600"/>
          <p14:tracePt t="32069" x="6481763" y="4406900"/>
          <p14:tracePt t="32078" x="6494463" y="4403725"/>
          <p14:tracePt t="32085" x="6510338" y="4394200"/>
          <p14:tracePt t="32094" x="6523038" y="4391025"/>
          <p14:tracePt t="32101" x="6530975" y="4391025"/>
          <p14:tracePt t="32110" x="6535738" y="4391025"/>
          <p14:tracePt t="32117" x="6543675" y="4391025"/>
          <p14:tracePt t="32125" x="6548438" y="4383088"/>
          <p14:tracePt t="32149" x="6556375" y="4383088"/>
          <p14:tracePt t="32165" x="6556375" y="4378325"/>
          <p14:tracePt t="32173" x="6559550" y="4378325"/>
          <p14:tracePt t="32189" x="6569075" y="4365625"/>
          <p14:tracePt t="32197" x="6572250" y="4365625"/>
          <p14:tracePt t="32205" x="6584950" y="4352925"/>
          <p14:tracePt t="32213" x="6597650" y="4344988"/>
          <p14:tracePt t="32221" x="6610350" y="4332288"/>
          <p14:tracePt t="32229" x="6630988" y="4321175"/>
          <p14:tracePt t="32237" x="6646863" y="4308475"/>
          <p14:tracePt t="32245" x="6654800" y="4295775"/>
          <p14:tracePt t="32253" x="6667500" y="4291013"/>
          <p14:tracePt t="32261" x="6672263" y="4283075"/>
          <p14:tracePt t="32269" x="6680200" y="4279900"/>
          <p14:tracePt t="32277" x="6683375" y="4270375"/>
          <p14:tracePt t="32285" x="6692900" y="4259263"/>
          <p14:tracePt t="32295" x="6692900" y="4241800"/>
          <p14:tracePt t="32301" x="6696075" y="4233863"/>
          <p14:tracePt t="32310" x="6696075" y="4229100"/>
          <p14:tracePt t="32317" x="6696075" y="4216400"/>
          <p14:tracePt t="32325" x="6696075" y="4205288"/>
          <p14:tracePt t="32334" x="6696075" y="4192588"/>
          <p14:tracePt t="32341" x="6696075" y="4184650"/>
          <p14:tracePt t="32349" x="6696075" y="4171950"/>
          <p14:tracePt t="32357" x="6696075" y="4167188"/>
          <p14:tracePt t="32365" x="6696075" y="4159250"/>
          <p14:tracePt t="32374" x="6692900" y="4159250"/>
          <p14:tracePt t="32381" x="6688138" y="4154488"/>
          <p14:tracePt t="32390" x="6675438" y="4146550"/>
          <p14:tracePt t="32397" x="6667500" y="4146550"/>
          <p14:tracePt t="32406" x="6651625" y="4143375"/>
          <p14:tracePt t="32413" x="6642100" y="4143375"/>
          <p14:tracePt t="32421" x="6626225" y="4143375"/>
          <p14:tracePt t="32429" x="6618288" y="4143375"/>
          <p14:tracePt t="32437" x="6600825" y="4133850"/>
          <p14:tracePt t="32445" x="6589713" y="4133850"/>
          <p14:tracePt t="32454" x="6577013" y="4133850"/>
          <p14:tracePt t="32461" x="6556375" y="4130675"/>
          <p14:tracePt t="32469" x="6538913" y="4130675"/>
          <p14:tracePt t="32478" x="6518275" y="4122738"/>
          <p14:tracePt t="32485" x="6502400" y="4122738"/>
          <p14:tracePt t="32493" x="6477000" y="4122738"/>
          <p14:tracePt t="32501" x="6456363" y="4122738"/>
          <p14:tracePt t="32511" x="6427788" y="4122738"/>
          <p14:tracePt t="32517" x="6403975" y="4122738"/>
          <p14:tracePt t="32525" x="6370638" y="4122738"/>
          <p14:tracePt t="32533" x="6345238" y="4122738"/>
          <p14:tracePt t="32541" x="6321425" y="4122738"/>
          <p14:tracePt t="32550" x="6291263" y="4122738"/>
          <p14:tracePt t="32557" x="6259513" y="4122738"/>
          <p14:tracePt t="32565" x="6221413" y="4122738"/>
          <p14:tracePt t="32573" x="6192838" y="4122738"/>
          <p14:tracePt t="32581" x="6167438" y="4122738"/>
          <p14:tracePt t="32590" x="6130925" y="4122738"/>
          <p14:tracePt t="32597" x="6097588" y="4122738"/>
          <p14:tracePt t="32607" x="6073775" y="4122738"/>
          <p14:tracePt t="32613" x="6048375" y="4122738"/>
          <p14:tracePt t="32621" x="6022975" y="4122738"/>
          <p14:tracePt t="32629" x="5999163" y="4122738"/>
          <p14:tracePt t="32637" x="5970588" y="4122738"/>
          <p14:tracePt t="32645" x="5949950" y="4122738"/>
          <p14:tracePt t="32653" x="5932488" y="4122738"/>
          <p14:tracePt t="32661" x="5911850" y="4122738"/>
          <p14:tracePt t="32669" x="5895975" y="4122738"/>
          <p14:tracePt t="32677" x="5875338" y="4122738"/>
          <p14:tracePt t="32685" x="5857875" y="4122738"/>
          <p14:tracePt t="32694" x="5846763" y="4122738"/>
          <p14:tracePt t="32701" x="5834063" y="4122738"/>
          <p14:tracePt t="32709" x="5821363" y="4122738"/>
          <p14:tracePt t="32717" x="5808663" y="4122738"/>
          <p14:tracePt t="32725" x="5800725" y="4122738"/>
          <p14:tracePt t="32734" x="5795963" y="4122738"/>
          <p14:tracePt t="32750" x="5788025" y="4122738"/>
          <p14:tracePt t="32757" x="5775325" y="4122738"/>
          <p14:tracePt t="32773" x="5772150" y="4122738"/>
          <p14:tracePt t="32781" x="5764213" y="4122738"/>
          <p14:tracePt t="32790" x="5759450" y="4122738"/>
          <p14:tracePt t="32808" x="5746750" y="4122738"/>
          <p14:tracePt t="32813" x="5738813" y="4122738"/>
          <p14:tracePt t="32822" x="5734050" y="4125913"/>
          <p14:tracePt t="32829" x="5722938" y="4125913"/>
          <p14:tracePt t="32837" x="5713413" y="4125913"/>
          <p14:tracePt t="32845" x="5710238" y="4133850"/>
          <p14:tracePt t="32855" x="5697538" y="4133850"/>
          <p14:tracePt t="32861" x="5689600" y="4133850"/>
          <p14:tracePt t="32869" x="5676900" y="4133850"/>
          <p14:tracePt t="32877" x="5672138" y="4138613"/>
          <p14:tracePt t="32895" x="5661025" y="4151313"/>
          <p14:tracePt t="32901" x="5651500" y="4151313"/>
          <p14:tracePt t="32909" x="5648325" y="4159250"/>
          <p14:tracePt t="32918" x="5640388" y="4159250"/>
          <p14:tracePt t="32926" x="5635625" y="4159250"/>
          <p14:tracePt t="32933" x="5627688" y="4164013"/>
          <p14:tracePt t="32949" x="5614988" y="4171950"/>
          <p14:tracePt t="32965" x="5610225" y="4171950"/>
          <p14:tracePt t="32973" x="5602288" y="4175125"/>
          <p14:tracePt t="32981" x="5597525" y="4184650"/>
          <p14:tracePt t="32989" x="5589588" y="4184650"/>
          <p14:tracePt t="32997" x="5586413" y="4187825"/>
          <p14:tracePt t="33005" x="5573713" y="4195763"/>
          <p14:tracePt t="33013" x="5565775" y="4200525"/>
          <p14:tracePt t="33021" x="5561013" y="4208463"/>
          <p14:tracePt t="33029" x="5553075" y="4213225"/>
          <p14:tracePt t="33037" x="5540375" y="4213225"/>
          <p14:tracePt t="33046" x="5535613" y="4225925"/>
          <p14:tracePt t="33053" x="5527675" y="4233863"/>
          <p14:tracePt t="33069" x="5524500" y="4238625"/>
          <p14:tracePt t="33078" x="5514975" y="4246563"/>
          <p14:tracePt t="33085" x="5511800" y="4246563"/>
          <p14:tracePt t="33095" x="5503863" y="4249738"/>
          <p14:tracePt t="33109" x="5491163" y="4259263"/>
          <p14:tracePt t="33117" x="5491163" y="4262438"/>
          <p14:tracePt t="33125" x="5486400" y="4262438"/>
          <p14:tracePt t="33134" x="5478463" y="4270375"/>
          <p14:tracePt t="33141" x="5478463" y="4275138"/>
          <p14:tracePt t="33149" x="5473700" y="4287838"/>
          <p14:tracePt t="33157" x="5465763" y="4295775"/>
          <p14:tracePt t="33166" x="5462588" y="4300538"/>
          <p14:tracePt t="33181" x="5449888" y="4311650"/>
          <p14:tracePt t="33197" x="5441950" y="4324350"/>
          <p14:tracePt t="33205" x="5437188" y="4332288"/>
          <p14:tracePt t="33213" x="5437188" y="4337050"/>
          <p14:tracePt t="33221" x="5429250" y="4344988"/>
          <p14:tracePt t="33232" x="5429250" y="4349750"/>
          <p14:tracePt t="33237" x="5429250" y="4362450"/>
          <p14:tracePt t="33247" x="5424488" y="4370388"/>
          <p14:tracePt t="33253" x="5424488" y="4373563"/>
          <p14:tracePt t="33260" x="5424488" y="4394200"/>
          <p14:tracePt t="33269" x="5424488" y="4398963"/>
          <p14:tracePt t="33278" x="5424488" y="4419600"/>
          <p14:tracePt t="33285" x="5424488" y="4432300"/>
          <p14:tracePt t="33293" x="5424488" y="4448175"/>
          <p14:tracePt t="33301" x="5424488" y="4460875"/>
          <p14:tracePt t="33309" x="5424488" y="4468813"/>
          <p14:tracePt t="33319" x="5424488" y="4481513"/>
          <p14:tracePt t="33325" x="5424488" y="4486275"/>
          <p14:tracePt t="33333" x="5429250" y="4497388"/>
          <p14:tracePt t="33341" x="5429250" y="4506913"/>
          <p14:tracePt t="33349" x="5432425" y="4518025"/>
          <p14:tracePt t="33357" x="5432425" y="4530725"/>
          <p14:tracePt t="33365" x="5445125" y="4535488"/>
          <p14:tracePt t="33373" x="5445125" y="4548188"/>
          <p14:tracePt t="33384" x="5453063" y="4559300"/>
          <p14:tracePt t="33390" x="5457825" y="4568825"/>
          <p14:tracePt t="33397" x="5465763" y="4572000"/>
          <p14:tracePt t="33405" x="5470525" y="4584700"/>
          <p14:tracePt t="33413" x="5478463" y="4597400"/>
          <p14:tracePt t="33421" x="5491163" y="4605338"/>
          <p14:tracePt t="33430" x="5503863" y="4618038"/>
          <p14:tracePt t="33437" x="5507038" y="4630738"/>
          <p14:tracePt t="33445" x="5527675" y="4633913"/>
          <p14:tracePt t="33454" x="5540375" y="4646613"/>
          <p14:tracePt t="33461" x="5556250" y="4659313"/>
          <p14:tracePt t="33469" x="5568950" y="4667250"/>
          <p14:tracePt t="33477" x="5589588" y="4679950"/>
          <p14:tracePt t="33485" x="5607050" y="4684713"/>
          <p14:tracePt t="33493" x="5627688" y="4695825"/>
          <p14:tracePt t="33501" x="5643563" y="4695825"/>
          <p14:tracePt t="33509" x="5668963" y="4705350"/>
          <p14:tracePt t="33518" x="5702300" y="4708525"/>
          <p14:tracePt t="33526" x="5730875" y="4708525"/>
          <p14:tracePt t="33534" x="5764213" y="4708525"/>
          <p14:tracePt t="33541" x="5792788" y="4708525"/>
          <p14:tracePt t="33549" x="5816600" y="4708525"/>
          <p14:tracePt t="33557" x="5842000" y="4708525"/>
          <p14:tracePt t="33565" x="5867400" y="4708525"/>
          <p14:tracePt t="33573" x="5899150" y="4708525"/>
          <p14:tracePt t="33581" x="5916613" y="4708525"/>
          <p14:tracePt t="33590" x="5937250" y="4708525"/>
          <p14:tracePt t="33599" x="5961063" y="4708525"/>
          <p14:tracePt t="33605" x="5978525" y="4708525"/>
          <p14:tracePt t="33613" x="5991225" y="4708525"/>
          <p14:tracePt t="33621" x="6002338" y="4708525"/>
          <p14:tracePt t="33629" x="6015038" y="4708525"/>
          <p14:tracePt t="33639" x="6027738" y="4708525"/>
          <p14:tracePt t="33645" x="6040438" y="4708525"/>
          <p14:tracePt t="33653" x="6061075" y="4708525"/>
          <p14:tracePt t="33661" x="6073775" y="4708525"/>
          <p14:tracePt t="33671" x="6084888" y="4708525"/>
          <p14:tracePt t="33678" x="6089650" y="4708525"/>
          <p14:tracePt t="33685" x="6102350" y="4708525"/>
          <p14:tracePt t="33693" x="6115050" y="4708525"/>
          <p14:tracePt t="33701" x="6122988" y="4708525"/>
          <p14:tracePt t="33711" x="6135688" y="4708525"/>
          <p14:tracePt t="33718" x="6151563" y="4708525"/>
          <p14:tracePt t="33725" x="6164263" y="4708525"/>
          <p14:tracePt t="33733" x="6176963" y="4708525"/>
          <p14:tracePt t="33743" x="6197600" y="4708525"/>
          <p14:tracePt t="33749" x="6208713" y="4708525"/>
          <p14:tracePt t="33758" x="6226175" y="4708525"/>
          <p14:tracePt t="33765" x="6234113" y="4708525"/>
          <p14:tracePt t="33774" x="6249988" y="4708525"/>
          <p14:tracePt t="33781" x="6259513" y="4708525"/>
          <p14:tracePt t="33792" x="6262688" y="4708525"/>
          <p14:tracePt t="33798" x="6275388" y="4708525"/>
          <p14:tracePt t="33805" x="6283325" y="4708525"/>
          <p14:tracePt t="33813" x="6288088" y="4705350"/>
          <p14:tracePt t="33821" x="6308725" y="4705350"/>
          <p14:tracePt t="33829" x="6321425" y="4692650"/>
          <p14:tracePt t="33837" x="6337300" y="4679950"/>
          <p14:tracePt t="33844" x="6357938" y="4679950"/>
          <p14:tracePt t="33853" x="6373813" y="4675188"/>
          <p14:tracePt t="33861" x="6399213" y="4662488"/>
          <p14:tracePt t="33869" x="6419850" y="4654550"/>
          <p14:tracePt t="33878" x="6435725" y="4651375"/>
          <p14:tracePt t="33896" x="6486525" y="4625975"/>
          <p14:tracePt t="33901" x="6510338" y="4605338"/>
          <p14:tracePt t="33909" x="6530975" y="4592638"/>
          <p14:tracePt t="33917" x="6548438" y="4579938"/>
          <p14:tracePt t="33926" x="6559550" y="4576763"/>
          <p14:tracePt t="33934" x="6572250" y="4568825"/>
          <p14:tracePt t="33942" x="6584950" y="4556125"/>
          <p14:tracePt t="33949" x="6597650" y="4551363"/>
          <p14:tracePt t="33957" x="6605588" y="4543425"/>
          <p14:tracePt t="33965" x="6618288" y="4538663"/>
          <p14:tracePt t="33973" x="6630988" y="4530725"/>
          <p14:tracePt t="33981" x="6642100" y="4530725"/>
          <p14:tracePt t="33990" x="6646863" y="4527550"/>
          <p14:tracePt t="33997" x="6654800" y="4518025"/>
          <p14:tracePt t="34005" x="6667500" y="4506913"/>
          <p14:tracePt t="34013" x="6680200" y="4502150"/>
          <p14:tracePt t="34021" x="6692900" y="4481513"/>
          <p14:tracePt t="34031" x="6696075" y="4476750"/>
          <p14:tracePt t="34037" x="6716713" y="4465638"/>
          <p14:tracePt t="34046" x="6729413" y="4452938"/>
          <p14:tracePt t="34053" x="6734175" y="4445000"/>
          <p14:tracePt t="34061" x="6745288" y="4432300"/>
          <p14:tracePt t="34070" x="6754813" y="4419600"/>
          <p14:tracePt t="34077" x="6757988" y="4414838"/>
          <p14:tracePt t="34085" x="6765925" y="4414838"/>
          <p14:tracePt t="34093" x="6770688" y="4394200"/>
          <p14:tracePt t="34102" x="6778625" y="4391025"/>
          <p14:tracePt t="34109" x="6783388" y="4378325"/>
          <p14:tracePt t="34118" x="6783388" y="4370388"/>
          <p14:tracePt t="34125" x="6783388" y="4365625"/>
          <p14:tracePt t="34135" x="6791325" y="4357688"/>
          <p14:tracePt t="34141" x="6791325" y="4352925"/>
          <p14:tracePt t="34149" x="6791325" y="4341813"/>
          <p14:tracePt t="34159" x="6791325" y="4332288"/>
          <p14:tracePt t="34165" x="6791325" y="4329113"/>
          <p14:tracePt t="34173" x="6791325" y="4321175"/>
          <p14:tracePt t="34183" x="6791325" y="4316413"/>
          <p14:tracePt t="34189" x="6791325" y="4308475"/>
          <p14:tracePt t="34197" x="6791325" y="4295775"/>
          <p14:tracePt t="34208" x="6791325" y="4291013"/>
          <p14:tracePt t="34213" x="6786563" y="4291013"/>
          <p14:tracePt t="34221" x="6778625" y="4283075"/>
          <p14:tracePt t="34232" x="6775450" y="4279900"/>
          <p14:tracePt t="34239" x="6765925" y="4267200"/>
          <p14:tracePt t="34245" x="6754813" y="4259263"/>
          <p14:tracePt t="34253" x="6742113" y="4259263"/>
          <p14:tracePt t="34262" x="6737350" y="4254500"/>
          <p14:tracePt t="34271" x="6724650" y="4241800"/>
          <p14:tracePt t="34277" x="6704013" y="4233863"/>
          <p14:tracePt t="34285" x="6692900" y="4233863"/>
          <p14:tracePt t="34296" x="6675438" y="4229100"/>
          <p14:tracePt t="34303" x="6654800" y="4229100"/>
          <p14:tracePt t="34310" x="6638925" y="4221163"/>
          <p14:tracePt t="34319" x="6618288" y="4221163"/>
          <p14:tracePt t="34327" x="6589713" y="4216400"/>
          <p14:tracePt t="34334" x="6569075" y="4216400"/>
          <p14:tracePt t="34343" x="6551613" y="4216400"/>
          <p14:tracePt t="34352" x="6530975" y="4216400"/>
          <p14:tracePt t="34357" x="6515100" y="4208463"/>
          <p14:tracePt t="34368" x="6494463" y="4208463"/>
          <p14:tracePt t="34375" x="6477000" y="4208463"/>
          <p14:tracePt t="34383" x="6456363" y="4208463"/>
          <p14:tracePt t="34392" x="6432550" y="4208463"/>
          <p14:tracePt t="34397" x="6403975" y="4205288"/>
          <p14:tracePt t="34407" x="6383338" y="4195763"/>
          <p14:tracePt t="34415" x="6357938" y="4195763"/>
          <p14:tracePt t="34423" x="6332538" y="4192588"/>
          <p14:tracePt t="34431" x="6316663" y="4192588"/>
          <p14:tracePt t="34437" x="6296025" y="4192588"/>
          <p14:tracePt t="34447" x="6280150" y="4192588"/>
          <p14:tracePt t="34455" x="6254750" y="4192588"/>
          <p14:tracePt t="34463" x="6242050" y="4184650"/>
          <p14:tracePt t="34471" x="6221413" y="4184650"/>
          <p14:tracePt t="34477" x="6205538" y="4184650"/>
          <p14:tracePt t="34485" x="6192838" y="4184650"/>
          <p14:tracePt t="34496" x="6180138" y="4184650"/>
          <p14:tracePt t="34501" x="6159500" y="4184650"/>
          <p14:tracePt t="34512" x="6143625" y="4184650"/>
          <p14:tracePt t="34519" x="6130925" y="4184650"/>
          <p14:tracePt t="34527" x="6122988" y="4184650"/>
          <p14:tracePt t="34535" x="6105525" y="4184650"/>
          <p14:tracePt t="34543" x="6094413" y="4184650"/>
          <p14:tracePt t="34552" x="6081713" y="4184650"/>
          <p14:tracePt t="34559" x="6061075" y="4184650"/>
          <p14:tracePt t="34567" x="6043613" y="4184650"/>
          <p14:tracePt t="34575" x="6032500" y="4184650"/>
          <p14:tracePt t="34583" x="6007100" y="4184650"/>
          <p14:tracePt t="34592" x="5994400" y="4187825"/>
          <p14:tracePt t="34599" x="5981700" y="4187825"/>
          <p14:tracePt t="34607" x="5961063" y="4187825"/>
          <p14:tracePt t="34615" x="5937250" y="4200525"/>
          <p14:tracePt t="34624" x="5924550" y="4200525"/>
          <p14:tracePt t="34631" x="5911850" y="4208463"/>
          <p14:tracePt t="34639" x="5895975" y="4213225"/>
          <p14:tracePt t="34647" x="5883275" y="4221163"/>
          <p14:tracePt t="34655" x="5870575" y="4225925"/>
          <p14:tracePt t="34663" x="5849938" y="4225925"/>
          <p14:tracePt t="34671" x="5837238" y="4233863"/>
          <p14:tracePt t="34679" x="5821363" y="4238625"/>
          <p14:tracePt t="34687" x="5808663" y="4246563"/>
          <p14:tracePt t="34696" x="5795963" y="4249738"/>
          <p14:tracePt t="34703" x="5784850" y="4259263"/>
          <p14:tracePt t="34711" x="5772150" y="4262438"/>
          <p14:tracePt t="34719" x="5764213" y="4262438"/>
          <p14:tracePt t="34727" x="5759450" y="4262438"/>
          <p14:tracePt t="34736" x="5746750" y="4270375"/>
          <p14:tracePt t="34743" x="5734050" y="4270375"/>
          <p14:tracePt t="34751" x="5726113" y="4270375"/>
          <p14:tracePt t="34759" x="5713413" y="4275138"/>
          <p14:tracePt t="34767" x="5710238" y="4283075"/>
          <p14:tracePt t="34783" x="5702300" y="4283075"/>
          <p14:tracePt t="34800" x="5697538" y="4287838"/>
          <p14:tracePt t="34823" x="5689600" y="4287838"/>
          <p14:tracePt t="34839" x="5684838" y="4287838"/>
          <p14:tracePt t="34855" x="5676900" y="4295775"/>
          <p14:tracePt t="34864" x="5672138" y="4295775"/>
          <p14:tracePt t="34880" x="5664200" y="4300538"/>
          <p14:tracePt t="34896" x="5661025" y="4300538"/>
          <p14:tracePt t="34903" x="5651500" y="4300538"/>
          <p14:tracePt t="34911" x="5651500" y="4308475"/>
          <p14:tracePt t="34919" x="5648325" y="4308475"/>
          <p14:tracePt t="35167" x="5640388" y="4311650"/>
          <p14:tracePt t="35199" x="5635625" y="4311650"/>
          <p14:tracePt t="35207" x="5635625" y="4321175"/>
          <p14:tracePt t="35224" x="5627688" y="4321175"/>
          <p14:tracePt t="35239" x="5627688" y="4324350"/>
          <p14:tracePt t="35247" x="5622925" y="4324350"/>
          <p14:tracePt t="35255" x="5622925" y="4332288"/>
          <p14:tracePt t="35262" x="5614988" y="4332288"/>
          <p14:tracePt t="35271" x="5614988" y="4337050"/>
          <p14:tracePt t="35280" x="5610225" y="4344988"/>
          <p14:tracePt t="35287" x="5610225" y="4349750"/>
          <p14:tracePt t="35296" x="5602288" y="4357688"/>
          <p14:tracePt t="35303" x="5597525" y="4362450"/>
          <p14:tracePt t="35311" x="5589588" y="4370388"/>
          <p14:tracePt t="35319" x="5586413" y="4383088"/>
          <p14:tracePt t="35327" x="5586413" y="4386263"/>
          <p14:tracePt t="35335" x="5576888" y="4394200"/>
          <p14:tracePt t="35343" x="5573713" y="4398963"/>
          <p14:tracePt t="35351" x="5573713" y="4406900"/>
          <p14:tracePt t="35359" x="5573713" y="4411663"/>
          <p14:tracePt t="35367" x="5565775" y="4411663"/>
          <p14:tracePt t="35375" x="5565775" y="4419600"/>
          <p14:tracePt t="35392" x="5565775" y="4424363"/>
          <p14:tracePt t="35399" x="5561013" y="4424363"/>
          <p14:tracePt t="35639" x="5561013" y="4432300"/>
          <p14:tracePt t="35647" x="5561013" y="4445000"/>
          <p14:tracePt t="35662" x="5561013" y="4448175"/>
          <p14:tracePt t="35671" x="5561013" y="4456113"/>
          <p14:tracePt t="35680" x="5561013" y="4460875"/>
          <p14:tracePt t="35687" x="5565775" y="4468813"/>
          <p14:tracePt t="35696" x="5568950" y="4468813"/>
          <p14:tracePt t="35703" x="5576888" y="4481513"/>
          <p14:tracePt t="35711" x="5581650" y="4486275"/>
          <p14:tracePt t="35719" x="5594350" y="4494213"/>
          <p14:tracePt t="35727" x="5602288" y="4497388"/>
          <p14:tracePt t="35735" x="5614988" y="4510088"/>
          <p14:tracePt t="35743" x="5630863" y="4522788"/>
          <p14:tracePt t="35751" x="5643563" y="4543425"/>
          <p14:tracePt t="35759" x="5668963" y="4556125"/>
          <p14:tracePt t="35767" x="5689600" y="4568825"/>
          <p14:tracePt t="35775" x="5705475" y="4579938"/>
          <p14:tracePt t="35783" x="5726113" y="4592638"/>
          <p14:tracePt t="35791" x="5743575" y="4605338"/>
          <p14:tracePt t="35800" x="5764213" y="4618038"/>
          <p14:tracePt t="35807" x="5788025" y="4621213"/>
          <p14:tracePt t="35815" x="5805488" y="4633913"/>
          <p14:tracePt t="35823" x="5826125" y="4641850"/>
          <p14:tracePt t="35832" x="5837238" y="4654550"/>
          <p14:tracePt t="35839" x="5854700" y="4659313"/>
          <p14:tracePt t="35848" x="5878513" y="4679950"/>
          <p14:tracePt t="35855" x="5903913" y="4679950"/>
          <p14:tracePt t="35863" x="5929313" y="4692650"/>
          <p14:tracePt t="35871" x="5953125" y="4692650"/>
          <p14:tracePt t="35880" x="5978525" y="4692650"/>
          <p14:tracePt t="35887" x="5999163" y="4695825"/>
          <p14:tracePt t="35898" x="6015038" y="4695825"/>
          <p14:tracePt t="35903" x="6040438" y="4695825"/>
          <p14:tracePt t="35911" x="6061075" y="4695825"/>
          <p14:tracePt t="35919" x="6076950" y="4695825"/>
          <p14:tracePt t="35928" x="6097588" y="4695825"/>
          <p14:tracePt t="35936" x="6110288" y="4695825"/>
          <p14:tracePt t="35943" x="6126163" y="4687888"/>
          <p14:tracePt t="35951" x="6159500" y="4687888"/>
          <p14:tracePt t="35959" x="6184900" y="4675188"/>
          <p14:tracePt t="35967" x="6213475" y="4662488"/>
          <p14:tracePt t="35975" x="6238875" y="4651375"/>
          <p14:tracePt t="35983" x="6275388" y="4625975"/>
          <p14:tracePt t="35992" x="6308725" y="4600575"/>
          <p14:tracePt t="35999" x="6337300" y="4579938"/>
          <p14:tracePt t="36007" x="6362700" y="4568825"/>
          <p14:tracePt t="36015" x="6383338" y="4556125"/>
          <p14:tracePt t="36023" x="6399213" y="4543425"/>
          <p14:tracePt t="36032" x="6407150" y="4538663"/>
          <p14:tracePt t="36039" x="6411913" y="4530725"/>
          <p14:tracePt t="36047" x="6419850" y="4530725"/>
          <p14:tracePt t="36087" x="6419850" y="4527550"/>
          <p14:tracePt t="36559" x="6432550" y="4527550"/>
          <p14:tracePt t="36567" x="6448425" y="4518025"/>
          <p14:tracePt t="36575" x="6473825" y="4502150"/>
          <p14:tracePt t="36583" x="6507163" y="4489450"/>
          <p14:tracePt t="36591" x="6535738" y="4481513"/>
          <p14:tracePt t="36599" x="6572250" y="4465638"/>
          <p14:tracePt t="36607" x="6618288" y="4445000"/>
          <p14:tracePt t="36615" x="6646863" y="4432300"/>
          <p14:tracePt t="36623" x="6683375" y="4419600"/>
          <p14:tracePt t="36631" x="6721475" y="4406900"/>
          <p14:tracePt t="36639" x="6757988" y="4394200"/>
          <p14:tracePt t="36647" x="6791325" y="4391025"/>
          <p14:tracePt t="36655" x="6827838" y="4383088"/>
          <p14:tracePt t="36664" x="6853238" y="4383088"/>
          <p14:tracePt t="36671" x="6878638" y="4383088"/>
          <p14:tracePt t="36679" x="6902450" y="4383088"/>
          <p14:tracePt t="36687" x="6927850" y="4383088"/>
          <p14:tracePt t="36695" x="6943725" y="4383088"/>
          <p14:tracePt t="36704" x="6969125" y="4378325"/>
          <p14:tracePt t="36711" x="6994525" y="4378325"/>
          <p14:tracePt t="36719" x="7026275" y="4370388"/>
          <p14:tracePt t="36728" x="7051675" y="4370388"/>
          <p14:tracePt t="36735" x="7077075" y="4370388"/>
          <p14:tracePt t="36743" x="7105650" y="4357688"/>
          <p14:tracePt t="36751" x="7129463" y="4357688"/>
          <p14:tracePt t="36759" x="7150100" y="4357688"/>
          <p14:tracePt t="36767" x="7167563" y="4357688"/>
          <p14:tracePt t="36775" x="7191375" y="4357688"/>
          <p14:tracePt t="36783" x="7200900" y="4357688"/>
          <p14:tracePt t="36791" x="7212013" y="4357688"/>
          <p14:tracePt t="36803" x="7216775" y="4357688"/>
          <p14:tracePt t="36807" x="7224713" y="4357688"/>
          <p14:tracePt t="36815" x="7229475" y="4357688"/>
          <p14:tracePt t="36823" x="7229475" y="4362450"/>
          <p14:tracePt t="36831" x="7237413" y="4362450"/>
          <p14:tracePt t="36839" x="7237413" y="4370388"/>
          <p14:tracePt t="36863" x="7242175" y="4370388"/>
          <p14:tracePt t="36895" x="7242175" y="4373563"/>
          <p14:tracePt t="37105" x="7242175" y="4383088"/>
          <p14:tracePt t="37111" x="7237413" y="4383088"/>
          <p14:tracePt t="37135" x="7232650" y="4383088"/>
          <p14:tracePt t="37167" x="7232650" y="4386263"/>
          <p14:tracePt t="37431" x="7232650" y="4378325"/>
          <p14:tracePt t="37439" x="7232650" y="4352925"/>
          <p14:tracePt t="37447" x="7232650" y="4321175"/>
          <p14:tracePt t="37456" x="7232650" y="4295775"/>
          <p14:tracePt t="37463" x="7232650" y="4279900"/>
          <p14:tracePt t="37471" x="7232650" y="4259263"/>
          <p14:tracePt t="37479" x="7232650" y="4246563"/>
          <p14:tracePt t="37487" x="7232650" y="4233863"/>
          <p14:tracePt t="37503" x="7232650" y="4229100"/>
          <p14:tracePt t="37511" x="7232650" y="4221163"/>
          <p14:tracePt t="37679" x="7224713" y="4225925"/>
          <p14:tracePt t="37687" x="7221538" y="4238625"/>
          <p14:tracePt t="37695" x="7212013" y="4246563"/>
          <p14:tracePt t="37703" x="7208838" y="4249738"/>
          <p14:tracePt t="37711" x="7208838" y="4262438"/>
          <p14:tracePt t="37719" x="7200900" y="4275138"/>
          <p14:tracePt t="37728" x="7200900" y="4283075"/>
          <p14:tracePt t="37735" x="7196138" y="4295775"/>
          <p14:tracePt t="37743" x="7196138" y="4300538"/>
          <p14:tracePt t="37751" x="7183438" y="4308475"/>
          <p14:tracePt t="37759" x="7183438" y="4321175"/>
          <p14:tracePt t="37767" x="7175500" y="4332288"/>
          <p14:tracePt t="37775" x="7175500" y="4337050"/>
          <p14:tracePt t="37783" x="7170738" y="4344988"/>
          <p14:tracePt t="37792" x="7170738" y="4349750"/>
          <p14:tracePt t="37801" x="7170738" y="4357688"/>
          <p14:tracePt t="37807" x="7170738" y="4362450"/>
          <p14:tracePt t="37816" x="7162800" y="4370388"/>
          <p14:tracePt t="37823" x="7162800" y="4373563"/>
          <p14:tracePt t="37833" x="7162800" y="4383088"/>
          <p14:tracePt t="37848" x="7159625" y="4394200"/>
          <p14:tracePt t="37855" x="7159625" y="4398963"/>
          <p14:tracePt t="37863" x="7159625" y="4406900"/>
          <p14:tracePt t="37872" x="7159625" y="4411663"/>
          <p14:tracePt t="37879" x="7159625" y="4424363"/>
          <p14:tracePt t="37887" x="7150100" y="4424363"/>
          <p14:tracePt t="37900" x="7150100" y="4432300"/>
          <p14:tracePt t="37903" x="7150100" y="4435475"/>
          <p14:tracePt t="37911" x="7150100" y="4445000"/>
          <p14:tracePt t="37928" x="7150100" y="4448175"/>
          <p14:tracePt t="37943" x="7150100" y="4456113"/>
          <p14:tracePt t="37959" x="7150100" y="4460875"/>
          <p14:tracePt t="38441" x="7150100" y="4452938"/>
          <p14:tracePt t="38449" x="7150100" y="4445000"/>
          <p14:tracePt t="38458" x="7154863" y="4432300"/>
          <p14:tracePt t="38465" x="7154863" y="4419600"/>
          <p14:tracePt t="38473" x="7154863" y="4406900"/>
          <p14:tracePt t="38482" x="7162800" y="4403725"/>
          <p14:tracePt t="38489" x="7162800" y="4391025"/>
          <p14:tracePt t="38497" x="7167563" y="4378325"/>
          <p14:tracePt t="38506" x="7167563" y="4365625"/>
          <p14:tracePt t="38513" x="7175500" y="4357688"/>
          <p14:tracePt t="38522" x="7175500" y="4344988"/>
          <p14:tracePt t="38537" x="7175500" y="4341813"/>
          <p14:tracePt t="39689" x="7170738" y="4344988"/>
          <p14:tracePt t="39697" x="7162800" y="4349750"/>
          <p14:tracePt t="39705" x="7162800" y="4362450"/>
          <p14:tracePt t="39713" x="7159625" y="4373563"/>
          <p14:tracePt t="39722" x="7150100" y="4383088"/>
          <p14:tracePt t="39729" x="7150100" y="4398963"/>
          <p14:tracePt t="39737" x="7146925" y="4406900"/>
          <p14:tracePt t="39745" x="7146925" y="4419600"/>
          <p14:tracePt t="39753" x="7146925" y="4424363"/>
          <p14:tracePt t="39769" x="7138988" y="4432300"/>
          <p14:tracePt t="40105" x="7154863" y="4432300"/>
          <p14:tracePt t="40113" x="7204075" y="4432300"/>
          <p14:tracePt t="40122" x="7273925" y="4432300"/>
          <p14:tracePt t="40130" x="7353300" y="4406900"/>
          <p14:tracePt t="40137" x="7448550" y="4406900"/>
          <p14:tracePt t="40145" x="7551738" y="4391025"/>
          <p14:tracePt t="40153" x="7658100" y="4383088"/>
          <p14:tracePt t="40161" x="7769225" y="4357688"/>
          <p14:tracePt t="40169" x="7861300" y="4344988"/>
          <p14:tracePt t="40177" x="7954963" y="4332288"/>
          <p14:tracePt t="40185" x="8034338" y="4329113"/>
          <p14:tracePt t="40194" x="8104188" y="4316413"/>
          <p14:tracePt t="40201" x="8166100" y="4308475"/>
          <p14:tracePt t="40209" x="8215313" y="4303713"/>
          <p14:tracePt t="40217" x="8232775" y="4291013"/>
          <p14:tracePt t="40225" x="8245475" y="4291013"/>
          <p14:tracePt t="40236" x="8253413" y="4291013"/>
          <p14:tracePt t="45721" x="8248650" y="4291013"/>
          <p14:tracePt t="45729" x="8235950" y="4295775"/>
          <p14:tracePt t="45737" x="8212138" y="4295775"/>
          <p14:tracePt t="45747" x="8174038" y="4295775"/>
          <p14:tracePt t="45753" x="8137525" y="4295775"/>
          <p14:tracePt t="45761" x="8088313" y="4308475"/>
          <p14:tracePt t="45769" x="8016875" y="4321175"/>
          <p14:tracePt t="45777" x="7943850" y="4337050"/>
          <p14:tracePt t="45786" x="7864475" y="4349750"/>
          <p14:tracePt t="45793" x="7766050" y="4373563"/>
          <p14:tracePt t="45801" x="7670800" y="4383088"/>
          <p14:tracePt t="45809" x="7580313" y="4394200"/>
          <p14:tracePt t="45817" x="7485063" y="4406900"/>
          <p14:tracePt t="45825" x="7386638" y="4406900"/>
          <p14:tracePt t="45833" x="7319963" y="4406900"/>
          <p14:tracePt t="45841" x="7250113" y="4406900"/>
          <p14:tracePt t="45849" x="7221538" y="4403725"/>
          <p14:tracePt t="45857" x="7188200" y="4391025"/>
          <p14:tracePt t="45865" x="7162800" y="4378325"/>
          <p14:tracePt t="45874" x="7150100" y="4370388"/>
          <p14:tracePt t="45881" x="7138988" y="4370388"/>
          <p14:tracePt t="45890" x="7138988" y="4365625"/>
          <p14:tracePt t="45907" x="7134225" y="4365625"/>
          <p14:tracePt t="45922" x="7134225" y="4357688"/>
          <p14:tracePt t="45945" x="7134225" y="4352925"/>
          <p14:tracePt t="45961" x="7134225" y="4344988"/>
          <p14:tracePt t="46001" x="7134225" y="4341813"/>
          <p14:tracePt t="46065" x="7113588" y="4341813"/>
          <p14:tracePt t="46073" x="7072313" y="4362450"/>
          <p14:tracePt t="46081" x="7002463" y="4398963"/>
          <p14:tracePt t="46089" x="6923088" y="4456113"/>
          <p14:tracePt t="46097" x="6824663" y="4510088"/>
          <p14:tracePt t="46105" x="6713538" y="4579938"/>
          <p14:tracePt t="46113" x="6577013" y="4646613"/>
          <p14:tracePt t="46122" x="6432550" y="4721225"/>
          <p14:tracePt t="46129" x="6280150" y="4795838"/>
          <p14:tracePt t="46137" x="6135688" y="4870450"/>
          <p14:tracePt t="46145" x="5999163" y="4932363"/>
          <p14:tracePt t="46153" x="5870575" y="5002213"/>
          <p14:tracePt t="46162" x="5764213" y="5056188"/>
          <p14:tracePt t="46169" x="5672138" y="5113338"/>
          <p14:tracePt t="46177" x="5602288" y="5154613"/>
          <p14:tracePt t="46186" x="5565775" y="5187950"/>
          <p14:tracePt t="46193" x="5548313" y="5203825"/>
          <p14:tracePt t="46201" x="5540375" y="5216525"/>
          <p14:tracePt t="46209" x="5535613" y="5224463"/>
          <p14:tracePt t="46233" x="5535613" y="5229225"/>
          <p14:tracePt t="46329" x="5514975" y="5229225"/>
          <p14:tracePt t="46337" x="5486400" y="5229225"/>
          <p14:tracePt t="46344" x="5437188" y="5229225"/>
          <p14:tracePt t="46353" x="5380038" y="5229225"/>
          <p14:tracePt t="46361" x="5300663" y="5224463"/>
          <p14:tracePt t="46369" x="5226050" y="5213350"/>
          <p14:tracePt t="46377" x="5143500" y="5195888"/>
          <p14:tracePt t="46385" x="5053013" y="5151438"/>
          <p14:tracePt t="46393" x="4946650" y="5113338"/>
          <p14:tracePt t="46401" x="4830763" y="5097463"/>
          <p14:tracePt t="46409" x="4710113" y="5064125"/>
          <p14:tracePt t="46417" x="4598988" y="5046663"/>
          <p14:tracePt t="46425" x="4487863" y="5026025"/>
          <p14:tracePt t="46433" x="4384675" y="5002213"/>
          <p14:tracePt t="46441" x="4273550" y="4997450"/>
          <p14:tracePt t="46449" x="4191000" y="4984750"/>
          <p14:tracePt t="46457" x="4124325" y="4973638"/>
          <p14:tracePt t="46465" x="4087813" y="4973638"/>
          <p14:tracePt t="46474" x="4054475" y="4973638"/>
          <p14:tracePt t="46482" x="4041775" y="4973638"/>
          <p14:tracePt t="46491" x="4037013" y="4964113"/>
          <p14:tracePt t="46585" x="4037013" y="4960938"/>
          <p14:tracePt t="46601" x="4037013" y="4940300"/>
          <p14:tracePt t="46611" x="4037013" y="4935538"/>
          <p14:tracePt t="46617" x="4037013" y="4927600"/>
          <p14:tracePt t="46625" x="4037013" y="4922838"/>
          <p14:tracePt t="46633" x="4037013" y="4911725"/>
          <p14:tracePt t="46643" x="4037013" y="4902200"/>
          <p14:tracePt t="46651" x="4037013" y="4899025"/>
          <p14:tracePt t="46658" x="4037013" y="4891088"/>
          <p14:tracePt t="46667" x="4037013" y="4886325"/>
          <p14:tracePt t="46675" x="4037013" y="4878388"/>
          <p14:tracePt t="46683" x="4037013" y="4873625"/>
          <p14:tracePt t="46691" x="4037013" y="4865688"/>
          <p14:tracePt t="46715" x="4037013" y="4860925"/>
          <p14:tracePt t="46757" x="4037013" y="4852988"/>
          <p14:tracePt t="46819" x="4029075" y="4852988"/>
          <p14:tracePt t="46826" x="4025900" y="4857750"/>
          <p14:tracePt t="46833" x="4005263" y="4865688"/>
          <p14:tracePt t="46843" x="4000500" y="4878388"/>
          <p14:tracePt t="46851" x="3992563" y="4881563"/>
          <p14:tracePt t="46859" x="3987800" y="4881563"/>
          <p14:tracePt t="46867" x="3979863" y="4891088"/>
          <p14:tracePt t="46875" x="3975100" y="4891088"/>
          <p14:tracePt t="46891" x="3975100" y="4894263"/>
          <p14:tracePt t="48331" x="3967163" y="4894263"/>
          <p14:tracePt t="48339" x="3967163" y="4906963"/>
          <p14:tracePt t="48347" x="3967163" y="4919663"/>
          <p14:tracePt t="48355" x="3967163" y="4927600"/>
          <p14:tracePt t="48363" x="3967163" y="4940300"/>
          <p14:tracePt t="48371" x="3967163" y="4943475"/>
          <p14:tracePt t="48387" x="3967163" y="4953000"/>
          <p14:tracePt t="49012" x="3979863" y="4953000"/>
          <p14:tracePt t="49019" x="3992563" y="4953000"/>
          <p14:tracePt t="49027" x="3995738" y="4953000"/>
          <p14:tracePt t="49035" x="4008438" y="4953000"/>
          <p14:tracePt t="49043" x="4016375" y="4953000"/>
          <p14:tracePt t="49051" x="4029075" y="4953000"/>
          <p14:tracePt t="49061" x="4041775" y="4953000"/>
          <p14:tracePt t="49067" x="4046538" y="4953000"/>
          <p14:tracePt t="49076" x="4057650" y="4953000"/>
          <p14:tracePt t="49083" x="4070350" y="4956175"/>
          <p14:tracePt t="49092" x="4078288" y="4964113"/>
          <p14:tracePt t="49099" x="4083050" y="4964113"/>
          <p14:tracePt t="49107" x="4095750" y="4968875"/>
          <p14:tracePt t="49115" x="4108450" y="4981575"/>
          <p14:tracePt t="49123" x="4119563" y="4981575"/>
          <p14:tracePt t="49131" x="4129088" y="4989513"/>
          <p14:tracePt t="49139" x="4140200" y="4994275"/>
          <p14:tracePt t="49147" x="4152900" y="5002213"/>
          <p14:tracePt t="49155" x="4157663" y="5005388"/>
          <p14:tracePt t="49163" x="4165600" y="5005388"/>
          <p14:tracePt t="49171" x="4170363" y="5014913"/>
          <p14:tracePt t="49179" x="4178300" y="5018088"/>
          <p14:tracePt t="49195" x="4181475" y="5018088"/>
          <p14:tracePt t="49211" x="4191000" y="5018088"/>
          <p14:tracePt t="49227" x="4194175" y="5018088"/>
          <p14:tracePt t="49243" x="4202113" y="5018088"/>
          <p14:tracePt t="49251" x="4206875" y="5018088"/>
          <p14:tracePt t="49260" x="4219575" y="5018088"/>
          <p14:tracePt t="49267" x="4232275" y="5018088"/>
          <p14:tracePt t="49276" x="4252913" y="5018088"/>
          <p14:tracePt t="49283" x="4276725" y="5018088"/>
          <p14:tracePt t="49292" x="4302125" y="5018088"/>
          <p14:tracePt t="49299" x="4325938" y="5018088"/>
          <p14:tracePt t="49307" x="4343400" y="5018088"/>
          <p14:tracePt t="49315" x="4364038" y="5018088"/>
          <p14:tracePt t="49323" x="4389438" y="5018088"/>
          <p14:tracePt t="49333" x="4413250" y="5014913"/>
          <p14:tracePt t="49339" x="4430713" y="5010150"/>
          <p14:tracePt t="49347" x="4451350" y="5002213"/>
          <p14:tracePt t="49355" x="4462463" y="4997450"/>
          <p14:tracePt t="49363" x="4475163" y="4989513"/>
          <p14:tracePt t="49371" x="4487863" y="4989513"/>
          <p14:tracePt t="49379" x="4492625" y="4989513"/>
          <p14:tracePt t="49388" x="4500563" y="4989513"/>
          <p14:tracePt t="49395" x="4503738" y="4976813"/>
          <p14:tracePt t="49411" x="4513263" y="4973638"/>
          <p14:tracePt t="49419" x="4516438" y="4973638"/>
          <p14:tracePt t="49443" x="4524375" y="4973638"/>
          <p14:tracePt t="49579" x="4513263" y="4973638"/>
          <p14:tracePt t="49587" x="4500563" y="4973638"/>
          <p14:tracePt t="49595" x="4495800" y="4976813"/>
          <p14:tracePt t="49603" x="4487863" y="4981575"/>
          <p14:tracePt t="49611" x="4475163" y="4989513"/>
          <p14:tracePt t="49619" x="4471988" y="4994275"/>
          <p14:tracePt t="49627" x="4459288" y="5002213"/>
          <p14:tracePt t="49635" x="4451350" y="5005388"/>
          <p14:tracePt t="49644" x="4446588" y="5014913"/>
          <p14:tracePt t="49651" x="4433888" y="5018088"/>
          <p14:tracePt t="49691" x="4433888" y="5026025"/>
          <p14:tracePt t="49707" x="4433888" y="5030788"/>
          <p14:tracePt t="49715" x="4467225" y="5038725"/>
          <p14:tracePt t="49724" x="4541838" y="5038725"/>
          <p14:tracePt t="49731" x="4637088" y="5022850"/>
          <p14:tracePt t="49739" x="4735513" y="4997450"/>
          <p14:tracePt t="49747" x="4838700" y="4973638"/>
          <p14:tracePt t="49755" x="4921250" y="4940300"/>
          <p14:tracePt t="49763" x="4987925" y="4911725"/>
          <p14:tracePt t="49771" x="5024438" y="4899025"/>
          <p14:tracePt t="49779" x="5049838" y="4891088"/>
          <p14:tracePt t="49788" x="5057775" y="4886325"/>
          <p14:tracePt t="49851" x="5057775" y="4878388"/>
          <p14:tracePt t="49867" x="5053013" y="4878388"/>
          <p14:tracePt t="49875" x="5045075" y="4878388"/>
          <p14:tracePt t="49883" x="5040313" y="4878388"/>
          <p14:tracePt t="49899" x="5032375" y="4878388"/>
          <p14:tracePt t="49907" x="5032375" y="4873625"/>
          <p14:tracePt t="49931" x="5029200" y="4865688"/>
          <p14:tracePt t="49939" x="5029200" y="4860925"/>
          <p14:tracePt t="49947" x="5019675" y="4860925"/>
          <p14:tracePt t="49955" x="5016500" y="4852988"/>
          <p14:tracePt t="49971" x="5008563" y="4849813"/>
          <p14:tracePt t="49979" x="5003800" y="4849813"/>
          <p14:tracePt t="49987" x="4995863" y="4837113"/>
          <p14:tracePt t="49995" x="4991100" y="4837113"/>
          <p14:tracePt t="50003" x="4983163" y="4829175"/>
          <p14:tracePt t="50012" x="4978400" y="4829175"/>
          <p14:tracePt t="50019" x="4970463" y="4824413"/>
          <p14:tracePt t="50027" x="4967288" y="4816475"/>
          <p14:tracePt t="50035" x="4957763" y="4811713"/>
          <p14:tracePt t="50044" x="4954588" y="4799013"/>
          <p14:tracePt t="50051" x="4946650" y="4799013"/>
          <p14:tracePt t="50060" x="4941888" y="4791075"/>
          <p14:tracePt t="50067" x="4933950" y="4791075"/>
          <p14:tracePt t="50075" x="4933950" y="4787900"/>
          <p14:tracePt t="50083" x="4921250" y="4778375"/>
          <p14:tracePt t="50099" x="4916488" y="4778375"/>
          <p14:tracePt t="50107" x="4916488" y="4775200"/>
          <p14:tracePt t="50115" x="4908550" y="4775200"/>
          <p14:tracePt t="50124" x="4905375" y="4775200"/>
          <p14:tracePt t="50133" x="4905375" y="4767263"/>
          <p14:tracePt t="50139" x="4895850" y="4767263"/>
          <p14:tracePt t="50147" x="4892675" y="4767263"/>
          <p14:tracePt t="50158" x="4884738" y="4767263"/>
          <p14:tracePt t="50163" x="4879975" y="4767263"/>
          <p14:tracePt t="50171" x="4867275" y="4767263"/>
          <p14:tracePt t="50182" x="4859338" y="4762500"/>
          <p14:tracePt t="50187" x="4854575" y="4762500"/>
          <p14:tracePt t="50195" x="4833938" y="4762500"/>
          <p14:tracePt t="50205" x="4822825" y="4762500"/>
          <p14:tracePt t="50211" x="4805363" y="4762500"/>
          <p14:tracePt t="50219" x="4784725" y="4762500"/>
          <p14:tracePt t="50227" x="4760913" y="4762500"/>
          <p14:tracePt t="50237" x="4743450" y="4762500"/>
          <p14:tracePt t="50243" x="4719638" y="4762500"/>
          <p14:tracePt t="50252" x="4694238" y="4762500"/>
          <p14:tracePt t="50259" x="4673600" y="4762500"/>
          <p14:tracePt t="50269" x="4660900" y="4762500"/>
          <p14:tracePt t="50275" x="4645025" y="4762500"/>
          <p14:tracePt t="50283" x="4632325" y="4762500"/>
          <p14:tracePt t="50291" x="4619625" y="4762500"/>
          <p14:tracePt t="50301" x="4611688" y="4762500"/>
          <p14:tracePt t="50307" x="4606925" y="4762500"/>
          <p14:tracePt t="50318" x="4598988" y="4762500"/>
          <p14:tracePt t="50323" x="4595813" y="4762500"/>
          <p14:tracePt t="50331" x="4586288" y="4762500"/>
          <p14:tracePt t="50341" x="4583113" y="4762500"/>
          <p14:tracePt t="50347" x="4570413" y="4762500"/>
          <p14:tracePt t="50355" x="4562475" y="4767263"/>
          <p14:tracePt t="50365" x="4557713" y="4767263"/>
          <p14:tracePt t="50371" x="4549775" y="4767263"/>
          <p14:tracePt t="50379" x="4545013" y="4770438"/>
          <p14:tracePt t="50387" x="4533900" y="4770438"/>
          <p14:tracePt t="50396" x="4524375" y="4770438"/>
          <p14:tracePt t="50405" x="4521200" y="4778375"/>
          <p14:tracePt t="50412" x="4508500" y="4778375"/>
          <p14:tracePt t="50419" x="4495800" y="4783138"/>
          <p14:tracePt t="50429" x="4487863" y="4791075"/>
          <p14:tracePt t="50435" x="4483100" y="4795838"/>
          <p14:tracePt t="50444" x="4475163" y="4795838"/>
          <p14:tracePt t="50453" x="4471988" y="4795838"/>
          <p14:tracePt t="50461" x="4462463" y="4803775"/>
          <p14:tracePt t="50467" x="4459288" y="4803775"/>
          <p14:tracePt t="50476" x="4451350" y="4808538"/>
          <p14:tracePt t="50494" x="4446588" y="4816475"/>
          <p14:tracePt t="50550" x="4446588" y="4819650"/>
          <p14:tracePt t="50613" x="4454525" y="4819650"/>
          <p14:tracePt t="50621" x="4475163" y="4819650"/>
          <p14:tracePt t="50629" x="4492625" y="4816475"/>
          <p14:tracePt t="50637" x="4541838" y="4816475"/>
          <p14:tracePt t="50645" x="4603750" y="4811713"/>
          <p14:tracePt t="50654" x="4673600" y="4811713"/>
          <p14:tracePt t="50660" x="4760913" y="4811713"/>
          <p14:tracePt t="50671" x="4838700" y="4829175"/>
          <p14:tracePt t="50680" x="4926013" y="4845050"/>
          <p14:tracePt t="50686" x="5008563" y="4870450"/>
          <p14:tracePt t="50697" x="5073650" y="4902200"/>
          <p14:tracePt t="50701" x="5135563" y="4932363"/>
          <p14:tracePt t="50709" x="5197475" y="4968875"/>
          <p14:tracePt t="50718" x="5230813" y="4994275"/>
          <p14:tracePt t="50726" x="5267325" y="5026025"/>
          <p14:tracePt t="50733" x="5305425" y="5056188"/>
          <p14:tracePt t="50741" x="5334000" y="5076825"/>
          <p14:tracePt t="50751" x="5346700" y="5087938"/>
          <p14:tracePt t="50757" x="5370513" y="5105400"/>
          <p14:tracePt t="50765" x="5383213" y="5113338"/>
          <p14:tracePt t="50773" x="5395913" y="5118100"/>
          <p14:tracePt t="50781" x="5408613" y="5118100"/>
          <p14:tracePt t="50789" x="5429250" y="5126038"/>
          <p14:tracePt t="50797" x="5445125" y="5126038"/>
          <p14:tracePt t="50805" x="5457825" y="5126038"/>
          <p14:tracePt t="50814" x="5470525" y="5126038"/>
          <p14:tracePt t="50821" x="5483225" y="5126038"/>
          <p14:tracePt t="50837" x="5491163" y="5126038"/>
          <p14:tracePt t="50853" x="5494338" y="5126038"/>
          <p14:tracePt t="50869" x="5503863" y="5121275"/>
          <p14:tracePt t="50885" x="5514975" y="5113338"/>
          <p14:tracePt t="50894" x="5532438" y="5108575"/>
          <p14:tracePt t="50910" x="5589588" y="5076825"/>
          <p14:tracePt t="50918" x="5627688" y="5064125"/>
          <p14:tracePt t="50925" x="5656263" y="5051425"/>
          <p14:tracePt t="50933" x="5681663" y="5038725"/>
          <p14:tracePt t="50942" x="5692775" y="5035550"/>
          <p14:tracePt t="50949" x="5702300" y="5026025"/>
          <p14:tracePt t="50957" x="5702300" y="5022850"/>
          <p14:tracePt t="50965" x="5705475" y="5014913"/>
          <p14:tracePt t="51013" x="5705475" y="5010150"/>
          <p14:tracePt t="51045" x="5702300" y="5002213"/>
          <p14:tracePt t="51053" x="5689600" y="4997450"/>
          <p14:tracePt t="51061" x="5676900" y="4989513"/>
          <p14:tracePt t="51069" x="5664200" y="4984750"/>
          <p14:tracePt t="51078" x="5661025" y="4984750"/>
          <p14:tracePt t="51085" x="5648325" y="4973638"/>
          <p14:tracePt t="51109" x="5648325" y="4964113"/>
          <p14:tracePt t="51117" x="5640388" y="4964113"/>
          <p14:tracePt t="51159" x="5640388" y="4960938"/>
          <p14:tracePt t="51781" x="5635625" y="4960938"/>
          <p14:tracePt t="51789" x="5622925" y="4960938"/>
          <p14:tracePt t="51797" x="5614988" y="4960938"/>
          <p14:tracePt t="51805" x="5610225" y="4964113"/>
          <p14:tracePt t="51813" x="5597525" y="4968875"/>
          <p14:tracePt t="51821" x="5589588" y="4968875"/>
          <p14:tracePt t="51830" x="5586413" y="4968875"/>
          <p14:tracePt t="51837" x="5573713" y="4976813"/>
          <p14:tracePt t="51845" x="5565775" y="4981575"/>
          <p14:tracePt t="51853" x="5561013" y="4989513"/>
          <p14:tracePt t="51862" x="5548313" y="4989513"/>
          <p14:tracePt t="51869" x="5540375" y="4994275"/>
          <p14:tracePt t="51878" x="5535613" y="5002213"/>
          <p14:tracePt t="51885" x="5527675" y="5002213"/>
          <p14:tracePt t="51926" x="5524500" y="5002213"/>
          <p14:tracePt t="52038" x="5527675" y="5002213"/>
          <p14:tracePt t="52044" x="5532438" y="5002213"/>
          <p14:tracePt t="52053" x="5553075" y="5002213"/>
          <p14:tracePt t="52062" x="5568950" y="4989513"/>
          <p14:tracePt t="52069" x="5602288" y="4984750"/>
          <p14:tracePt t="52077" x="5640388" y="4973638"/>
          <p14:tracePt t="52086" x="5702300" y="4960938"/>
          <p14:tracePt t="52094" x="5754688" y="4948238"/>
          <p14:tracePt t="52101" x="5826125" y="4935538"/>
          <p14:tracePt t="52109" x="5899150" y="4927600"/>
          <p14:tracePt t="52117" x="5973763" y="4922838"/>
          <p14:tracePt t="52126" x="6040438" y="4914900"/>
          <p14:tracePt t="52134" x="6102350" y="4911725"/>
          <p14:tracePt t="52141" x="6151563" y="4902200"/>
          <p14:tracePt t="52149" x="6176963" y="4899025"/>
          <p14:tracePt t="52157" x="6200775" y="4891088"/>
          <p14:tracePt t="52165" x="6213475" y="4891088"/>
          <p14:tracePt t="52173" x="6221413" y="4891088"/>
          <p14:tracePt t="52181" x="6226175" y="4886325"/>
          <p14:tracePt t="52261" x="6234113" y="4886325"/>
          <p14:tracePt t="52269" x="6238875" y="4878388"/>
          <p14:tracePt t="52277" x="6246813" y="4878388"/>
          <p14:tracePt t="52285" x="6246813" y="4873625"/>
          <p14:tracePt t="52295" x="6249988" y="4873625"/>
          <p14:tracePt t="52303" x="6259513" y="4865688"/>
          <p14:tracePt t="52309" x="6262688" y="4860925"/>
          <p14:tracePt t="52317" x="6270625" y="4852988"/>
          <p14:tracePt t="52326" x="6283325" y="4852988"/>
          <p14:tracePt t="52334" x="6283325" y="4840288"/>
          <p14:tracePt t="52343" x="6288088" y="4840288"/>
          <p14:tracePt t="52365" x="6296025" y="4840288"/>
          <p14:tracePt t="52965" x="6291263" y="4840288"/>
          <p14:tracePt t="52981" x="6283325" y="4840288"/>
          <p14:tracePt t="52997" x="6280150" y="4840288"/>
          <p14:tracePt t="53005" x="6270625" y="4845050"/>
          <p14:tracePt t="53021" x="6267450" y="4845050"/>
          <p14:tracePt t="53030" x="6259513" y="4845050"/>
          <p14:tracePt t="53045" x="6254750" y="4852988"/>
          <p14:tracePt t="53173" x="6259513" y="4852988"/>
          <p14:tracePt t="53181" x="6275388" y="4852988"/>
          <p14:tracePt t="53189" x="6296025" y="4852988"/>
          <p14:tracePt t="53197" x="6321425" y="4852988"/>
          <p14:tracePt t="53205" x="6337300" y="4857750"/>
          <p14:tracePt t="53214" x="6357938" y="4865688"/>
          <p14:tracePt t="53221" x="6373813" y="4865688"/>
          <p14:tracePt t="53230" x="6386513" y="4870450"/>
          <p14:tracePt t="53237" x="6399213" y="4870450"/>
          <p14:tracePt t="53245" x="6407150" y="4870450"/>
          <p14:tracePt t="53254" x="6411913" y="4870450"/>
          <p14:tracePt t="53261" x="6419850" y="4878388"/>
          <p14:tracePt t="53293" x="6424613" y="4878388"/>
          <p14:tracePt t="53301" x="6424613" y="4881563"/>
          <p14:tracePt t="53333" x="6432550" y="4881563"/>
          <p14:tracePt t="53349" x="6435725" y="4881563"/>
          <p14:tracePt t="53357" x="6448425" y="4881563"/>
          <p14:tracePt t="53365" x="6456363" y="4891088"/>
          <p14:tracePt t="53373" x="6469063" y="4891088"/>
          <p14:tracePt t="53381" x="6481763" y="4891088"/>
          <p14:tracePt t="53389" x="6486525" y="4891088"/>
          <p14:tracePt t="53405" x="6494463" y="4894263"/>
          <p14:tracePt t="53421" x="6497638" y="4894263"/>
          <p14:tracePt t="53453" x="6507163" y="4894263"/>
          <p14:tracePt t="53485" x="6510338" y="4894263"/>
          <p14:tracePt t="57459" x="6494463" y="4894263"/>
          <p14:tracePt t="57467" x="6465888" y="4894263"/>
          <p14:tracePt t="57475" x="6391275" y="4894263"/>
          <p14:tracePt t="57483" x="6296025" y="4894263"/>
          <p14:tracePt t="57491" x="6197600" y="4852988"/>
          <p14:tracePt t="57499" x="6081713" y="4775200"/>
          <p14:tracePt t="57507" x="5973763" y="4679950"/>
          <p14:tracePt t="57517" x="5857875" y="4551363"/>
          <p14:tracePt t="57523" x="5751513" y="4414838"/>
          <p14:tracePt t="57532" x="5622925" y="4229100"/>
          <p14:tracePt t="57539" x="5491163" y="4048125"/>
          <p14:tracePt t="57549" x="5341938" y="3862388"/>
          <p14:tracePt t="57555" x="5164138" y="3614738"/>
          <p14:tracePt t="57563" x="4967288" y="3362325"/>
          <p14:tracePt t="57571" x="4706938" y="3006725"/>
          <p14:tracePt t="57579" x="4446588" y="2705100"/>
          <p14:tracePt t="57587" x="4214813" y="2444750"/>
          <p14:tracePt t="57595" x="3951288" y="2152650"/>
          <p14:tracePt t="57603" x="3719513" y="1936750"/>
          <p14:tracePt t="57611" x="3497263" y="1738313"/>
          <p14:tracePt t="57619" x="3249613" y="1528763"/>
          <p14:tracePt t="57627" x="3046413" y="1354138"/>
          <p14:tracePt t="57636" x="2840038" y="1185863"/>
          <p14:tracePt t="57643" x="2630488" y="1036638"/>
          <p14:tracePt t="57652" x="2444750" y="900113"/>
          <p14:tracePt t="57660" x="2279650" y="784225"/>
          <p14:tracePt t="57668" x="2122488" y="690563"/>
          <p14:tracePt t="57675" x="1973263" y="627063"/>
          <p14:tracePt t="57684" x="1836738" y="577850"/>
          <p14:tracePt t="57691" x="1709738" y="549275"/>
          <p14:tracePt t="57700" x="1589088" y="523875"/>
          <p14:tracePt t="57707" x="1490663" y="503238"/>
          <p14:tracePt t="57715" x="1411288" y="492125"/>
          <p14:tracePt t="57723" x="1338263" y="487363"/>
          <p14:tracePt t="57734" x="1287463" y="487363"/>
          <p14:tracePt t="57739" x="1243013" y="487363"/>
          <p14:tracePt t="57747" x="1225550" y="487363"/>
          <p14:tracePt t="57755" x="1214438" y="487363"/>
          <p14:tracePt t="57766" x="1204913" y="487363"/>
          <p14:tracePt t="57771" x="1201738" y="492125"/>
          <p14:tracePt t="57779" x="1193800" y="492125"/>
          <p14:tracePt t="57787" x="1189038" y="492125"/>
          <p14:tracePt t="57795" x="1181100" y="495300"/>
          <p14:tracePt t="57805" x="1163638" y="503238"/>
          <p14:tracePt t="57811" x="1131888" y="508000"/>
          <p14:tracePt t="57819" x="1101725" y="515938"/>
          <p14:tracePt t="57829" x="1052513" y="520700"/>
          <p14:tracePt t="57835" x="982663" y="528638"/>
          <p14:tracePt t="57843" x="904875" y="528638"/>
          <p14:tracePt t="57852" x="809625" y="533400"/>
          <p14:tracePt t="57861" x="698500" y="533400"/>
          <p14:tracePt t="57870" x="573088" y="541338"/>
          <p14:tracePt t="57875" x="449263" y="541338"/>
          <p14:tracePt t="57884" x="301625" y="541338"/>
          <p14:tracePt t="57901" x="0" y="536575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200" y="252239"/>
            <a:ext cx="7949810" cy="766918"/>
          </a:xfrm>
        </p:spPr>
        <p:txBody>
          <a:bodyPr>
            <a:normAutofit fontScale="90000"/>
          </a:bodyPr>
          <a:lstStyle/>
          <a:p>
            <a:r>
              <a:rPr lang="nb-NO" sz="2800" dirty="0"/>
              <a:t>Investering 3 (pensjonsinvestering): </a:t>
            </a:r>
            <a:br>
              <a:rPr lang="nb-NO" sz="2800" dirty="0"/>
            </a:br>
            <a:r>
              <a:rPr lang="nb-NO" sz="2800" dirty="0"/>
              <a:t>Skattefradrag og skattekreditt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6082" y="1332359"/>
                <a:ext cx="9145016" cy="5745241"/>
              </a:xfrm>
            </p:spPr>
            <p:txBody>
              <a:bodyPr>
                <a:noAutofit/>
              </a:bodyPr>
              <a:lstStyle/>
              <a:p>
                <a:r>
                  <a:rPr lang="nb-NO" sz="2400" dirty="0"/>
                  <a:t>Investerer Y og får fradrag mot skattbar inntekt i investeringsåret. Skattefradraget gjør at vi kan investere Y/(1 – t) fordi staten dekker en andel av investeringen gjennom fradraget.</a:t>
                </a:r>
              </a:p>
              <a:p>
                <a:endParaRPr lang="nb-NO" sz="2400" dirty="0"/>
              </a:p>
              <a:p>
                <a:r>
                  <a:rPr lang="nb-NO" sz="2400" dirty="0"/>
                  <a:t>Investeringen vokser til kr </a:t>
                </a:r>
                <a:r>
                  <a:rPr lang="nb-NO" sz="2400" i="1" dirty="0"/>
                  <a:t>(1+ r)</a:t>
                </a:r>
                <a:r>
                  <a:rPr lang="nb-NO" sz="2400" i="1" baseline="30000" dirty="0"/>
                  <a:t>n</a:t>
                </a:r>
                <a:r>
                  <a:rPr lang="nb-NO" sz="2400" i="1" dirty="0"/>
                  <a:t> </a:t>
                </a:r>
                <a:r>
                  <a:rPr lang="nb-NO" sz="2400" dirty="0"/>
                  <a:t>i løpet av </a:t>
                </a:r>
                <a:r>
                  <a:rPr lang="nb-NO" sz="2400" i="1" dirty="0"/>
                  <a:t>n</a:t>
                </a:r>
                <a:r>
                  <a:rPr lang="nb-NO" sz="2400" dirty="0"/>
                  <a:t> år. I siste periode utbetales det investerte beløpet og investor må svare skatt av hele investeringen (fordi vi fikk skattefradrag) pluss skatt på renteinntektene.</a:t>
                </a:r>
              </a:p>
              <a:p>
                <a:pPr marL="0" indent="0">
                  <a:buNone/>
                </a:pPr>
                <a:endParaRPr lang="nb-NO" sz="2400" dirty="0"/>
              </a:p>
              <a:p>
                <a:r>
                  <a:rPr lang="nb-NO" sz="2400" dirty="0"/>
                  <a:t>Verdien (</a:t>
                </a:r>
                <a:r>
                  <a:rPr lang="nb-NO" sz="2400" i="1" dirty="0"/>
                  <a:t>V</a:t>
                </a:r>
                <a:r>
                  <a:rPr lang="nb-NO" sz="2400" i="1" baseline="-25000" dirty="0"/>
                  <a:t>3</a:t>
                </a:r>
                <a:r>
                  <a:rPr lang="nb-NO" sz="2400" dirty="0"/>
                  <a:t>) etter </a:t>
                </a:r>
                <a:r>
                  <a:rPr lang="nb-NO" sz="2400" i="1" dirty="0"/>
                  <a:t>n</a:t>
                </a:r>
                <a:r>
                  <a:rPr lang="nb-NO" sz="2400" dirty="0"/>
                  <a:t> år 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4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nb-NO" sz="24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nb-NO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nb-NO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nb-NO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b-NO" sz="2400" i="1">
                                  <a:latin typeface="Cambria Math"/>
                                </a:rPr>
                                <m:t>𝑌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nb-NO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b-NO" sz="2400" i="1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nb-NO" sz="2400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</m:e>
                      </m:d>
                      <m:sSup>
                        <m:sSupPr>
                          <m:ctrlPr>
                            <a:rPr lang="nb-NO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b-NO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sz="2400" b="0" i="1" smtClean="0">
                                  <a:latin typeface="Cambria Math"/>
                                </a:rPr>
                                <m:t>1+</m:t>
                              </m:r>
                              <m:r>
                                <a:rPr lang="nb-NO" sz="2400" b="0" i="1" smtClean="0"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nb-NO" sz="24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nb-NO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sz="2400" b="0" i="1" smtClean="0">
                              <a:latin typeface="Cambria Math"/>
                            </a:rPr>
                            <m:t>1−</m:t>
                          </m:r>
                          <m:r>
                            <a:rPr lang="nb-NO" sz="24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nb-NO" sz="24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nb-NO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sz="2400" b="0" i="1" smtClean="0">
                              <a:latin typeface="Cambria Math"/>
                            </a:rPr>
                            <m:t>𝑌</m:t>
                          </m:r>
                          <m:r>
                            <a:rPr lang="nb-NO" sz="2400" b="0" i="1" smtClean="0">
                              <a:latin typeface="Cambria Math"/>
                            </a:rPr>
                            <m:t>(1+</m:t>
                          </m:r>
                          <m:r>
                            <a:rPr lang="nb-NO" sz="2400" b="0" i="1" smtClean="0">
                              <a:latin typeface="Cambria Math"/>
                            </a:rPr>
                            <m:t>𝑟</m:t>
                          </m:r>
                          <m:r>
                            <a:rPr lang="nb-NO" sz="24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nb-NO" sz="24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nb-NO" sz="2400" dirty="0"/>
              </a:p>
              <a:p>
                <a:pPr marL="0" indent="0">
                  <a:buNone/>
                </a:pPr>
                <a:endParaRPr lang="nb-NO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6082" y="1332359"/>
                <a:ext cx="9145016" cy="5745241"/>
              </a:xfrm>
              <a:blipFill>
                <a:blip r:embed="rId3"/>
                <a:stretch>
                  <a:fillRect l="-1933" t="-849" r="-1000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18</a:t>
            </a:fld>
            <a:endParaRPr lang="nb-NO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79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874"/>
    </mc:Choice>
    <mc:Fallback xmlns="">
      <p:transition spd="slow" advTm="1168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>
    <p:ext uri="{3A86A75C-4F4B-4683-9AE1-C65F6400EC91}">
      <p14:laserTraceLst xmlns:p14="http://schemas.microsoft.com/office/powerpoint/2010/main">
        <p14:tracePtLst>
          <p14:tracePt t="28373" x="3175000" y="7369175"/>
          <p14:tracePt t="28381" x="3187700" y="7219950"/>
          <p14:tracePt t="28389" x="3187700" y="7042150"/>
          <p14:tracePt t="28397" x="3187700" y="6848475"/>
          <p14:tracePt t="28404" x="3187700" y="6645275"/>
          <p14:tracePt t="28412" x="3187700" y="6410325"/>
          <p14:tracePt t="28420" x="3187700" y="6178550"/>
          <p14:tracePt t="28429" x="3187700" y="5927725"/>
          <p14:tracePt t="28437" x="3187700" y="5691188"/>
          <p14:tracePt t="28444" x="3187700" y="5461000"/>
          <p14:tracePt t="28452" x="3187700" y="5237163"/>
          <p14:tracePt t="28460" x="3187700" y="5051425"/>
          <p14:tracePt t="28468" x="3187700" y="4860925"/>
          <p14:tracePt t="28476" x="3190875" y="4638675"/>
          <p14:tracePt t="28484" x="3200400" y="4456113"/>
          <p14:tracePt t="28493" x="3216275" y="4283075"/>
          <p14:tracePt t="28500" x="3224213" y="4110038"/>
          <p14:tracePt t="28508" x="3224213" y="3968750"/>
          <p14:tracePt t="28517" x="3228975" y="3808413"/>
          <p14:tracePt t="28525" x="3228975" y="3700463"/>
          <p14:tracePt t="28532" x="3236913" y="3589338"/>
          <p14:tracePt t="28541" x="3236913" y="3502025"/>
          <p14:tracePt t="28549" x="3249613" y="3424238"/>
          <p14:tracePt t="28557" x="3252788" y="3349625"/>
          <p14:tracePt t="28565" x="3262313" y="3292475"/>
          <p14:tracePt t="28572" x="3265488" y="3251200"/>
          <p14:tracePt t="28581" x="3273425" y="3225800"/>
          <p14:tracePt t="28588" x="3273425" y="3205163"/>
          <p14:tracePt t="28598" x="3278188" y="3179763"/>
          <p14:tracePt t="28604" x="3286125" y="3163888"/>
          <p14:tracePt t="28613" x="3286125" y="3138488"/>
          <p14:tracePt t="28620" x="3286125" y="3114675"/>
          <p14:tracePt t="28629" x="3290888" y="3094038"/>
          <p14:tracePt t="28637" x="3298825" y="3076575"/>
          <p14:tracePt t="28644" x="3298825" y="3065463"/>
          <p14:tracePt t="28652" x="3298825" y="3044825"/>
          <p14:tracePt t="28660" x="3298825" y="3032125"/>
          <p14:tracePt t="28671" x="3298825" y="2990850"/>
          <p14:tracePt t="28676" x="3298825" y="2970213"/>
          <p14:tracePt t="28684" x="3298825" y="2921000"/>
          <p14:tracePt t="28693" x="3298825" y="2890838"/>
          <p14:tracePt t="28701" x="3286125" y="2833688"/>
          <p14:tracePt t="28709" x="3282950" y="2767013"/>
          <p14:tracePt t="28718" x="3270250" y="2705100"/>
          <p14:tracePt t="28725" x="3257550" y="2647950"/>
          <p14:tracePt t="28732" x="3236913" y="2573338"/>
          <p14:tracePt t="28741" x="3224213" y="2524125"/>
          <p14:tracePt t="28749" x="3211513" y="2470150"/>
          <p14:tracePt t="28757" x="3208338" y="2408238"/>
          <p14:tracePt t="28766" x="3195638" y="2362200"/>
          <p14:tracePt t="28773" x="3182938" y="2300288"/>
          <p14:tracePt t="28781" x="3175000" y="2251075"/>
          <p14:tracePt t="28788" x="3170238" y="2201863"/>
          <p14:tracePt t="28798" x="3162300" y="2163763"/>
          <p14:tracePt t="28804" x="3159125" y="2122488"/>
          <p14:tracePt t="28813" x="3146425" y="2098675"/>
          <p14:tracePt t="28821" x="3138488" y="2078038"/>
          <p14:tracePt t="28828" x="3133725" y="2049463"/>
          <p14:tracePt t="28836" x="3133725" y="2024063"/>
          <p14:tracePt t="28844" x="3125788" y="2003425"/>
          <p14:tracePt t="28852" x="3125788" y="1990725"/>
          <p14:tracePt t="28861" x="3125788" y="1965325"/>
          <p14:tracePt t="28868" x="3121025" y="1954213"/>
          <p14:tracePt t="28877" x="3121025" y="1928813"/>
          <p14:tracePt t="28885" x="3121025" y="1912938"/>
          <p14:tracePt t="28893" x="3121025" y="1892300"/>
          <p14:tracePt t="28901" x="3121025" y="1866900"/>
          <p14:tracePt t="28909" x="3113088" y="1841500"/>
          <p14:tracePt t="28917" x="3113088" y="1817688"/>
          <p14:tracePt t="28924" x="3113088" y="1789113"/>
          <p14:tracePt t="28932" x="3113088" y="1763713"/>
          <p14:tracePt t="28941" x="3113088" y="1738313"/>
          <p14:tracePt t="28950" x="3113088" y="1727200"/>
          <p14:tracePt t="28957" x="3113088" y="1714500"/>
          <p14:tracePt t="28967" x="3113088" y="1701800"/>
          <p14:tracePt t="28972" x="3108325" y="1689100"/>
          <p14:tracePt t="28981" x="3100388" y="1681163"/>
          <p14:tracePt t="28989" x="3095625" y="1676400"/>
          <p14:tracePt t="28996" x="3087688" y="1668463"/>
          <p14:tracePt t="29006" x="3087688" y="1655763"/>
          <p14:tracePt t="29013" x="3084513" y="1655763"/>
          <p14:tracePt t="29018" x="3074988" y="1652588"/>
          <p14:tracePt t="29027" x="3071813" y="1652588"/>
          <p14:tracePt t="29044" x="3063875" y="1652588"/>
          <p14:tracePt t="29053" x="3051175" y="1652588"/>
          <p14:tracePt t="29061" x="3046413" y="1652588"/>
          <p14:tracePt t="29067" x="3033713" y="1652588"/>
          <p14:tracePt t="29077" x="3025775" y="1652588"/>
          <p14:tracePt t="29085" x="3022600" y="1652588"/>
          <p14:tracePt t="29090" x="3009900" y="1652588"/>
          <p14:tracePt t="29099" x="2997200" y="1652588"/>
          <p14:tracePt t="29107" x="2989263" y="1652588"/>
          <p14:tracePt t="29117" x="2976563" y="1652588"/>
          <p14:tracePt t="29122" x="2963863" y="1652588"/>
          <p14:tracePt t="29131" x="2951163" y="1655763"/>
          <p14:tracePt t="29138" x="2935288" y="1655763"/>
          <p14:tracePt t="29147" x="2922588" y="1655763"/>
          <p14:tracePt t="29155" x="2909888" y="1655763"/>
          <p14:tracePt t="29166" x="2898775" y="1655763"/>
          <p14:tracePt t="29170" x="2886075" y="1655763"/>
          <p14:tracePt t="29178" x="2878138" y="1655763"/>
          <p14:tracePt t="29186" x="2865438" y="1655763"/>
          <p14:tracePt t="29195" x="2852738" y="1660525"/>
          <p14:tracePt t="29202" x="2847975" y="1668463"/>
          <p14:tracePt t="29210" x="2836863" y="1668463"/>
          <p14:tracePt t="29218" x="2827338" y="1668463"/>
          <p14:tracePt t="29227" x="2824163" y="1673225"/>
          <p14:tracePt t="29235" x="2811463" y="1673225"/>
          <p14:tracePt t="29243" x="2803525" y="1681163"/>
          <p14:tracePt t="29251" x="2790825" y="1681163"/>
          <p14:tracePt t="29258" x="2786063" y="1681163"/>
          <p14:tracePt t="29267" x="2774950" y="1681163"/>
          <p14:tracePt t="29274" x="2762250" y="1681163"/>
          <p14:tracePt t="29283" x="2749550" y="1681163"/>
          <p14:tracePt t="29291" x="2741613" y="1681163"/>
          <p14:tracePt t="29300" x="2728913" y="1681163"/>
          <p14:tracePt t="29307" x="2724150" y="1681163"/>
          <p14:tracePt t="29317" x="2716213" y="1681163"/>
          <p14:tracePt t="29322" x="2713038" y="1681163"/>
          <p14:tracePt t="29331" x="2703513" y="1681163"/>
          <p14:tracePt t="29339" x="2703513" y="1685925"/>
          <p14:tracePt t="29347" x="2700338" y="1685925"/>
          <p14:tracePt t="29355" x="2692400" y="1685925"/>
          <p14:tracePt t="29363" x="2687638" y="1685925"/>
          <p14:tracePt t="29371" x="2687638" y="1693863"/>
          <p14:tracePt t="29378" x="2679700" y="1697038"/>
          <p14:tracePt t="29386" x="2667000" y="1706563"/>
          <p14:tracePt t="29395" x="2662238" y="1709738"/>
          <p14:tracePt t="29402" x="2654300" y="1709738"/>
          <p14:tracePt t="29418" x="2651125" y="1730375"/>
          <p14:tracePt t="29427" x="2638425" y="1735138"/>
          <p14:tracePt t="29435" x="2630488" y="1747838"/>
          <p14:tracePt t="29443" x="2625725" y="1758950"/>
          <p14:tracePt t="29452" x="2613025" y="1768475"/>
          <p14:tracePt t="29459" x="2605088" y="1771650"/>
          <p14:tracePt t="29467" x="2592388" y="1784350"/>
          <p14:tracePt t="29474" x="2589213" y="1792288"/>
          <p14:tracePt t="29482" x="2576513" y="1804988"/>
          <p14:tracePt t="29491" x="2568575" y="1809750"/>
          <p14:tracePt t="29502" x="2563813" y="1809750"/>
          <p14:tracePt t="29506" x="2555875" y="1820863"/>
          <p14:tracePt t="29515" x="2555875" y="1833563"/>
          <p14:tracePt t="29522" x="2551113" y="1846263"/>
          <p14:tracePt t="29539" x="2543175" y="1858963"/>
          <p14:tracePt t="29546" x="2538413" y="1882775"/>
          <p14:tracePt t="29554" x="2530475" y="1892300"/>
          <p14:tracePt t="29563" x="2527300" y="1903413"/>
          <p14:tracePt t="29570" x="2527300" y="1916113"/>
          <p14:tracePt t="29579" x="2517775" y="1920875"/>
          <p14:tracePt t="29587" x="2514600" y="1933575"/>
          <p14:tracePt t="29595" x="2514600" y="1941513"/>
          <p14:tracePt t="29603" x="2514600" y="1944688"/>
          <p14:tracePt t="29610" x="2514600" y="1954213"/>
          <p14:tracePt t="29619" x="2514600" y="1957388"/>
          <p14:tracePt t="29626" x="2514600" y="1965325"/>
          <p14:tracePt t="29650" x="2514600" y="1970088"/>
          <p14:tracePt t="29666" x="2517775" y="1978025"/>
          <p14:tracePt t="29675" x="2530475" y="1978025"/>
          <p14:tracePt t="29684" x="2535238" y="1982788"/>
          <p14:tracePt t="29691" x="2543175" y="1982788"/>
          <p14:tracePt t="29701" x="2547938" y="1982788"/>
          <p14:tracePt t="29707" x="2559050" y="1990725"/>
          <p14:tracePt t="29715" x="2571750" y="1995488"/>
          <p14:tracePt t="29722" x="2592388" y="2003425"/>
          <p14:tracePt t="29731" x="2605088" y="2008188"/>
          <p14:tracePt t="29739" x="2630488" y="2016125"/>
          <p14:tracePt t="29746" x="2667000" y="2028825"/>
          <p14:tracePt t="29755" x="2692400" y="2032000"/>
          <p14:tracePt t="29763" x="2716213" y="2044700"/>
          <p14:tracePt t="29771" x="2744788" y="2052638"/>
          <p14:tracePt t="29777" x="2778125" y="2065338"/>
          <p14:tracePt t="29784" x="2803525" y="2078038"/>
          <p14:tracePt t="29795" x="2827338" y="2081213"/>
          <p14:tracePt t="29800" x="2844800" y="2090738"/>
          <p14:tracePt t="29809" x="2868613" y="2093913"/>
          <p14:tracePt t="29816" x="2881313" y="2101850"/>
          <p14:tracePt t="29825" x="2894013" y="2101850"/>
          <p14:tracePt t="29833" x="2906713" y="2106613"/>
          <p14:tracePt t="29841" x="2914650" y="2106613"/>
          <p14:tracePt t="29849" x="2927350" y="2106613"/>
          <p14:tracePt t="29857" x="2930525" y="2106613"/>
          <p14:tracePt t="29864" x="2940050" y="2106613"/>
          <p14:tracePt t="29873" x="2943225" y="2106613"/>
          <p14:tracePt t="29881" x="2951163" y="2106613"/>
          <p14:tracePt t="29889" x="2955925" y="2106613"/>
          <p14:tracePt t="29897" x="2963863" y="2106613"/>
          <p14:tracePt t="29913" x="2968625" y="2106613"/>
          <p14:tracePt t="29920" x="2976563" y="2106613"/>
          <p14:tracePt t="29929" x="2981325" y="2106613"/>
          <p14:tracePt t="29937" x="2989263" y="2101850"/>
          <p14:tracePt t="29945" x="2992438" y="2101850"/>
          <p14:tracePt t="29952" x="3001963" y="2101850"/>
          <p14:tracePt t="29961" x="3005138" y="2101850"/>
          <p14:tracePt t="29968" x="3017838" y="2101850"/>
          <p14:tracePt t="29977" x="3030538" y="2098675"/>
          <p14:tracePt t="29984" x="3038475" y="2098675"/>
          <p14:tracePt t="29993" x="3043238" y="2090738"/>
          <p14:tracePt t="30001" x="3051175" y="2090738"/>
          <p14:tracePt t="30008" x="3063875" y="2090738"/>
          <p14:tracePt t="30018" x="3067050" y="2085975"/>
          <p14:tracePt t="30025" x="3074988" y="2085975"/>
          <p14:tracePt t="30033" x="3079750" y="2078038"/>
          <p14:tracePt t="30041" x="3087688" y="2073275"/>
          <p14:tracePt t="30049" x="3092450" y="2065338"/>
          <p14:tracePt t="30057" x="3100388" y="2065338"/>
          <p14:tracePt t="30065" x="3113088" y="2060575"/>
          <p14:tracePt t="30073" x="3128963" y="2049463"/>
          <p14:tracePt t="30081" x="3138488" y="2049463"/>
          <p14:tracePt t="30089" x="3149600" y="2039938"/>
          <p14:tracePt t="30097" x="3162300" y="2036763"/>
          <p14:tracePt t="30104" x="3175000" y="2028825"/>
          <p14:tracePt t="30114" x="3179763" y="2024063"/>
          <p14:tracePt t="30120" x="3190875" y="2024063"/>
          <p14:tracePt t="30129" x="3203575" y="2016125"/>
          <p14:tracePt t="30136" x="3216275" y="2003425"/>
          <p14:tracePt t="30145" x="3228975" y="1998663"/>
          <p14:tracePt t="30153" x="3249613" y="1990725"/>
          <p14:tracePt t="30161" x="3262313" y="1978025"/>
          <p14:tracePt t="30168" x="3273425" y="1974850"/>
          <p14:tracePt t="30177" x="3286125" y="1974850"/>
          <p14:tracePt t="30184" x="3290888" y="1962150"/>
          <p14:tracePt t="30193" x="3303588" y="1954213"/>
          <p14:tracePt t="30201" x="3311525" y="1954213"/>
          <p14:tracePt t="30209" x="3314700" y="1949450"/>
          <p14:tracePt t="30216" x="3324225" y="1941513"/>
          <p14:tracePt t="30225" x="3327400" y="1941513"/>
          <p14:tracePt t="30233" x="3335338" y="1941513"/>
          <p14:tracePt t="30249" x="3340100" y="1936750"/>
          <p14:tracePt t="30273" x="3352800" y="1928813"/>
          <p14:tracePt t="30281" x="3352800" y="1924050"/>
          <p14:tracePt t="30289" x="3360738" y="1924050"/>
          <p14:tracePt t="30297" x="3365500" y="1916113"/>
          <p14:tracePt t="30305" x="3373438" y="1912938"/>
          <p14:tracePt t="30320" x="3376613" y="1903413"/>
          <p14:tracePt t="30329" x="3386138" y="1900238"/>
          <p14:tracePt t="30336" x="3386138" y="1892300"/>
          <p14:tracePt t="30345" x="3389313" y="1879600"/>
          <p14:tracePt t="30352" x="3397250" y="1874838"/>
          <p14:tracePt t="30362" x="3402013" y="1866900"/>
          <p14:tracePt t="30368" x="3402013" y="1862138"/>
          <p14:tracePt t="30377" x="3409950" y="1851025"/>
          <p14:tracePt t="30384" x="3414713" y="1841500"/>
          <p14:tracePt t="30393" x="3422650" y="1830388"/>
          <p14:tracePt t="30402" x="3427413" y="1825625"/>
          <p14:tracePt t="30409" x="3427413" y="1817688"/>
          <p14:tracePt t="30417" x="3427413" y="1804988"/>
          <p14:tracePt t="30434" x="3427413" y="1800225"/>
          <p14:tracePt t="30440" x="3427413" y="1792288"/>
          <p14:tracePt t="30457" x="3427413" y="1789113"/>
          <p14:tracePt t="30464" x="3427413" y="1779588"/>
          <p14:tracePt t="30473" x="3427413" y="1776413"/>
          <p14:tracePt t="30479" x="3427413" y="1768475"/>
          <p14:tracePt t="30486" x="3427413" y="1763713"/>
          <p14:tracePt t="30495" x="3422650" y="1763713"/>
          <p14:tracePt t="30502" x="3422650" y="1755775"/>
          <p14:tracePt t="30511" x="3417888" y="1755775"/>
          <p14:tracePt t="30521" x="3417888" y="1751013"/>
          <p14:tracePt t="30527" x="3409950" y="1751013"/>
          <p14:tracePt t="30543" x="3397250" y="1743075"/>
          <p14:tracePt t="30559" x="3394075" y="1743075"/>
          <p14:tracePt t="30575" x="3386138" y="1738313"/>
          <p14:tracePt t="30591" x="3381375" y="1738313"/>
          <p14:tracePt t="30607" x="3373438" y="1738313"/>
          <p14:tracePt t="30623" x="3368675" y="1738313"/>
          <p14:tracePt t="30631" x="3360738" y="1738313"/>
          <p14:tracePt t="30639" x="3348038" y="1738313"/>
          <p14:tracePt t="30647" x="3335338" y="1738313"/>
          <p14:tracePt t="30655" x="3332163" y="1738313"/>
          <p14:tracePt t="30664" x="3311525" y="1730375"/>
          <p14:tracePt t="30671" x="3298825" y="1730375"/>
          <p14:tracePt t="30679" x="3273425" y="1730375"/>
          <p14:tracePt t="30687" x="3257550" y="1730375"/>
          <p14:tracePt t="30695" x="3236913" y="1727200"/>
          <p14:tracePt t="30702" x="3221038" y="1727200"/>
          <p14:tracePt t="30711" x="3200400" y="1727200"/>
          <p14:tracePt t="30718" x="3187700" y="1727200"/>
          <p14:tracePt t="30727" x="3175000" y="1727200"/>
          <p14:tracePt t="30735" x="3170238" y="1727200"/>
          <p14:tracePt t="30743" x="3162300" y="1727200"/>
          <p14:tracePt t="30751" x="3159125" y="1727200"/>
          <p14:tracePt t="30758" x="3149600" y="1727200"/>
          <p14:tracePt t="30767" x="3146425" y="1727200"/>
          <p14:tracePt t="30775" x="3138488" y="1727200"/>
          <p14:tracePt t="30783" x="3133725" y="1727200"/>
          <p14:tracePt t="30791" x="3125788" y="1727200"/>
          <p14:tracePt t="30807" x="3121025" y="1727200"/>
          <p14:tracePt t="31260" x="3113088" y="1727200"/>
          <p14:tracePt t="31268" x="3108325" y="1730375"/>
          <p14:tracePt t="31277" x="3095625" y="1735138"/>
          <p14:tracePt t="31284" x="3087688" y="1735138"/>
          <p14:tracePt t="31293" x="3084513" y="1735138"/>
          <p14:tracePt t="31301" x="3071813" y="1743075"/>
          <p14:tracePt t="31308" x="3059113" y="1743075"/>
          <p14:tracePt t="31316" x="3051175" y="1747838"/>
          <p14:tracePt t="31325" x="3038475" y="1755775"/>
          <p14:tracePt t="31333" x="3025775" y="1755775"/>
          <p14:tracePt t="31341" x="3022600" y="1758950"/>
          <p14:tracePt t="31349" x="3009900" y="1768475"/>
          <p14:tracePt t="31357" x="3001963" y="1768475"/>
          <p14:tracePt t="31364" x="2997200" y="1768475"/>
          <p14:tracePt t="31373" x="2989263" y="1768475"/>
          <p14:tracePt t="31381" x="2984500" y="1768475"/>
          <p14:tracePt t="31397" x="2976563" y="1771650"/>
          <p14:tracePt t="31420" x="2971800" y="1771650"/>
          <p14:tracePt t="31445" x="2971800" y="1779588"/>
          <p14:tracePt t="31452" x="2963863" y="1779588"/>
          <p14:tracePt t="39927" x="2963863" y="1784350"/>
          <p14:tracePt t="39937" x="2968625" y="1784350"/>
          <p14:tracePt t="39942" x="2976563" y="1784350"/>
          <p14:tracePt t="39953" x="2992438" y="1792288"/>
          <p14:tracePt t="39961" x="3030538" y="1817688"/>
          <p14:tracePt t="39967" x="3079750" y="1854200"/>
          <p14:tracePt t="39977" x="3125788" y="1892300"/>
          <p14:tracePt t="39982" x="3187700" y="1957388"/>
          <p14:tracePt t="39990" x="3252788" y="2028825"/>
          <p14:tracePt t="39998" x="3311525" y="2106613"/>
          <p14:tracePt t="40007" x="3365500" y="2193925"/>
          <p14:tracePt t="40014" x="3422650" y="2279650"/>
          <p14:tracePt t="40023" x="3463925" y="2362200"/>
          <p14:tracePt t="40030" x="3513138" y="2441575"/>
          <p14:tracePt t="40039" x="3562350" y="2524125"/>
          <p14:tracePt t="40047" x="3613150" y="2601913"/>
          <p14:tracePt t="40054" x="3683000" y="2676525"/>
          <p14:tracePt t="40063" x="3744913" y="2746375"/>
          <p14:tracePt t="40070" x="3810000" y="2825750"/>
          <p14:tracePt t="40078" x="3881438" y="2900363"/>
          <p14:tracePt t="40087" x="3946525" y="2962275"/>
          <p14:tracePt t="40095" x="4008438" y="3011488"/>
          <p14:tracePt t="40103" x="4067175" y="3055938"/>
          <p14:tracePt t="40111" x="4129088" y="3094038"/>
          <p14:tracePt t="40119" x="4165600" y="3117850"/>
          <p14:tracePt t="40127" x="4194175" y="3135313"/>
          <p14:tracePt t="40134" x="4214813" y="3148013"/>
          <p14:tracePt t="40143" x="4227513" y="3148013"/>
          <p14:tracePt t="40150" x="4232275" y="3148013"/>
          <p14:tracePt t="40159" x="4240213" y="3148013"/>
          <p14:tracePt t="40175" x="4243388" y="3148013"/>
          <p14:tracePt t="40191" x="4243388" y="3143250"/>
          <p14:tracePt t="40207" x="4252913" y="3143250"/>
          <p14:tracePt t="40214" x="4252913" y="3138488"/>
          <p14:tracePt t="40223" x="4252913" y="3130550"/>
          <p14:tracePt t="40231" x="4252913" y="3127375"/>
          <p14:tracePt t="40238" x="4256088" y="3117850"/>
          <p14:tracePt t="40246" x="4256088" y="3114675"/>
          <p14:tracePt t="40255" x="4264025" y="3106738"/>
          <p14:tracePt t="40262" x="4268788" y="3101975"/>
          <p14:tracePt t="40270" x="4268788" y="3089275"/>
          <p14:tracePt t="40278" x="4276725" y="3081338"/>
          <p14:tracePt t="40286" x="4276725" y="3076575"/>
          <p14:tracePt t="40295" x="4281488" y="3068638"/>
          <p14:tracePt t="40303" x="4289425" y="3065463"/>
          <p14:tracePt t="40312" x="4294188" y="3052763"/>
          <p14:tracePt t="40319" x="4302125" y="3044825"/>
          <p14:tracePt t="40327" x="4302125" y="3040063"/>
          <p14:tracePt t="40335" x="4305300" y="3019425"/>
          <p14:tracePt t="40343" x="4314825" y="3014663"/>
          <p14:tracePt t="40350" x="4318000" y="3006725"/>
          <p14:tracePt t="40359" x="4318000" y="2994025"/>
          <p14:tracePt t="40367" x="4325938" y="2990850"/>
          <p14:tracePt t="40375" x="4338638" y="2982913"/>
          <p14:tracePt t="40382" x="4351338" y="2970213"/>
          <p14:tracePt t="40391" x="4356100" y="2965450"/>
          <p14:tracePt t="40399" x="4364038" y="2952750"/>
          <p14:tracePt t="40407" x="4367213" y="2944813"/>
          <p14:tracePt t="40415" x="4376738" y="2941638"/>
          <p14:tracePt t="40455" x="4376738" y="2932113"/>
          <p14:tracePt t="40580" x="4371975" y="2932113"/>
          <p14:tracePt t="40588" x="4364038" y="2932113"/>
          <p14:tracePt t="40596" x="4359275" y="2932113"/>
          <p14:tracePt t="40605" x="4351338" y="2932113"/>
          <p14:tracePt t="40614" x="4346575" y="2932113"/>
          <p14:tracePt t="40621" x="4338638" y="2932113"/>
          <p14:tracePt t="40628" x="4335463" y="2932113"/>
          <p14:tracePt t="40637" x="4325938" y="2932113"/>
          <p14:tracePt t="40645" x="4322763" y="2932113"/>
          <p14:tracePt t="40677" x="4314825" y="2928938"/>
          <p14:tracePt t="40725" x="4314825" y="2921000"/>
          <p14:tracePt t="40732" x="4314825" y="2908300"/>
          <p14:tracePt t="40741" x="4343400" y="2890838"/>
          <p14:tracePt t="40748" x="4400550" y="2870200"/>
          <p14:tracePt t="40757" x="4475163" y="2828925"/>
          <p14:tracePt t="40765" x="4549775" y="2792413"/>
          <p14:tracePt t="40772" x="4627563" y="2767013"/>
          <p14:tracePt t="40780" x="4699000" y="2746375"/>
          <p14:tracePt t="40789" x="4760913" y="2743200"/>
          <p14:tracePt t="40796" x="4813300" y="2730500"/>
          <p14:tracePt t="40805" x="4864100" y="2722563"/>
          <p14:tracePt t="40812" x="4913313" y="2722563"/>
          <p14:tracePt t="40821" x="4949825" y="2722563"/>
          <p14:tracePt t="40828" x="4975225" y="2722563"/>
          <p14:tracePt t="40837" x="4995863" y="2722563"/>
          <p14:tracePt t="40845" x="4999038" y="2722563"/>
          <p14:tracePt t="40901" x="4995863" y="2725738"/>
          <p14:tracePt t="40910" x="4991100" y="2733675"/>
          <p14:tracePt t="40916" x="4983163" y="2733675"/>
          <p14:tracePt t="40933" x="4978400" y="2738438"/>
          <p14:tracePt t="40941" x="4970463" y="2738438"/>
          <p14:tracePt t="40957" x="4967288" y="2746375"/>
          <p14:tracePt t="40964" x="4957763" y="2746375"/>
          <p14:tracePt t="40980" x="4954588" y="2751138"/>
          <p14:tracePt t="40989" x="4946650" y="2751138"/>
          <p14:tracePt t="41012" x="4941888" y="2751138"/>
          <p14:tracePt t="41227" x="4941888" y="2759075"/>
          <p14:tracePt t="41234" x="4933950" y="2759075"/>
          <p14:tracePt t="41243" x="4929188" y="2759075"/>
          <p14:tracePt t="41251" x="4929188" y="2763838"/>
          <p14:tracePt t="41259" x="4921250" y="2763838"/>
          <p14:tracePt t="41266" x="4916488" y="2763838"/>
          <p14:tracePt t="41283" x="4908550" y="2771775"/>
          <p14:tracePt t="41291" x="4905375" y="2771775"/>
          <p14:tracePt t="41299" x="4895850" y="2774950"/>
          <p14:tracePt t="41306" x="4892675" y="2774950"/>
          <p14:tracePt t="41322" x="4879975" y="2774950"/>
          <p14:tracePt t="41339" x="4872038" y="2774950"/>
          <p14:tracePt t="41355" x="4867275" y="2774950"/>
          <p14:tracePt t="41371" x="4859338" y="2784475"/>
          <p14:tracePt t="41378" x="4854575" y="2784475"/>
          <p14:tracePt t="41387" x="4846638" y="2784475"/>
          <p14:tracePt t="41403" x="4843463" y="2784475"/>
          <p14:tracePt t="41562" x="4846638" y="2784475"/>
          <p14:tracePt t="41570" x="4846638" y="2779713"/>
          <p14:tracePt t="41577" x="4846638" y="2771775"/>
          <p14:tracePt t="41585" x="4846638" y="2759075"/>
          <p14:tracePt t="41601" x="4846638" y="2754313"/>
          <p14:tracePt t="41610" x="4846638" y="2743200"/>
          <p14:tracePt t="41617" x="4846638" y="2733675"/>
          <p14:tracePt t="41625" x="4846638" y="2730500"/>
          <p14:tracePt t="41633" x="4843463" y="2722563"/>
          <p14:tracePt t="41641" x="4822825" y="2709863"/>
          <p14:tracePt t="41648" x="4805363" y="2697163"/>
          <p14:tracePt t="41657" x="4784725" y="2692400"/>
          <p14:tracePt t="41665" x="4756150" y="2692400"/>
          <p14:tracePt t="41672" x="4730750" y="2684463"/>
          <p14:tracePt t="41680" x="4694238" y="2681288"/>
          <p14:tracePt t="41689" x="4668838" y="2681288"/>
          <p14:tracePt t="41698" x="4645025" y="2681288"/>
          <p14:tracePt t="41704" x="4624388" y="2681288"/>
          <p14:tracePt t="41713" x="4611688" y="2681288"/>
          <p14:tracePt t="41721" x="4606925" y="2681288"/>
          <p14:tracePt t="42430" x="4616450" y="2684463"/>
          <p14:tracePt t="42438" x="4640263" y="2689225"/>
          <p14:tracePt t="42446" x="4689475" y="2701925"/>
          <p14:tracePt t="42454" x="4760913" y="2722563"/>
          <p14:tracePt t="42463" x="4826000" y="2722563"/>
          <p14:tracePt t="42471" x="4895850" y="2733675"/>
          <p14:tracePt t="42479" x="4970463" y="2751138"/>
          <p14:tracePt t="42487" x="5037138" y="2759075"/>
          <p14:tracePt t="42495" x="5106988" y="2763838"/>
          <p14:tracePt t="42502" x="5173663" y="2771775"/>
          <p14:tracePt t="42512" x="5235575" y="2784475"/>
          <p14:tracePt t="42519" x="5284788" y="2787650"/>
          <p14:tracePt t="42527" x="5321300" y="2787650"/>
          <p14:tracePt t="42535" x="5346700" y="2787650"/>
          <p14:tracePt t="42543" x="5367338" y="2787650"/>
          <p14:tracePt t="42551" x="5370513" y="2787650"/>
          <p14:tracePt t="42566" x="5370513" y="2795588"/>
          <p14:tracePt t="43204" x="5367338" y="2795588"/>
          <p14:tracePt t="43213" x="5367338" y="2800350"/>
          <p14:tracePt t="43221" x="5362575" y="2800350"/>
          <p14:tracePt t="43229" x="5362575" y="2808288"/>
          <p14:tracePt t="43236" x="5354638" y="2808288"/>
          <p14:tracePt t="43253" x="5349875" y="2808288"/>
          <p14:tracePt t="43268" x="5341938" y="2808288"/>
          <p14:tracePt t="43291" x="5341938" y="2813050"/>
          <p14:tracePt t="43913" x="5346700" y="2813050"/>
          <p14:tracePt t="43920" x="5367338" y="2813050"/>
          <p14:tracePt t="43929" x="5383213" y="2813050"/>
          <p14:tracePt t="43937" x="5403850" y="2813050"/>
          <p14:tracePt t="43945" x="5429250" y="2813050"/>
          <p14:tracePt t="43952" x="5445125" y="2813050"/>
          <p14:tracePt t="43961" x="5470525" y="2820988"/>
          <p14:tracePt t="43969" x="5494338" y="2820988"/>
          <p14:tracePt t="43977" x="5527675" y="2820988"/>
          <p14:tracePt t="43985" x="5553075" y="2820988"/>
          <p14:tracePt t="43993" x="5576888" y="2820988"/>
          <p14:tracePt t="44001" x="5594350" y="2825750"/>
          <p14:tracePt t="44008" x="5614988" y="2825750"/>
          <p14:tracePt t="44016" x="5627688" y="2825750"/>
          <p14:tracePt t="44025" x="5640388" y="2825750"/>
          <p14:tracePt t="44032" x="5643563" y="2825750"/>
          <p14:tracePt t="44041" x="5651500" y="2825750"/>
          <p14:tracePt t="44048" x="5656263" y="2825750"/>
          <p14:tracePt t="44057" x="5664200" y="2825750"/>
          <p14:tracePt t="44067" x="5668963" y="2825750"/>
          <p14:tracePt t="44073" x="5676900" y="2825750"/>
          <p14:tracePt t="44097" x="5681663" y="2825750"/>
          <p14:tracePt t="44104" x="5689600" y="2825750"/>
          <p14:tracePt t="44113" x="5692775" y="2825750"/>
          <p14:tracePt t="44121" x="5705475" y="2825750"/>
          <p14:tracePt t="44130" x="5718175" y="2825750"/>
          <p14:tracePt t="44136" x="5730875" y="2825750"/>
          <p14:tracePt t="44145" x="5754688" y="2825750"/>
          <p14:tracePt t="44153" x="5767388" y="2825750"/>
          <p14:tracePt t="44161" x="5788025" y="2825750"/>
          <p14:tracePt t="44168" x="5800725" y="2816225"/>
          <p14:tracePt t="44177" x="5826125" y="2816225"/>
          <p14:tracePt t="44184" x="5842000" y="2816225"/>
          <p14:tracePt t="44192" x="5867400" y="2816225"/>
          <p14:tracePt t="44200" x="5891213" y="2808288"/>
          <p14:tracePt t="44208" x="5929313" y="2805113"/>
          <p14:tracePt t="44217" x="5978525" y="2805113"/>
          <p14:tracePt t="44224" x="6027738" y="2795588"/>
          <p14:tracePt t="44233" x="6073775" y="2795588"/>
          <p14:tracePt t="44241" x="6110288" y="2792413"/>
          <p14:tracePt t="44248" x="6151563" y="2784475"/>
          <p14:tracePt t="44257" x="6188075" y="2779713"/>
          <p14:tracePt t="44264" x="6234113" y="2779713"/>
          <p14:tracePt t="44273" x="6270625" y="2771775"/>
          <p14:tracePt t="44281" x="6296025" y="2759075"/>
          <p14:tracePt t="44288" x="6321425" y="2759075"/>
          <p14:tracePt t="44296" x="6345238" y="2754313"/>
          <p14:tracePt t="44304" x="6357938" y="2746375"/>
          <p14:tracePt t="44314" x="6370638" y="2743200"/>
          <p14:tracePt t="44321" x="6373813" y="2743200"/>
          <p14:tracePt t="44329" x="6386513" y="2743200"/>
          <p14:tracePt t="44337" x="6399213" y="2733675"/>
          <p14:tracePt t="44344" x="6407150" y="2733675"/>
          <p14:tracePt t="44353" x="6419850" y="2730500"/>
          <p14:tracePt t="44360" x="6419850" y="2722563"/>
          <p14:tracePt t="44368" x="6424613" y="2722563"/>
          <p14:tracePt t="44559" x="6432550" y="2717800"/>
          <p14:tracePt t="55073" x="6435725" y="2738438"/>
          <p14:tracePt t="55080" x="6435725" y="2763838"/>
          <p14:tracePt t="55089" x="6445250" y="2787650"/>
          <p14:tracePt t="55097" x="6445250" y="2820988"/>
          <p14:tracePt t="55105" x="6445250" y="2849563"/>
          <p14:tracePt t="55112" x="6445250" y="2874963"/>
          <p14:tracePt t="55121" x="6445250" y="2900363"/>
          <p14:tracePt t="55128" x="6445250" y="2921000"/>
          <p14:tracePt t="55136" x="6440488" y="2924175"/>
          <p14:tracePt t="55144" x="6432550" y="2932113"/>
          <p14:tracePt t="55155" x="6427788" y="2944813"/>
          <p14:tracePt t="55161" x="6419850" y="2944813"/>
          <p14:tracePt t="55169" x="6407150" y="2949575"/>
          <p14:tracePt t="55177" x="6403975" y="2949575"/>
          <p14:tracePt t="55185" x="6391275" y="2949575"/>
          <p14:tracePt t="55192" x="6370638" y="2957513"/>
          <p14:tracePt t="55201" x="6353175" y="2962275"/>
          <p14:tracePt t="55209" x="6332538" y="2962275"/>
          <p14:tracePt t="55216" x="6303963" y="2970213"/>
          <p14:tracePt t="55224" x="6280150" y="2973388"/>
          <p14:tracePt t="55233" x="6259513" y="2986088"/>
          <p14:tracePt t="55241" x="6242050" y="2986088"/>
          <p14:tracePt t="55249" x="6221413" y="2998788"/>
          <p14:tracePt t="55258" x="6208713" y="3006725"/>
          <p14:tracePt t="55264" x="6192838" y="3006725"/>
          <p14:tracePt t="55273" x="6180138" y="3011488"/>
          <p14:tracePt t="55280" x="6167438" y="3024188"/>
          <p14:tracePt t="55288" x="6156325" y="3032125"/>
          <p14:tracePt t="55297" x="6143625" y="3044825"/>
          <p14:tracePt t="55305" x="6130925" y="3048000"/>
          <p14:tracePt t="55393" x="6130925" y="3055938"/>
          <p14:tracePt t="55417" x="6130925" y="3068638"/>
          <p14:tracePt t="55424" x="6130925" y="3073400"/>
          <p14:tracePt t="55432" x="6130925" y="3081338"/>
          <p14:tracePt t="55440" x="6135688" y="3086100"/>
          <p14:tracePt t="55449" x="6135688" y="3097213"/>
          <p14:tracePt t="55455" x="6135688" y="3106738"/>
          <p14:tracePt t="55465" x="6146800" y="3109913"/>
          <p14:tracePt t="55473" x="6146800" y="3122613"/>
          <p14:tracePt t="55480" x="6146800" y="3130550"/>
          <p14:tracePt t="55488" x="6151563" y="3135313"/>
          <p14:tracePt t="55497" x="6151563" y="3143250"/>
          <p14:tracePt t="55505" x="6159500" y="3143250"/>
          <p14:tracePt t="55512" x="6159500" y="3148013"/>
          <p14:tracePt t="57881" x="6159500" y="3159125"/>
          <p14:tracePt t="57888" x="6097588" y="3205163"/>
          <p14:tracePt t="57897" x="6019800" y="3246438"/>
          <p14:tracePt t="57910" x="5899150" y="3308350"/>
          <p14:tracePt t="57913" x="5751513" y="3357563"/>
          <p14:tracePt t="57920" x="5586413" y="3403600"/>
          <p14:tracePt t="57928" x="5380038" y="3444875"/>
          <p14:tracePt t="57937" x="5164138" y="3490913"/>
          <p14:tracePt t="57945" x="4946650" y="3519488"/>
          <p14:tracePt t="57952" x="4748213" y="3556000"/>
          <p14:tracePt t="57961" x="4545013" y="3568700"/>
          <p14:tracePt t="57968" x="4384675" y="3589338"/>
          <p14:tracePt t="57978" x="4214813" y="3602038"/>
          <p14:tracePt t="57985" x="4075113" y="3625850"/>
          <p14:tracePt t="57994" x="3938588" y="3643313"/>
          <p14:tracePt t="58001" x="3827463" y="3663950"/>
          <p14:tracePt t="58010" x="3732213" y="3679825"/>
          <p14:tracePt t="58017" x="3657600" y="3700463"/>
          <p14:tracePt t="58025" x="3603625" y="3713163"/>
          <p14:tracePt t="58034" x="3567113" y="3725863"/>
          <p14:tracePt t="58040" x="3559175" y="3725863"/>
          <p14:tracePt t="58049" x="3554413" y="3729038"/>
          <p14:tracePt t="58161" x="3541713" y="3729038"/>
          <p14:tracePt t="58168" x="3497263" y="3729038"/>
          <p14:tracePt t="58177" x="3459163" y="3729038"/>
          <p14:tracePt t="58184" x="3430588" y="3729038"/>
          <p14:tracePt t="58193" x="3394075" y="3729038"/>
          <p14:tracePt t="58201" x="3355975" y="3713163"/>
          <p14:tracePt t="58210" x="3311525" y="3708400"/>
          <p14:tracePt t="58217" x="3273425" y="3697288"/>
          <p14:tracePt t="58226" x="3221038" y="3684588"/>
          <p14:tracePt t="58233" x="3170238" y="3676650"/>
          <p14:tracePt t="58241" x="3100388" y="3663950"/>
          <p14:tracePt t="58248" x="3038475" y="3638550"/>
          <p14:tracePt t="58256" x="2971800" y="3625850"/>
          <p14:tracePt t="58264" x="2898775" y="3614738"/>
          <p14:tracePt t="58273" x="2840038" y="3602038"/>
          <p14:tracePt t="58281" x="2774950" y="3597275"/>
          <p14:tracePt t="58288" x="2713038" y="3576638"/>
          <p14:tracePt t="58297" x="2674938" y="3563938"/>
          <p14:tracePt t="58305" x="2641600" y="3560763"/>
          <p14:tracePt t="58312" x="2605088" y="3552825"/>
          <p14:tracePt t="58321" x="2579688" y="3548063"/>
          <p14:tracePt t="58328" x="2563813" y="3540125"/>
          <p14:tracePt t="58337" x="2555875" y="3540125"/>
          <p14:tracePt t="58346" x="2543175" y="3540125"/>
          <p14:tracePt t="58353" x="2538413" y="3540125"/>
          <p14:tracePt t="58361" x="2530475" y="3540125"/>
          <p14:tracePt t="81831" x="2568575" y="3540125"/>
          <p14:tracePt t="81838" x="2617788" y="3540125"/>
          <p14:tracePt t="81846" x="2646363" y="3552825"/>
          <p14:tracePt t="81854" x="2671763" y="3568700"/>
          <p14:tracePt t="81863" x="2692400" y="3594100"/>
          <p14:tracePt t="81870" x="2695575" y="3614738"/>
          <p14:tracePt t="81879" x="2703513" y="3630613"/>
          <p14:tracePt t="81898" x="2703513" y="3687763"/>
          <p14:tracePt t="81903" x="2703513" y="3725863"/>
          <p14:tracePt t="81910" x="2692400" y="3775075"/>
          <p14:tracePt t="81918" x="2667000" y="3816350"/>
          <p14:tracePt t="81927" x="2638425" y="3886200"/>
          <p14:tracePt t="81935" x="2592388" y="3965575"/>
          <p14:tracePt t="81942" x="2551113" y="4048125"/>
          <p14:tracePt t="81951" x="2506663" y="4151313"/>
          <p14:tracePt t="81958" x="2452688" y="4270375"/>
          <p14:tracePt t="81966" x="2419350" y="4394200"/>
          <p14:tracePt t="81974" x="2382838" y="4497388"/>
          <p14:tracePt t="81982" x="2365375" y="4618038"/>
          <p14:tracePt t="81991" x="2352675" y="4708525"/>
          <p14:tracePt t="82000" x="2352675" y="4808538"/>
          <p14:tracePt t="82006" x="2344738" y="4914900"/>
          <p14:tracePt t="82013" x="2344738" y="5002213"/>
          <p14:tracePt t="82021" x="2344738" y="5092700"/>
          <p14:tracePt t="82029" x="2344738" y="5175250"/>
          <p14:tracePt t="82036" x="2344738" y="5249863"/>
          <p14:tracePt t="82044" x="2349500" y="5316538"/>
          <p14:tracePt t="82055" x="2362200" y="5373688"/>
          <p14:tracePt t="82061" x="2370138" y="5440363"/>
          <p14:tracePt t="82068" x="2386013" y="5510213"/>
          <p14:tracePt t="82077" x="2393950" y="5559425"/>
          <p14:tracePt t="82085" x="2398713" y="5608638"/>
          <p14:tracePt t="82093" x="2406650" y="5675313"/>
          <p14:tracePt t="82101" x="2411413" y="5732463"/>
          <p14:tracePt t="82109" x="2419350" y="5773738"/>
          <p14:tracePt t="82117" x="2419350" y="5824538"/>
          <p14:tracePt t="82124" x="2419350" y="5881688"/>
          <p14:tracePt t="82132" x="2419350" y="5943600"/>
          <p14:tracePt t="82140" x="2419350" y="6010275"/>
          <p14:tracePt t="82149" x="2406650" y="6084888"/>
          <p14:tracePt t="82157" x="2393950" y="6157913"/>
          <p14:tracePt t="82166" x="2382838" y="6240463"/>
          <p14:tracePt t="82172" x="2370138" y="6332538"/>
          <p14:tracePt t="82181" x="2365375" y="6443663"/>
          <p14:tracePt t="82188" x="2365375" y="6562725"/>
          <p14:tracePt t="82197" x="2365375" y="6704013"/>
          <p14:tracePt t="82204" x="2386013" y="6851650"/>
          <p14:tracePt t="82213" x="2444750" y="6988175"/>
          <p14:tracePt t="82221" x="2506663" y="7108825"/>
          <p14:tracePt t="82228" x="2579688" y="7235825"/>
          <p14:tracePt t="82236" x="2659063" y="7348538"/>
          <p14:tracePt t="82245" x="2744788" y="7459663"/>
          <p14:tracePt t="82252" x="2827338" y="7546975"/>
          <p14:tracePt t="82444" x="3422650" y="7372350"/>
          <p14:tracePt t="82452" x="3435350" y="7245350"/>
          <p14:tracePt t="82461" x="3451225" y="7108825"/>
          <p14:tracePt t="82468" x="3484563" y="6972300"/>
          <p14:tracePt t="82477" x="3513138" y="6851650"/>
          <p14:tracePt t="82484" x="3551238" y="6737350"/>
          <p14:tracePt t="82493" x="3600450" y="6616700"/>
          <p14:tracePt t="82502" x="3649663" y="6477000"/>
          <p14:tracePt t="82509" x="3698875" y="6356350"/>
          <p14:tracePt t="82517" x="3744913" y="6253163"/>
          <p14:tracePt t="82525" x="3781425" y="6146800"/>
          <p14:tracePt t="82533" x="3819525" y="6046788"/>
          <p14:tracePt t="82540" x="3848100" y="5959475"/>
          <p14:tracePt t="82550" x="3871913" y="5873750"/>
          <p14:tracePt t="82557" x="3897313" y="5807075"/>
          <p14:tracePt t="82566" x="3917950" y="5724525"/>
          <p14:tracePt t="82572" x="3922713" y="5662613"/>
          <p14:tracePt t="82580" x="3930650" y="5613400"/>
          <p14:tracePt t="82588" x="3930650" y="5559425"/>
          <p14:tracePt t="82598" x="3930650" y="5513388"/>
          <p14:tracePt t="82604" x="3930650" y="5484813"/>
          <p14:tracePt t="82613" x="3930650" y="5461000"/>
          <p14:tracePt t="82621" x="3930650" y="5440363"/>
          <p14:tracePt t="82629" x="3930650" y="5427663"/>
          <p14:tracePt t="82637" x="3925888" y="5414963"/>
          <p14:tracePt t="82644" x="3917950" y="5402263"/>
          <p14:tracePt t="82653" x="3917950" y="5399088"/>
          <p14:tracePt t="82668" x="3917950" y="5389563"/>
          <p14:tracePt t="82725" x="3917950" y="5378450"/>
          <p14:tracePt t="82733" x="3922713" y="5365750"/>
          <p14:tracePt t="82740" x="3943350" y="5337175"/>
          <p14:tracePt t="82751" x="3959225" y="5299075"/>
          <p14:tracePt t="82757" x="3984625" y="5262563"/>
          <p14:tracePt t="82763" x="3995738" y="5203825"/>
          <p14:tracePt t="82772" x="4008438" y="5141913"/>
          <p14:tracePt t="82781" x="4021138" y="5105400"/>
          <p14:tracePt t="82788" x="4033838" y="5038725"/>
          <p14:tracePt t="82796" x="4054475" y="4968875"/>
          <p14:tracePt t="82802" x="4067175" y="4940300"/>
          <p14:tracePt t="82811" x="4083050" y="4881563"/>
          <p14:tracePt t="82822" x="4090988" y="4832350"/>
          <p14:tracePt t="82827" x="4108450" y="4767263"/>
          <p14:tracePt t="82836" x="4116388" y="4705350"/>
          <p14:tracePt t="82844" x="4119563" y="4659313"/>
          <p14:tracePt t="82852" x="4119563" y="4610100"/>
          <p14:tracePt t="82858" x="4119563" y="4559300"/>
          <p14:tracePt t="82868" x="4119563" y="4535488"/>
          <p14:tracePt t="82875" x="4111625" y="4518025"/>
          <p14:tracePt t="82885" x="4098925" y="4497388"/>
          <p14:tracePt t="82891" x="4078288" y="4481513"/>
          <p14:tracePt t="82900" x="4067175" y="4468813"/>
          <p14:tracePt t="82906" x="4041775" y="4468813"/>
          <p14:tracePt t="82915" x="4025900" y="4468813"/>
          <p14:tracePt t="82922" x="4000500" y="4468813"/>
          <p14:tracePt t="82931" x="3979863" y="4468813"/>
          <p14:tracePt t="82939" x="3954463" y="4468813"/>
          <p14:tracePt t="82946" x="3938588" y="4468813"/>
          <p14:tracePt t="82954" x="3913188" y="4468813"/>
          <p14:tracePt t="82963" x="3889375" y="4468813"/>
          <p14:tracePt t="82971" x="3856038" y="4468813"/>
          <p14:tracePt t="82979" x="3827463" y="4468813"/>
          <p14:tracePt t="82986" x="3794125" y="4473575"/>
          <p14:tracePt t="82997" x="3752850" y="4476750"/>
          <p14:tracePt t="83002" x="3695700" y="4486275"/>
          <p14:tracePt t="83011" x="3654425" y="4486275"/>
          <p14:tracePt t="83019" x="3603625" y="4497388"/>
          <p14:tracePt t="83027" x="3541713" y="4510088"/>
          <p14:tracePt t="83035" x="3484563" y="4527550"/>
          <p14:tracePt t="83043" x="3430588" y="4535488"/>
          <p14:tracePt t="83051" x="3368675" y="4551363"/>
          <p14:tracePt t="83059" x="3311525" y="4564063"/>
          <p14:tracePt t="83067" x="3270250" y="4576763"/>
          <p14:tracePt t="83074" x="3232150" y="4597400"/>
          <p14:tracePt t="83083" x="3200400" y="4613275"/>
          <p14:tracePt t="83091" x="3170238" y="4625975"/>
          <p14:tracePt t="83099" x="3149600" y="4638675"/>
          <p14:tracePt t="83107" x="3138488" y="4651375"/>
          <p14:tracePt t="83115" x="3125788" y="4659313"/>
          <p14:tracePt t="83123" x="3113088" y="4662488"/>
          <p14:tracePt t="83131" x="3108325" y="4675188"/>
          <p14:tracePt t="83139" x="3100388" y="4684713"/>
          <p14:tracePt t="83147" x="3095625" y="4695825"/>
          <p14:tracePt t="83155" x="3087688" y="4708525"/>
          <p14:tracePt t="83164" x="3087688" y="4713288"/>
          <p14:tracePt t="83170" x="3084513" y="4733925"/>
          <p14:tracePt t="83179" x="3074988" y="4749800"/>
          <p14:tracePt t="83189" x="3071813" y="4770438"/>
          <p14:tracePt t="83195" x="3071813" y="4795838"/>
          <p14:tracePt t="83202" x="3059113" y="4811713"/>
          <p14:tracePt t="83211" x="3059113" y="4837113"/>
          <p14:tracePt t="83219" x="3046413" y="4860925"/>
          <p14:tracePt t="83227" x="3046413" y="4881563"/>
          <p14:tracePt t="83234" x="3038475" y="4899025"/>
          <p14:tracePt t="83242" x="3033713" y="4919663"/>
          <p14:tracePt t="83251" x="3033713" y="4956175"/>
          <p14:tracePt t="83259" x="3033713" y="4981575"/>
          <p14:tracePt t="83266" x="3033713" y="5005388"/>
          <p14:tracePt t="83275" x="3033713" y="5035550"/>
          <p14:tracePt t="83283" x="3033713" y="5059363"/>
          <p14:tracePt t="83291" x="3038475" y="5105400"/>
          <p14:tracePt t="83299" x="3043238" y="5130800"/>
          <p14:tracePt t="83307" x="3063875" y="5159375"/>
          <p14:tracePt t="83315" x="3074988" y="5208588"/>
          <p14:tracePt t="83323" x="3092450" y="5241925"/>
          <p14:tracePt t="83331" x="3113088" y="5283200"/>
          <p14:tracePt t="83339" x="3128963" y="5319713"/>
          <p14:tracePt t="83347" x="3149600" y="5353050"/>
          <p14:tracePt t="83355" x="3175000" y="5394325"/>
          <p14:tracePt t="83363" x="3203575" y="5440363"/>
          <p14:tracePt t="83370" x="3228975" y="5489575"/>
          <p14:tracePt t="83379" x="3265488" y="5526088"/>
          <p14:tracePt t="83387" x="3303588" y="5567363"/>
          <p14:tracePt t="83395" x="3348038" y="5629275"/>
          <p14:tracePt t="83402" x="3389313" y="5675313"/>
          <p14:tracePt t="83411" x="3448050" y="5729288"/>
          <p14:tracePt t="83418" x="3497263" y="5773738"/>
          <p14:tracePt t="83427" x="3546475" y="5803900"/>
          <p14:tracePt t="83435" x="3608388" y="5848350"/>
          <p14:tracePt t="83443" x="3657600" y="5886450"/>
          <p14:tracePt t="83451" x="3706813" y="5902325"/>
          <p14:tracePt t="83459" x="3757613" y="5915025"/>
          <p14:tracePt t="83475" x="3835400" y="5915025"/>
          <p14:tracePt t="83484" x="3871913" y="5907088"/>
          <p14:tracePt t="83490" x="3917950" y="5881688"/>
          <p14:tracePt t="83499" x="3959225" y="5848350"/>
          <p14:tracePt t="83507" x="4005263" y="5811838"/>
          <p14:tracePt t="83515" x="4041775" y="5770563"/>
          <p14:tracePt t="83523" x="4078288" y="5732463"/>
          <p14:tracePt t="83531" x="4116388" y="5675313"/>
          <p14:tracePt t="83539" x="4144963" y="5621338"/>
          <p14:tracePt t="83547" x="4157663" y="5576888"/>
          <p14:tracePt t="83554" x="4181475" y="5546725"/>
          <p14:tracePt t="83564" x="4194175" y="5510213"/>
          <p14:tracePt t="83570" x="4206875" y="5484813"/>
          <p14:tracePt t="83579" x="4219575" y="5461000"/>
          <p14:tracePt t="83587" x="4227513" y="5435600"/>
          <p14:tracePt t="83595" x="4232275" y="5410200"/>
          <p14:tracePt t="83602" x="4232275" y="5389563"/>
          <p14:tracePt t="83610" x="4232275" y="5373688"/>
          <p14:tracePt t="83619" x="4232275" y="5360988"/>
          <p14:tracePt t="83627" x="4232275" y="5348288"/>
          <p14:tracePt t="83634" x="4232275" y="5340350"/>
          <p14:tracePt t="83706" x="4227513" y="5340350"/>
          <p14:tracePt t="83714" x="4222750" y="5340350"/>
          <p14:tracePt t="83731" x="4214813" y="5340350"/>
          <p14:tracePt t="83739" x="4211638" y="5345113"/>
          <p14:tracePt t="83747" x="4202113" y="5345113"/>
          <p14:tracePt t="83755" x="4198938" y="5345113"/>
          <p14:tracePt t="83763" x="4198938" y="5353050"/>
          <p14:tracePt t="83770" x="4191000" y="5353050"/>
          <p14:tracePt t="83786" x="4186238" y="5357813"/>
          <p14:tracePt t="83802" x="4178300" y="5357813"/>
          <p14:tracePt t="83827" x="4178300" y="5365750"/>
          <p14:tracePt t="84200" x="4191000" y="5365750"/>
          <p14:tracePt t="84208" x="4202113" y="5365750"/>
          <p14:tracePt t="84217" x="4219575" y="5365750"/>
          <p14:tracePt t="84225" x="4243388" y="5365750"/>
          <p14:tracePt t="84233" x="4268788" y="5365750"/>
          <p14:tracePt t="84241" x="4302125" y="5365750"/>
          <p14:tracePt t="84250" x="4343400" y="5365750"/>
          <p14:tracePt t="84257" x="4392613" y="5365750"/>
          <p14:tracePt t="84265" x="4430713" y="5365750"/>
          <p14:tracePt t="84273" x="4479925" y="5360988"/>
          <p14:tracePt t="84281" x="4529138" y="5360988"/>
          <p14:tracePt t="84288" x="4578350" y="5360988"/>
          <p14:tracePt t="84298" x="4627563" y="5353050"/>
          <p14:tracePt t="84304" x="4665663" y="5340350"/>
          <p14:tracePt t="84313" x="4710113" y="5324475"/>
          <p14:tracePt t="84320" x="4740275" y="5324475"/>
          <p14:tracePt t="84329" x="4760913" y="5311775"/>
          <p14:tracePt t="84337" x="4772025" y="5303838"/>
          <p14:tracePt t="84345" x="4784725" y="5291138"/>
          <p14:tracePt t="84352" x="4797425" y="5286375"/>
          <p14:tracePt t="84361" x="4810125" y="5278438"/>
          <p14:tracePt t="84369" x="4826000" y="5265738"/>
          <p14:tracePt t="84377" x="4846638" y="5254625"/>
          <p14:tracePt t="84384" x="4864100" y="5249863"/>
          <p14:tracePt t="84393" x="4875213" y="5249863"/>
          <p14:tracePt t="84401" x="4895850" y="5237163"/>
          <p14:tracePt t="84409" x="4913313" y="5224463"/>
          <p14:tracePt t="84418" x="4926013" y="5216525"/>
          <p14:tracePt t="84425" x="4949825" y="5203825"/>
          <p14:tracePt t="84433" x="4975225" y="5192713"/>
          <p14:tracePt t="84442" x="4999038" y="5175250"/>
          <p14:tracePt t="84449" x="5037138" y="5154613"/>
          <p14:tracePt t="84457" x="5060950" y="5138738"/>
          <p14:tracePt t="84464" x="5086350" y="5126038"/>
          <p14:tracePt t="84472" x="5099050" y="5113338"/>
          <p14:tracePt t="84481" x="5119688" y="5100638"/>
          <p14:tracePt t="84489" x="5132388" y="5092700"/>
          <p14:tracePt t="84498" x="5135563" y="5087938"/>
          <p14:tracePt t="84504" x="5143500" y="5067300"/>
          <p14:tracePt t="84514" x="5148263" y="5056188"/>
          <p14:tracePt t="84520" x="5156200" y="5051425"/>
          <p14:tracePt t="84529" x="5160963" y="5030788"/>
          <p14:tracePt t="84536" x="5168900" y="5005388"/>
          <p14:tracePt t="84544" x="5181600" y="4976813"/>
          <p14:tracePt t="84553" x="5194300" y="4956175"/>
          <p14:tracePt t="84560" x="5197475" y="4932363"/>
          <p14:tracePt t="84570" x="5205413" y="4906963"/>
          <p14:tracePt t="84577" x="5210175" y="4894263"/>
          <p14:tracePt t="84585" x="5218113" y="4878388"/>
          <p14:tracePt t="84593" x="5218113" y="4865688"/>
          <p14:tracePt t="84601" x="5218113" y="4852988"/>
          <p14:tracePt t="84609" x="5218113" y="4840288"/>
          <p14:tracePt t="84618" x="5218113" y="4819650"/>
          <p14:tracePt t="84625" x="5218113" y="4816475"/>
          <p14:tracePt t="84632" x="5218113" y="4803775"/>
          <p14:tracePt t="84641" x="5218113" y="4795838"/>
          <p14:tracePt t="84649" x="5214938" y="4795838"/>
          <p14:tracePt t="84657" x="5205413" y="4791075"/>
          <p14:tracePt t="84665" x="5202238" y="4783138"/>
          <p14:tracePt t="84672" x="5194300" y="4778375"/>
          <p14:tracePt t="84688" x="5189538" y="4778375"/>
          <p14:tracePt t="84697" x="5181600" y="4778375"/>
          <p14:tracePt t="84704" x="5176838" y="4770438"/>
          <p14:tracePt t="84713" x="5168900" y="4767263"/>
          <p14:tracePt t="84720" x="5156200" y="4767263"/>
          <p14:tracePt t="84729" x="5143500" y="4757738"/>
          <p14:tracePt t="84736" x="5132388" y="4754563"/>
          <p14:tracePt t="84745" x="5114925" y="4754563"/>
          <p14:tracePt t="84753" x="5091113" y="4746625"/>
          <p14:tracePt t="84761" x="5070475" y="4741863"/>
          <p14:tracePt t="84770" x="5045075" y="4733925"/>
          <p14:tracePt t="84777" x="5029200" y="4729163"/>
          <p14:tracePt t="84784" x="5003800" y="4721225"/>
          <p14:tracePt t="84792" x="4978400" y="4716463"/>
          <p14:tracePt t="84801" x="4967288" y="4708525"/>
          <p14:tracePt t="84809" x="4946650" y="4705350"/>
          <p14:tracePt t="84819" x="4929188" y="4695825"/>
          <p14:tracePt t="84825" x="4892675" y="4692650"/>
          <p14:tracePt t="84833" x="4867275" y="4684713"/>
          <p14:tracePt t="84838" x="4830763" y="4679950"/>
          <p14:tracePt t="84848" x="4797425" y="4679950"/>
          <p14:tracePt t="84857" x="4781550" y="4667250"/>
          <p14:tracePt t="84863" x="4735513" y="4667250"/>
          <p14:tracePt t="84871" x="4710113" y="4659313"/>
          <p14:tracePt t="84881" x="4681538" y="4659313"/>
          <p14:tracePt t="84887" x="4645025" y="4659313"/>
          <p14:tracePt t="84895" x="4624388" y="4659313"/>
          <p14:tracePt t="84903" x="4598988" y="4659313"/>
          <p14:tracePt t="84911" x="4586288" y="4659313"/>
          <p14:tracePt t="84919" x="4570413" y="4659313"/>
          <p14:tracePt t="84927" x="4562475" y="4659313"/>
          <p14:tracePt t="84935" x="4557713" y="4659313"/>
          <p14:tracePt t="84942" x="4549775" y="4662488"/>
          <p14:tracePt t="84951" x="4545013" y="4662488"/>
          <p14:tracePt t="84959" x="4533900" y="4672013"/>
          <p14:tracePt t="84967" x="4524375" y="4672013"/>
          <p14:tracePt t="84975" x="4521200" y="4675188"/>
          <p14:tracePt t="84982" x="4513263" y="4684713"/>
          <p14:tracePt t="84991" x="4500563" y="4695825"/>
          <p14:tracePt t="84998" x="4487863" y="4700588"/>
          <p14:tracePt t="85007" x="4483100" y="4708525"/>
          <p14:tracePt t="85014" x="4471988" y="4721225"/>
          <p14:tracePt t="85022" x="4451350" y="4725988"/>
          <p14:tracePt t="85031" x="4438650" y="4737100"/>
          <p14:tracePt t="85038" x="4425950" y="4749800"/>
          <p14:tracePt t="85047" x="4410075" y="4762500"/>
          <p14:tracePt t="85058" x="4400550" y="4775200"/>
          <p14:tracePt t="85063" x="4384675" y="4795838"/>
          <p14:tracePt t="85070" x="4376738" y="4811713"/>
          <p14:tracePt t="85079" x="4364038" y="4824413"/>
          <p14:tracePt t="85087" x="4351338" y="4845050"/>
          <p14:tracePt t="85095" x="4346575" y="4857750"/>
          <p14:tracePt t="85119" x="4325938" y="4906963"/>
          <p14:tracePt t="85135" x="4322763" y="4935538"/>
          <p14:tracePt t="85143" x="4314825" y="4956175"/>
          <p14:tracePt t="85152" x="4314825" y="4973638"/>
          <p14:tracePt t="85159" x="4314825" y="4984750"/>
          <p14:tracePt t="85167" x="4314825" y="5005388"/>
          <p14:tracePt t="85175" x="4314825" y="5022850"/>
          <p14:tracePt t="85183" x="4314825" y="5043488"/>
          <p14:tracePt t="85190" x="4314825" y="5056188"/>
          <p14:tracePt t="85199" x="4314825" y="5059363"/>
          <p14:tracePt t="85207" x="4314825" y="5067300"/>
          <p14:tracePt t="85214" x="4314825" y="5072063"/>
          <p14:tracePt t="85232" x="4314825" y="5080000"/>
          <p14:tracePt t="85238" x="4314825" y="5084763"/>
          <p14:tracePt t="85247" x="4318000" y="5084763"/>
          <p14:tracePt t="85254" x="4318000" y="5097463"/>
          <p14:tracePt t="85263" x="4330700" y="5097463"/>
          <p14:tracePt t="85270" x="4330700" y="5108575"/>
          <p14:tracePt t="85279" x="4343400" y="5118100"/>
          <p14:tracePt t="85287" x="4351338" y="5118100"/>
          <p14:tracePt t="85295" x="4364038" y="5130800"/>
          <p14:tracePt t="85303" x="4379913" y="5130800"/>
          <p14:tracePt t="85311" x="4392613" y="5130800"/>
          <p14:tracePt t="85318" x="4405313" y="5130800"/>
          <p14:tracePt t="85327" x="4418013" y="5133975"/>
          <p14:tracePt t="85335" x="4430713" y="5133975"/>
          <p14:tracePt t="85343" x="4441825" y="5141913"/>
          <p14:tracePt t="85351" x="4454525" y="5146675"/>
          <p14:tracePt t="85359" x="4462463" y="5154613"/>
          <p14:tracePt t="85367" x="4479925" y="5159375"/>
          <p14:tracePt t="85375" x="4492625" y="5167313"/>
          <p14:tracePt t="85383" x="4513263" y="5172075"/>
          <p14:tracePt t="85390" x="4529138" y="5180013"/>
          <p14:tracePt t="85399" x="4541838" y="5192713"/>
          <p14:tracePt t="85407" x="4562475" y="5192713"/>
          <p14:tracePt t="85414" x="4578350" y="5195888"/>
          <p14:tracePt t="85422" x="4598988" y="5195888"/>
          <p14:tracePt t="85431" x="4616450" y="5195888"/>
          <p14:tracePt t="85438" x="4627563" y="5203825"/>
          <p14:tracePt t="85447" x="4648200" y="5203825"/>
          <p14:tracePt t="85454" x="4660900" y="5203825"/>
          <p14:tracePt t="85463" x="4673600" y="5203825"/>
          <p14:tracePt t="85470" x="4678363" y="5203825"/>
          <p14:tracePt t="85479" x="4699000" y="5203825"/>
          <p14:tracePt t="85487" x="4710113" y="5203825"/>
          <p14:tracePt t="85495" x="4727575" y="5203825"/>
          <p14:tracePt t="85503" x="4748213" y="5203825"/>
          <p14:tracePt t="85510" x="4764088" y="5203825"/>
          <p14:tracePt t="85519" x="4789488" y="5192713"/>
          <p14:tracePt t="85527" x="4802188" y="5187950"/>
          <p14:tracePt t="85535" x="4822825" y="5187950"/>
          <p14:tracePt t="85542" x="4833938" y="5180013"/>
          <p14:tracePt t="85551" x="4846638" y="5167313"/>
          <p14:tracePt t="85559" x="4859338" y="5162550"/>
          <p14:tracePt t="85567" x="4872038" y="5151438"/>
          <p14:tracePt t="85575" x="4887913" y="5138738"/>
          <p14:tracePt t="85582" x="4900613" y="5118100"/>
          <p14:tracePt t="85591" x="4926013" y="5100638"/>
          <p14:tracePt t="85599" x="4949825" y="5080000"/>
          <p14:tracePt t="85607" x="4975225" y="5056188"/>
          <p14:tracePt t="85615" x="4999038" y="5038725"/>
          <p14:tracePt t="85623" x="5019675" y="5026025"/>
          <p14:tracePt t="85629" x="5045075" y="5005388"/>
          <p14:tracePt t="85636" x="5057775" y="4994275"/>
          <p14:tracePt t="85647" x="5060950" y="4989513"/>
          <p14:tracePt t="85654" x="5070475" y="4981575"/>
          <p14:tracePt t="85661" x="5070475" y="4976813"/>
          <p14:tracePt t="85669" x="5073650" y="4968875"/>
          <p14:tracePt t="86362" x="5086350" y="5005388"/>
          <p14:tracePt t="86370" x="5119688" y="5046663"/>
          <p14:tracePt t="86379" x="5148263" y="5105400"/>
          <p14:tracePt t="86387" x="5181600" y="5146675"/>
          <p14:tracePt t="86394" x="5222875" y="5192713"/>
          <p14:tracePt t="86403" x="5272088" y="5233988"/>
          <p14:tracePt t="86411" x="5318125" y="5257800"/>
          <p14:tracePt t="86420" x="5359400" y="5291138"/>
          <p14:tracePt t="86427" x="5395913" y="5316538"/>
          <p14:tracePt t="86435" x="5445125" y="5340350"/>
          <p14:tracePt t="86443" x="5503863" y="5365750"/>
          <p14:tracePt t="86451" x="5565775" y="5389563"/>
          <p14:tracePt t="86459" x="5614988" y="5407025"/>
          <p14:tracePt t="86467" x="5668963" y="5414963"/>
          <p14:tracePt t="86474" x="5726113" y="5419725"/>
          <p14:tracePt t="86483" x="5775325" y="5419725"/>
          <p14:tracePt t="86491" x="5805488" y="5419725"/>
          <p14:tracePt t="86499" x="5842000" y="5419725"/>
          <p14:tracePt t="86507" x="5867400" y="5419725"/>
          <p14:tracePt t="86515" x="5888038" y="5419725"/>
          <p14:tracePt t="86522" x="5903913" y="5414963"/>
          <p14:tracePt t="86531" x="5924550" y="5410200"/>
          <p14:tracePt t="86538" x="5940425" y="5399088"/>
          <p14:tracePt t="86547" x="5965825" y="5386388"/>
          <p14:tracePt t="86555" x="6002338" y="5386388"/>
          <p14:tracePt t="86563" x="6027738" y="5373688"/>
          <p14:tracePt t="86570" x="6048375" y="5373688"/>
          <p14:tracePt t="86578" x="6064250" y="5360988"/>
          <p14:tracePt t="86586" x="6084888" y="5348288"/>
          <p14:tracePt t="86594" x="6102350" y="5327650"/>
          <p14:tracePt t="86603" x="6122988" y="5316538"/>
          <p14:tracePt t="86611" x="6146800" y="5299075"/>
          <p14:tracePt t="86620" x="6164263" y="5278438"/>
          <p14:tracePt t="86627" x="6184900" y="5265738"/>
          <p14:tracePt t="86635" x="6197600" y="5249863"/>
          <p14:tracePt t="86643" x="6200775" y="5241925"/>
          <p14:tracePt t="86651" x="6213475" y="5224463"/>
          <p14:tracePt t="86659" x="6226175" y="5213350"/>
          <p14:tracePt t="86667" x="6226175" y="5200650"/>
          <p14:tracePt t="86675" x="6234113" y="5187950"/>
          <p14:tracePt t="86683" x="6234113" y="5175250"/>
          <p14:tracePt t="86691" x="6234113" y="5162550"/>
          <p14:tracePt t="86699" x="6234113" y="5151438"/>
          <p14:tracePt t="86706" x="6234113" y="5138738"/>
          <p14:tracePt t="86716" x="6234113" y="5118100"/>
          <p14:tracePt t="86722" x="6234113" y="5100638"/>
          <p14:tracePt t="86731" x="6234113" y="5087938"/>
          <p14:tracePt t="86738" x="6234113" y="5067300"/>
          <p14:tracePt t="86747" x="6234113" y="5051425"/>
          <p14:tracePt t="86755" x="6234113" y="5038725"/>
          <p14:tracePt t="86761" x="6229350" y="5018088"/>
          <p14:tracePt t="86770" x="6229350" y="5002213"/>
          <p14:tracePt t="86777" x="6221413" y="4989513"/>
          <p14:tracePt t="86785" x="6218238" y="4981575"/>
          <p14:tracePt t="86793" x="6218238" y="4968875"/>
          <p14:tracePt t="86801" x="6208713" y="4964113"/>
          <p14:tracePt t="86809" x="6205538" y="4956175"/>
          <p14:tracePt t="86821" x="6197600" y="4953000"/>
          <p14:tracePt t="86825" x="6197600" y="4943475"/>
          <p14:tracePt t="86832" x="6192838" y="4940300"/>
          <p14:tracePt t="86840" x="6192838" y="4932363"/>
          <p14:tracePt t="86848" x="6184900" y="4932363"/>
          <p14:tracePt t="86857" x="6180138" y="4919663"/>
          <p14:tracePt t="86867" x="6167438" y="4914900"/>
          <p14:tracePt t="86873" x="6159500" y="4914900"/>
          <p14:tracePt t="86881" x="6156325" y="4906963"/>
          <p14:tracePt t="86888" x="6146800" y="4902200"/>
          <p14:tracePt t="86903" x="6135688" y="4894263"/>
          <p14:tracePt t="86906" x="6130925" y="4891088"/>
          <p14:tracePt t="86912" x="6122988" y="4891088"/>
          <p14:tracePt t="86922" x="6118225" y="4881563"/>
          <p14:tracePt t="86929" x="6105525" y="4881563"/>
          <p14:tracePt t="86938" x="6094413" y="4878388"/>
          <p14:tracePt t="86945" x="6084888" y="4878388"/>
          <p14:tracePt t="86953" x="6069013" y="4878388"/>
          <p14:tracePt t="86961" x="6061075" y="4870450"/>
          <p14:tracePt t="86969" x="6048375" y="4870450"/>
          <p14:tracePt t="86977" x="6032500" y="4870450"/>
          <p14:tracePt t="86987" x="6022975" y="4870450"/>
          <p14:tracePt t="86992" x="6007100" y="4865688"/>
          <p14:tracePt t="87000" x="5986463" y="4865688"/>
          <p14:tracePt t="87009" x="5973763" y="4865688"/>
          <p14:tracePt t="87017" x="5957888" y="4865688"/>
          <p14:tracePt t="87024" x="5945188" y="4865688"/>
          <p14:tracePt t="87034" x="5932488" y="4865688"/>
          <p14:tracePt t="87040" x="5919788" y="4865688"/>
          <p14:tracePt t="87049" x="5908675" y="4865688"/>
          <p14:tracePt t="87056" x="5899150" y="4865688"/>
          <p14:tracePt t="87066" x="5888038" y="4865688"/>
          <p14:tracePt t="87072" x="5883275" y="4857750"/>
          <p14:tracePt t="87081" x="5875338" y="4857750"/>
          <p14:tracePt t="87088" x="5862638" y="4857750"/>
          <p14:tracePt t="87097" x="5857875" y="4857750"/>
          <p14:tracePt t="87105" x="5849938" y="4857750"/>
          <p14:tracePt t="87112" x="5846763" y="4857750"/>
          <p14:tracePt t="87120" x="5834063" y="4857750"/>
          <p14:tracePt t="87128" x="5826125" y="4857750"/>
          <p14:tracePt t="87137" x="5821363" y="4857750"/>
          <p14:tracePt t="87145" x="5813425" y="4857750"/>
          <p14:tracePt t="87154" x="5800725" y="4857750"/>
          <p14:tracePt t="87169" x="5795963" y="4860925"/>
          <p14:tracePt t="87177" x="5788025" y="4860925"/>
          <p14:tracePt t="87185" x="5775325" y="4860925"/>
          <p14:tracePt t="87192" x="5772150" y="4870450"/>
          <p14:tracePt t="87201" x="5759450" y="4873625"/>
          <p14:tracePt t="87208" x="5751513" y="4881563"/>
          <p14:tracePt t="87217" x="5738813" y="4886325"/>
          <p14:tracePt t="87225" x="5734050" y="4886325"/>
          <p14:tracePt t="87233" x="5726113" y="4894263"/>
          <p14:tracePt t="87240" x="5722938" y="4899025"/>
          <p14:tracePt t="87249" x="5713413" y="4899025"/>
          <p14:tracePt t="87256" x="5710238" y="4906963"/>
          <p14:tracePt t="87265" x="5702300" y="4906963"/>
          <p14:tracePt t="87270" x="5689600" y="4911725"/>
          <p14:tracePt t="87279" x="5676900" y="4919663"/>
          <p14:tracePt t="87289" x="5672138" y="4919663"/>
          <p14:tracePt t="87297" x="5664200" y="4922838"/>
          <p14:tracePt t="87304" x="5651500" y="4932363"/>
          <p14:tracePt t="87311" x="5640388" y="4935538"/>
          <p14:tracePt t="87319" x="5635625" y="4943475"/>
          <p14:tracePt t="87327" x="5622925" y="4948238"/>
          <p14:tracePt t="87334" x="5614988" y="4948238"/>
          <p14:tracePt t="87343" x="5602288" y="4956175"/>
          <p14:tracePt t="87351" x="5597525" y="4960938"/>
          <p14:tracePt t="87358" x="5586413" y="4968875"/>
          <p14:tracePt t="87367" x="5576888" y="4973638"/>
          <p14:tracePt t="87378" x="5573713" y="4973638"/>
          <p14:tracePt t="87383" x="5565775" y="4981575"/>
          <p14:tracePt t="87390" x="5553075" y="4984750"/>
          <p14:tracePt t="87398" x="5548313" y="4984750"/>
          <p14:tracePt t="87406" x="5540375" y="4997450"/>
          <p14:tracePt t="87415" x="5535613" y="4997450"/>
          <p14:tracePt t="87424" x="5524500" y="5005388"/>
          <p14:tracePt t="87431" x="5514975" y="5010150"/>
          <p14:tracePt t="87440" x="5511800" y="5018088"/>
          <p14:tracePt t="87447" x="5499100" y="5022850"/>
          <p14:tracePt t="87454" x="5491163" y="5030788"/>
          <p14:tracePt t="87463" x="5486400" y="5035550"/>
          <p14:tracePt t="87471" x="5478463" y="5043488"/>
          <p14:tracePt t="87479" x="5473700" y="5043488"/>
          <p14:tracePt t="87487" x="5465763" y="5046663"/>
          <p14:tracePt t="87503" x="5462588" y="5056188"/>
          <p14:tracePt t="87518" x="5453063" y="5056188"/>
          <p14:tracePt t="87534" x="5453063" y="5059363"/>
          <p14:tracePt t="87719" x="5453063" y="5067300"/>
          <p14:tracePt t="87751" x="5453063" y="5072063"/>
          <p14:tracePt t="87798" x="5453063" y="5080000"/>
          <p14:tracePt t="87855" x="5457825" y="5084763"/>
          <p14:tracePt t="87862" x="5457825" y="5092700"/>
          <p14:tracePt t="87870" x="5465763" y="5092700"/>
          <p14:tracePt t="87879" x="5470525" y="5105400"/>
          <p14:tracePt t="87888" x="5478463" y="5108575"/>
          <p14:tracePt t="87904" x="5491163" y="5118100"/>
          <p14:tracePt t="87910" x="5494338" y="5121275"/>
          <p14:tracePt t="87927" x="5503863" y="5130800"/>
          <p14:tracePt t="87942" x="5507038" y="5133975"/>
          <p14:tracePt t="87958" x="5514975" y="5133975"/>
          <p14:tracePt t="87967" x="5514975" y="5141913"/>
          <p14:tracePt t="87974" x="5519738" y="5141913"/>
          <p14:tracePt t="87983" x="5527675" y="5146675"/>
          <p14:tracePt t="87998" x="5532438" y="5146675"/>
          <p14:tracePt t="88015" x="5540375" y="5154613"/>
          <p14:tracePt t="88031" x="5545138" y="5154613"/>
          <p14:tracePt t="88039" x="5545138" y="5159375"/>
          <p14:tracePt t="88047" x="5553075" y="5159375"/>
          <p14:tracePt t="88055" x="5553075" y="5167313"/>
          <p14:tracePt t="88063" x="5556250" y="5167313"/>
          <p14:tracePt t="88079" x="5565775" y="5167313"/>
          <p14:tracePt t="88088" x="5568950" y="5167313"/>
          <p14:tracePt t="88104" x="5576888" y="5167313"/>
          <p14:tracePt t="88110" x="5581650" y="5167313"/>
          <p14:tracePt t="88126" x="5589588" y="5172075"/>
          <p14:tracePt t="88132" x="5602288" y="5172075"/>
          <p14:tracePt t="88140" x="5607050" y="5172075"/>
          <p14:tracePt t="88149" x="5614988" y="5172075"/>
          <p14:tracePt t="88157" x="5618163" y="5172075"/>
          <p14:tracePt t="88165" x="5630863" y="5172075"/>
          <p14:tracePt t="88173" x="5640388" y="5172075"/>
          <p14:tracePt t="88181" x="5651500" y="5172075"/>
          <p14:tracePt t="88190" x="5656263" y="5172075"/>
          <p14:tracePt t="88197" x="5668963" y="5172075"/>
          <p14:tracePt t="88205" x="5676900" y="5172075"/>
          <p14:tracePt t="88213" x="5681663" y="5172075"/>
          <p14:tracePt t="88221" x="5689600" y="5172075"/>
          <p14:tracePt t="88229" x="5702300" y="5172075"/>
          <p14:tracePt t="88236" x="5705475" y="5167313"/>
          <p14:tracePt t="88245" x="5718175" y="5162550"/>
          <p14:tracePt t="88253" x="5726113" y="5162550"/>
          <p14:tracePt t="88261" x="5738813" y="5162550"/>
          <p14:tracePt t="88269" x="5743575" y="5154613"/>
          <p14:tracePt t="88277" x="5764213" y="5151438"/>
          <p14:tracePt t="88285" x="5775325" y="5138738"/>
          <p14:tracePt t="88293" x="5792788" y="5130800"/>
          <p14:tracePt t="88301" x="5805488" y="5118100"/>
          <p14:tracePt t="88308" x="5816600" y="5113338"/>
          <p14:tracePt t="88317" x="5837238" y="5113338"/>
          <p14:tracePt t="88324" x="5842000" y="5105400"/>
          <p14:tracePt t="88333" x="5854700" y="5100638"/>
          <p14:tracePt t="88340" x="5862638" y="5092700"/>
          <p14:tracePt t="88349" x="5867400" y="5092700"/>
          <p14:tracePt t="88356" x="5875338" y="5087938"/>
          <p14:tracePt t="88365" x="5878513" y="5087938"/>
          <p14:tracePt t="88372" x="5891213" y="5080000"/>
          <p14:tracePt t="88397" x="5899150" y="5080000"/>
          <p14:tracePt t="88406" x="5899150" y="5076825"/>
          <p14:tracePt t="88421" x="5903913" y="5076825"/>
          <p14:tracePt t="88429" x="5903913" y="5067300"/>
          <p14:tracePt t="88438" x="5911850" y="5067300"/>
          <p14:tracePt t="88445" x="5916613" y="5067300"/>
          <p14:tracePt t="88453" x="5916613" y="5064125"/>
          <p14:tracePt t="88461" x="5924550" y="5056188"/>
          <p14:tracePt t="88469" x="5929313" y="5056188"/>
          <p14:tracePt t="88477" x="5937250" y="5043488"/>
          <p14:tracePt t="88485" x="5940425" y="5038725"/>
          <p14:tracePt t="88493" x="5949950" y="5030788"/>
          <p14:tracePt t="88501" x="5953125" y="5018088"/>
          <p14:tracePt t="88508" x="5965825" y="5005388"/>
          <p14:tracePt t="88517" x="5973763" y="5002213"/>
          <p14:tracePt t="88524" x="5978525" y="4989513"/>
          <p14:tracePt t="88533" x="5986463" y="4981575"/>
          <p14:tracePt t="88540" x="5991225" y="4976813"/>
          <p14:tracePt t="88549" x="5991225" y="4956175"/>
          <p14:tracePt t="88556" x="5999163" y="4953000"/>
          <p14:tracePt t="88565" x="6002338" y="4940300"/>
          <p14:tracePt t="88572" x="6002338" y="4927600"/>
          <p14:tracePt t="88581" x="6002338" y="4919663"/>
          <p14:tracePt t="88589" x="6011863" y="4902200"/>
          <p14:tracePt t="88597" x="6011863" y="4891088"/>
          <p14:tracePt t="88605" x="6011863" y="4881563"/>
          <p14:tracePt t="88613" x="6011863" y="4878388"/>
          <p14:tracePt t="88622" x="6011863" y="4870450"/>
          <p14:tracePt t="88629" x="6011863" y="4865688"/>
          <p14:tracePt t="88637" x="6011863" y="4857750"/>
          <p14:tracePt t="88645" x="6007100" y="4845050"/>
          <p14:tracePt t="88661" x="5999163" y="4840288"/>
          <p14:tracePt t="88668" x="5994400" y="4832350"/>
          <p14:tracePt t="88677" x="5986463" y="4832350"/>
          <p14:tracePt t="88684" x="5981700" y="4829175"/>
          <p14:tracePt t="88692" x="5970588" y="4829175"/>
          <p14:tracePt t="88699" x="5957888" y="4819650"/>
          <p14:tracePt t="88708" x="5949950" y="4816475"/>
          <p14:tracePt t="88717" x="5932488" y="4808538"/>
          <p14:tracePt t="88722" x="5919788" y="4808538"/>
          <p14:tracePt t="88730" x="5899150" y="4803775"/>
          <p14:tracePt t="88740" x="5883275" y="4803775"/>
          <p14:tracePt t="88747" x="5857875" y="4795838"/>
          <p14:tracePt t="88755" x="5846763" y="4791075"/>
          <p14:tracePt t="88763" x="5826125" y="4791075"/>
          <p14:tracePt t="88772" x="5808663" y="4791075"/>
          <p14:tracePt t="88780" x="5788025" y="4791075"/>
          <p14:tracePt t="88787" x="5775325" y="4791075"/>
          <p14:tracePt t="88795" x="5764213" y="4791075"/>
          <p14:tracePt t="88802" x="5751513" y="4791075"/>
          <p14:tracePt t="88811" x="5746750" y="4791075"/>
          <p14:tracePt t="88819" x="5734050" y="4791075"/>
          <p14:tracePt t="88827" x="5722938" y="4791075"/>
          <p14:tracePt t="88835" x="5713413" y="4791075"/>
          <p14:tracePt t="88842" x="5702300" y="4791075"/>
          <p14:tracePt t="88851" x="5697538" y="4795838"/>
          <p14:tracePt t="88858" x="5689600" y="4795838"/>
          <p14:tracePt t="88867" x="5684838" y="4795838"/>
          <p14:tracePt t="88874" x="5672138" y="4799013"/>
          <p14:tracePt t="88883" x="5661025" y="4808538"/>
          <p14:tracePt t="88905" x="5648325" y="4819650"/>
          <p14:tracePt t="88921" x="5622925" y="4824413"/>
          <p14:tracePt t="88924" x="5610225" y="4837113"/>
          <p14:tracePt t="88931" x="5597525" y="4845050"/>
          <p14:tracePt t="88938" x="5589588" y="4849813"/>
          <p14:tracePt t="88947" x="5576888" y="4857750"/>
          <p14:tracePt t="88955" x="5565775" y="4857750"/>
          <p14:tracePt t="88963" x="5561013" y="4870450"/>
          <p14:tracePt t="88971" x="5553075" y="4873625"/>
          <p14:tracePt t="88979" x="5548313" y="4873625"/>
          <p14:tracePt t="88987" x="5540375" y="4873625"/>
          <p14:tracePt t="88995" x="5540375" y="4881563"/>
          <p14:tracePt t="89003" x="5535613" y="4881563"/>
          <p14:tracePt t="89035" x="5527675" y="4886325"/>
          <p14:tracePt t="89051" x="5524500" y="4886325"/>
          <p14:tracePt t="89067" x="5524500" y="4894263"/>
          <p14:tracePt t="89074" x="5514975" y="4894263"/>
          <p14:tracePt t="89083" x="5511800" y="4899025"/>
          <p14:tracePt t="89107" x="5503863" y="4906963"/>
          <p14:tracePt t="89114" x="5499100" y="4906963"/>
          <p14:tracePt t="89123" x="5499100" y="4911725"/>
          <p14:tracePt t="89130" x="5491163" y="4911725"/>
          <p14:tracePt t="89139" x="5491163" y="4919663"/>
          <p14:tracePt t="89147" x="5486400" y="4919663"/>
          <p14:tracePt t="89156" x="5478463" y="4922838"/>
          <p14:tracePt t="89163" x="5478463" y="4932363"/>
          <p14:tracePt t="89171" x="5473700" y="4932363"/>
          <p14:tracePt t="89189" x="5465763" y="4935538"/>
          <p14:tracePt t="89195" x="5465763" y="4943475"/>
          <p14:tracePt t="89203" x="5453063" y="4943475"/>
          <p14:tracePt t="89211" x="5453063" y="4948238"/>
          <p14:tracePt t="89227" x="5449888" y="4956175"/>
          <p14:tracePt t="89251" x="5449888" y="4960938"/>
          <p14:tracePt t="89258" x="5441950" y="4960938"/>
          <p14:tracePt t="89274" x="5441950" y="4968875"/>
          <p14:tracePt t="89299" x="5437188" y="4973638"/>
          <p14:tracePt t="89323" x="5429250" y="4981575"/>
          <p14:tracePt t="89347" x="5429250" y="4994275"/>
          <p14:tracePt t="89355" x="5424488" y="4997450"/>
          <p14:tracePt t="89363" x="5416550" y="5005388"/>
          <p14:tracePt t="89371" x="5416550" y="5010150"/>
          <p14:tracePt t="89379" x="5416550" y="5018088"/>
          <p14:tracePt t="89387" x="5416550" y="5035550"/>
          <p14:tracePt t="89395" x="5416550" y="5043488"/>
          <p14:tracePt t="89402" x="5416550" y="5056188"/>
          <p14:tracePt t="89411" x="5416550" y="5067300"/>
          <p14:tracePt t="89419" x="5416550" y="5072063"/>
          <p14:tracePt t="89427" x="5421313" y="5072063"/>
          <p14:tracePt t="89436" x="5429250" y="5084763"/>
          <p14:tracePt t="89442" x="5432425" y="5084763"/>
          <p14:tracePt t="89451" x="5441950" y="5092700"/>
          <p14:tracePt t="89458" x="5445125" y="5092700"/>
          <p14:tracePt t="89467" x="5453063" y="5092700"/>
          <p14:tracePt t="89474" x="5465763" y="5092700"/>
          <p14:tracePt t="89483" x="5470525" y="5092700"/>
          <p14:tracePt t="89490" x="5478463" y="5092700"/>
          <p14:tracePt t="89499" x="5483225" y="5092700"/>
          <p14:tracePt t="89515" x="5491163" y="5092700"/>
          <p14:tracePt t="92305" x="5507038" y="5092700"/>
          <p14:tracePt t="92312" x="5545138" y="5092700"/>
          <p14:tracePt t="92320" x="5594350" y="5092700"/>
          <p14:tracePt t="92328" x="5656263" y="5092700"/>
          <p14:tracePt t="92337" x="5726113" y="5087938"/>
          <p14:tracePt t="92344" x="5800725" y="5087938"/>
          <p14:tracePt t="92353" x="5854700" y="5087938"/>
          <p14:tracePt t="92361" x="5929313" y="5087938"/>
          <p14:tracePt t="92369" x="5999163" y="5087938"/>
          <p14:tracePt t="92378" x="6064250" y="5087938"/>
          <p14:tracePt t="92385" x="6135688" y="5087938"/>
          <p14:tracePt t="92393" x="6200775" y="5087938"/>
          <p14:tracePt t="92401" x="6246813" y="5087938"/>
          <p14:tracePt t="92410" x="6283325" y="5087938"/>
          <p14:tracePt t="92417" x="6321425" y="5087938"/>
          <p14:tracePt t="92426" x="6345238" y="5087938"/>
          <p14:tracePt t="92432" x="6357938" y="5087938"/>
          <p14:tracePt t="92443" x="6362700" y="5087938"/>
          <p14:tracePt t="92448" x="6373813" y="5087938"/>
          <p14:tracePt t="92465" x="6383338" y="5087938"/>
          <p14:tracePt t="92472" x="6386513" y="5087938"/>
          <p14:tracePt t="92483" x="6399213" y="5087938"/>
          <p14:tracePt t="92489" x="6407150" y="5087938"/>
          <p14:tracePt t="92498" x="6419850" y="5087938"/>
          <p14:tracePt t="92504" x="6432550" y="5087938"/>
          <p14:tracePt t="92512" x="6445250" y="5087938"/>
          <p14:tracePt t="92520" x="6456363" y="5087938"/>
          <p14:tracePt t="92528" x="6469063" y="5087938"/>
          <p14:tracePt t="92536" x="6486525" y="5087938"/>
          <p14:tracePt t="92545" x="6507163" y="5087938"/>
          <p14:tracePt t="92553" x="6523038" y="5080000"/>
          <p14:tracePt t="92560" x="6543675" y="5080000"/>
          <p14:tracePt t="92568" x="6569075" y="5076825"/>
          <p14:tracePt t="92577" x="6584950" y="5076825"/>
          <p14:tracePt t="92585" x="6605588" y="5067300"/>
          <p14:tracePt t="92592" x="6621463" y="5067300"/>
          <p14:tracePt t="92602" x="6634163" y="5067300"/>
          <p14:tracePt t="92609" x="6642100" y="5064125"/>
          <p14:tracePt t="92617" x="6646863" y="5064125"/>
          <p14:tracePt t="92736" x="6654800" y="5064125"/>
          <p14:tracePt t="92744" x="6659563" y="5064125"/>
          <p14:tracePt t="92752" x="6680200" y="5064125"/>
          <p14:tracePt t="92761" x="6696075" y="5064125"/>
          <p14:tracePt t="92768" x="6721475" y="5064125"/>
          <p14:tracePt t="92776" x="6745288" y="5064125"/>
          <p14:tracePt t="92784" x="6791325" y="5064125"/>
          <p14:tracePt t="92794" x="6819900" y="5064125"/>
          <p14:tracePt t="92801" x="6858000" y="5064125"/>
          <p14:tracePt t="92809" x="6894513" y="5064125"/>
          <p14:tracePt t="92817" x="6927850" y="5067300"/>
          <p14:tracePt t="92826" x="6956425" y="5072063"/>
          <p14:tracePt t="92831" x="6994525" y="5080000"/>
          <p14:tracePt t="92842" x="7026275" y="5080000"/>
          <p14:tracePt t="92848" x="7051675" y="5080000"/>
          <p14:tracePt t="92857" x="7080250" y="5080000"/>
          <p14:tracePt t="92864" x="7100888" y="5080000"/>
          <p14:tracePt t="92872" x="7118350" y="5080000"/>
          <p14:tracePt t="92880" x="7138988" y="5080000"/>
          <p14:tracePt t="92889" x="7150100" y="5080000"/>
          <p14:tracePt t="92894" x="7154863" y="5080000"/>
          <p14:tracePt t="92903" x="7162800" y="5080000"/>
          <p14:tracePt t="92911" x="7167563" y="5080000"/>
          <p14:tracePt t="92919" x="7175500" y="5080000"/>
          <p14:tracePt t="92943" x="7180263" y="5080000"/>
          <p14:tracePt t="92966" x="7188200" y="5080000"/>
          <p14:tracePt t="92975" x="7188200" y="5076825"/>
          <p14:tracePt t="92982" x="7191375" y="5076825"/>
          <p14:tracePt t="93023" x="7191375" y="5067300"/>
          <p14:tracePt t="93030" x="7200900" y="5067300"/>
          <p14:tracePt t="93063" x="7204075" y="5067300"/>
          <p14:tracePt t="93078" x="7212013" y="5064125"/>
          <p14:tracePt t="93086" x="7216775" y="5064125"/>
          <p14:tracePt t="93102" x="7224713" y="5064125"/>
          <p14:tracePt t="93112" x="7229475" y="5056188"/>
          <p14:tracePt t="93127" x="7237413" y="5056188"/>
          <p14:tracePt t="93145" x="7242175" y="5051425"/>
          <p14:tracePt t="93160" x="7250113" y="5051425"/>
          <p14:tracePt t="93167" x="7250113" y="5043488"/>
          <p14:tracePt t="93215" x="7250113" y="5038725"/>
          <p14:tracePt t="93223" x="7253288" y="5038725"/>
          <p14:tracePt t="93230" x="7253288" y="5030788"/>
          <p14:tracePt t="93246" x="7253288" y="5026025"/>
          <p14:tracePt t="93254" x="7253288" y="5018088"/>
          <p14:tracePt t="93271" x="7253288" y="5014913"/>
          <p14:tracePt t="93278" x="7253288" y="5005388"/>
          <p14:tracePt t="93295" x="7253288" y="5002213"/>
          <p14:tracePt t="93302" x="7253288" y="4994275"/>
          <p14:tracePt t="93319" x="7253288" y="4989513"/>
          <p14:tracePt t="93334" x="7250113" y="4981575"/>
          <p14:tracePt t="93343" x="7245350" y="4981575"/>
          <p14:tracePt t="93350" x="7245350" y="4976813"/>
          <p14:tracePt t="93359" x="7237413" y="4968875"/>
          <p14:tracePt t="93367" x="7232650" y="4968875"/>
          <p14:tracePt t="93375" x="7221538" y="4964113"/>
          <p14:tracePt t="93382" x="7212013" y="4956175"/>
          <p14:tracePt t="93389" x="7208838" y="4953000"/>
          <p14:tracePt t="93399" x="7200900" y="4943475"/>
          <p14:tracePt t="93407" x="7196138" y="4943475"/>
          <p14:tracePt t="93414" x="7196138" y="4940300"/>
          <p14:tracePt t="93422" x="7183438" y="4932363"/>
          <p14:tracePt t="93431" x="7175500" y="4932363"/>
          <p14:tracePt t="93439" x="7162800" y="4927600"/>
          <p14:tracePt t="93446" x="7150100" y="4919663"/>
          <p14:tracePt t="93454" x="7146925" y="4914900"/>
          <p14:tracePt t="93460" x="7134225" y="4902200"/>
          <p14:tracePt t="93468" x="7113588" y="4894263"/>
          <p14:tracePt t="93476" x="7108825" y="4891088"/>
          <p14:tracePt t="93485" x="7088188" y="4878388"/>
          <p14:tracePt t="93493" x="7077075" y="4870450"/>
          <p14:tracePt t="93501" x="7059613" y="4865688"/>
          <p14:tracePt t="93510" x="7035800" y="4857750"/>
          <p14:tracePt t="93519" x="7010400" y="4845050"/>
          <p14:tracePt t="93525" x="6977063" y="4845050"/>
          <p14:tracePt t="93535" x="6953250" y="4845050"/>
          <p14:tracePt t="93541" x="6915150" y="4845050"/>
          <p14:tracePt t="93548" x="6886575" y="4845050"/>
          <p14:tracePt t="93557" x="6861175" y="4845050"/>
          <p14:tracePt t="93565" x="6827838" y="4845050"/>
          <p14:tracePt t="93572" x="6804025" y="4845050"/>
          <p14:tracePt t="93582" x="6778625" y="4845050"/>
          <p14:tracePt t="93591" x="6762750" y="4845050"/>
          <p14:tracePt t="93598" x="6737350" y="4845050"/>
          <p14:tracePt t="93604" x="6713538" y="4845050"/>
          <p14:tracePt t="93612" x="6692900" y="4849813"/>
          <p14:tracePt t="93621" x="6675438" y="4849813"/>
          <p14:tracePt t="93628" x="6654800" y="4857750"/>
          <p14:tracePt t="93637" x="6642100" y="4857750"/>
          <p14:tracePt t="93646" x="6618288" y="4860925"/>
          <p14:tracePt t="93653" x="6605588" y="4870450"/>
          <p14:tracePt t="93660" x="6589713" y="4873625"/>
          <p14:tracePt t="93669" x="6577013" y="4881563"/>
          <p14:tracePt t="93676" x="6564313" y="4881563"/>
          <p14:tracePt t="93684" x="6551613" y="4886325"/>
          <p14:tracePt t="93693" x="6538913" y="4886325"/>
          <p14:tracePt t="93700" x="6527800" y="4894263"/>
          <p14:tracePt t="93710" x="6518275" y="4894263"/>
          <p14:tracePt t="93716" x="6515100" y="4899025"/>
          <p14:tracePt t="93725" x="6502400" y="4906963"/>
          <p14:tracePt t="93732" x="6502400" y="4911725"/>
          <p14:tracePt t="93741" x="6494463" y="4911725"/>
          <p14:tracePt t="93749" x="6489700" y="4919663"/>
          <p14:tracePt t="93757" x="6481763" y="4919663"/>
          <p14:tracePt t="93775" x="6477000" y="4922838"/>
          <p14:tracePt t="93780" x="6465888" y="4932363"/>
          <p14:tracePt t="93796" x="6456363" y="4935538"/>
          <p14:tracePt t="93812" x="6453188" y="4935538"/>
          <p14:tracePt t="93820" x="6445250" y="4935538"/>
          <p14:tracePt t="93828" x="6445250" y="4943475"/>
          <p14:tracePt t="93837" x="6440488" y="4948238"/>
          <p14:tracePt t="93853" x="6432550" y="4956175"/>
          <p14:tracePt t="93869" x="6427788" y="4956175"/>
          <p14:tracePt t="93893" x="6427788" y="4960938"/>
          <p14:tracePt t="93910" x="6419850" y="4960938"/>
          <p14:tracePt t="93997" x="6419850" y="4968875"/>
          <p14:tracePt t="94021" x="6419850" y="4973638"/>
          <p14:tracePt t="94028" x="6419850" y="4981575"/>
          <p14:tracePt t="94036" x="6419850" y="4984750"/>
          <p14:tracePt t="94051" x="6419850" y="4994275"/>
          <p14:tracePt t="94061" x="6419850" y="5005388"/>
          <p14:tracePt t="94075" x="6424613" y="5010150"/>
          <p14:tracePt t="94082" x="6432550" y="5022850"/>
          <p14:tracePt t="94091" x="6445250" y="5030788"/>
          <p14:tracePt t="94098" x="6456363" y="5035550"/>
          <p14:tracePt t="94107" x="6461125" y="5043488"/>
          <p14:tracePt t="94114" x="6473825" y="5056188"/>
          <p14:tracePt t="94122" x="6494463" y="5059363"/>
          <p14:tracePt t="94130" x="6497638" y="5067300"/>
          <p14:tracePt t="94138" x="6510338" y="5072063"/>
          <p14:tracePt t="94147" x="6523038" y="5080000"/>
          <p14:tracePt t="94154" x="6535738" y="5084763"/>
          <p14:tracePt t="94162" x="6548438" y="5097463"/>
          <p14:tracePt t="94170" x="6572250" y="5105400"/>
          <p14:tracePt t="94178" x="6592888" y="5108575"/>
          <p14:tracePt t="94187" x="6610350" y="5121275"/>
          <p14:tracePt t="94196" x="6634163" y="5130800"/>
          <p14:tracePt t="94203" x="6659563" y="5130800"/>
          <p14:tracePt t="94211" x="6692900" y="5141913"/>
          <p14:tracePt t="94219" x="6716713" y="5146675"/>
          <p14:tracePt t="94228" x="6754813" y="5146675"/>
          <p14:tracePt t="94234" x="6778625" y="5146675"/>
          <p14:tracePt t="94243" x="6807200" y="5154613"/>
          <p14:tracePt t="94250" x="6832600" y="5154613"/>
          <p14:tracePt t="94259" x="6858000" y="5154613"/>
          <p14:tracePt t="94267" x="6881813" y="5154613"/>
          <p14:tracePt t="94275" x="6915150" y="5154613"/>
          <p14:tracePt t="94282" x="6940550" y="5154613"/>
          <p14:tracePt t="94291" x="6964363" y="5154613"/>
          <p14:tracePt t="94299" x="6981825" y="5154613"/>
          <p14:tracePt t="94307" x="7002463" y="5154613"/>
          <p14:tracePt t="94314" x="7015163" y="5154613"/>
          <p14:tracePt t="94322" x="7031038" y="5151438"/>
          <p14:tracePt t="94330" x="7043738" y="5141913"/>
          <p14:tracePt t="94338" x="7064375" y="5130800"/>
          <p14:tracePt t="94346" x="7077075" y="5118100"/>
          <p14:tracePt t="94355" x="7092950" y="5105400"/>
          <p14:tracePt t="94363" x="7113588" y="5092700"/>
          <p14:tracePt t="94370" x="7138988" y="5080000"/>
          <p14:tracePt t="94380" x="7154863" y="5064125"/>
          <p14:tracePt t="94387" x="7188200" y="5064125"/>
          <p14:tracePt t="94396" x="7212013" y="5043488"/>
          <p14:tracePt t="94402" x="7229475" y="5030788"/>
          <p14:tracePt t="94411" x="7253288" y="5026025"/>
          <p14:tracePt t="94421" x="7273925" y="5018088"/>
          <p14:tracePt t="94428" x="7286625" y="5014913"/>
          <p14:tracePt t="94434" x="7304088" y="5014913"/>
          <p14:tracePt t="94445" x="7312025" y="5005388"/>
          <p14:tracePt t="94451" x="7324725" y="5002213"/>
          <p14:tracePt t="94459" x="7335838" y="5002213"/>
          <p14:tracePt t="94466" x="7340600" y="4994275"/>
          <p14:tracePt t="94476" x="7353300" y="4989513"/>
          <p14:tracePt t="94483" x="7366000" y="4989513"/>
          <p14:tracePt t="94491" x="7373938" y="4981575"/>
          <p14:tracePt t="94498" x="7386638" y="4981575"/>
          <p14:tracePt t="94509" x="7389813" y="4976813"/>
          <p14:tracePt t="94514" x="7397750" y="4968875"/>
          <p14:tracePt t="94523" x="7402513" y="4968875"/>
          <p14:tracePt t="94530" x="7410450" y="4968875"/>
          <p14:tracePt t="94539" x="7410450" y="4964113"/>
          <p14:tracePt t="94547" x="7415213" y="4964113"/>
          <p14:tracePt t="94555" x="7423150" y="4964113"/>
          <p14:tracePt t="94562" x="7423150" y="4956175"/>
          <p14:tracePt t="94586" x="7427913" y="4956175"/>
          <p14:tracePt t="94635" x="7435850" y="4956175"/>
          <p14:tracePt t="94675" x="7439025" y="4956175"/>
          <p14:tracePt t="94753" x="7448550" y="4956175"/>
          <p14:tracePt t="94760" x="7448550" y="4953000"/>
          <p14:tracePt t="95433" x="7423150" y="4953000"/>
          <p14:tracePt t="95440" x="7373938" y="4968875"/>
          <p14:tracePt t="95446" x="7307263" y="4984750"/>
          <p14:tracePt t="95454" x="7232650" y="5005388"/>
          <p14:tracePt t="95462" x="7162800" y="5022850"/>
          <p14:tracePt t="95471" x="7097713" y="5046663"/>
          <p14:tracePt t="95480" x="7026275" y="5067300"/>
          <p14:tracePt t="95488" x="6977063" y="5084763"/>
          <p14:tracePt t="95495" x="6923088" y="5097463"/>
          <p14:tracePt t="95503" x="6899275" y="5105400"/>
          <p14:tracePt t="95512" x="6873875" y="5108575"/>
          <p14:tracePt t="95518" x="6853238" y="5108575"/>
          <p14:tracePt t="95529" x="6848475" y="5118100"/>
          <p14:tracePt t="95537" x="6840538" y="5118100"/>
          <p14:tracePt t="95670" x="6837363" y="5118100"/>
          <p14:tracePt t="95678" x="6827838" y="5118100"/>
          <p14:tracePt t="95687" x="6816725" y="5130800"/>
          <p14:tracePt t="95695" x="6804025" y="5133975"/>
          <p14:tracePt t="95703" x="6791325" y="5146675"/>
          <p14:tracePt t="95712" x="6765925" y="5159375"/>
          <p14:tracePt t="95719" x="6754813" y="5172075"/>
          <p14:tracePt t="95727" x="6737350" y="5180013"/>
          <p14:tracePt t="95734" x="6713538" y="5195888"/>
          <p14:tracePt t="95743" x="6692900" y="5208588"/>
          <p14:tracePt t="95750" x="6675438" y="5221288"/>
          <p14:tracePt t="95759" x="6651625" y="5241925"/>
          <p14:tracePt t="95768" x="6630988" y="5245100"/>
          <p14:tracePt t="95775" x="6613525" y="5265738"/>
          <p14:tracePt t="95782" x="6592888" y="5270500"/>
          <p14:tracePt t="95790" x="6589713" y="5283200"/>
          <p14:tracePt t="95798" x="6577013" y="5291138"/>
          <p14:tracePt t="95806" x="6569075" y="5295900"/>
          <p14:tracePt t="95814" x="6556375" y="5303838"/>
          <p14:tracePt t="95823" x="6551613" y="5307013"/>
          <p14:tracePt t="95829" x="6551613" y="5316538"/>
          <p14:tracePt t="95837" x="6543675" y="5316538"/>
          <p14:tracePt t="95853" x="6538913" y="5319713"/>
          <p14:tracePt t="95972" x="6530975" y="5311775"/>
          <p14:tracePt t="95980" x="6530975" y="5299075"/>
          <p14:tracePt t="95988" x="6527800" y="5278438"/>
          <p14:tracePt t="95997" x="6527800" y="5275263"/>
          <p14:tracePt t="96006" x="6518275" y="5265738"/>
          <p14:tracePt t="96013" x="6507163" y="5237163"/>
          <p14:tracePt t="96023" x="6494463" y="5213350"/>
          <p14:tracePt t="96029" x="6481763" y="5192713"/>
          <p14:tracePt t="96037" x="6469063" y="5175250"/>
          <p14:tracePt t="96046" x="6456363" y="5154613"/>
          <p14:tracePt t="96052" x="6440488" y="5141913"/>
          <p14:tracePt t="96062" x="6432550" y="5138738"/>
          <p14:tracePt t="96068" x="6419850" y="5126038"/>
          <p14:tracePt t="96078" x="6415088" y="5118100"/>
          <p14:tracePt t="96085" x="6407150" y="5118100"/>
          <p14:tracePt t="96092" x="6407150" y="5113338"/>
          <p14:tracePt t="96100" x="6403975" y="5113338"/>
          <p14:tracePt t="96109" x="6403975" y="5105400"/>
          <p14:tracePt t="96141" x="6394450" y="5105400"/>
          <p14:tracePt t="97718" x="6411913" y="5100638"/>
          <p14:tracePt t="97726" x="6424613" y="5092700"/>
          <p14:tracePt t="97734" x="6435725" y="5092700"/>
          <p14:tracePt t="97745" x="6461125" y="5092700"/>
          <p14:tracePt t="97750" x="6473825" y="5087938"/>
          <p14:tracePt t="97759" x="6486525" y="5087938"/>
          <p14:tracePt t="97766" x="6507163" y="5087938"/>
          <p14:tracePt t="97775" x="6530975" y="5087938"/>
          <p14:tracePt t="97782" x="6548438" y="5076825"/>
          <p14:tracePt t="97790" x="6569075" y="5076825"/>
          <p14:tracePt t="97798" x="6580188" y="5067300"/>
          <p14:tracePt t="97807" x="6597650" y="5056188"/>
          <p14:tracePt t="97816" x="6605588" y="5056188"/>
          <p14:tracePt t="97823" x="6605588" y="5051425"/>
          <p14:tracePt t="98302" x="6600825" y="5051425"/>
          <p14:tracePt t="98308" x="6592888" y="5059363"/>
          <p14:tracePt t="98316" x="6589713" y="5067300"/>
          <p14:tracePt t="98325" x="6580188" y="5067300"/>
          <p14:tracePt t="99314" x="6584950" y="5067300"/>
          <p14:tracePt t="99322" x="6592888" y="5067300"/>
          <p14:tracePt t="99331" x="6605588" y="5067300"/>
          <p14:tracePt t="99340" x="6610350" y="5067300"/>
          <p14:tracePt t="99348" x="6618288" y="5067300"/>
          <p14:tracePt t="99355" x="6621463" y="5067300"/>
          <p14:tracePt t="99363" x="6630988" y="5067300"/>
          <p14:tracePt t="99379" x="6634163" y="5064125"/>
          <p14:tracePt t="99386" x="6642100" y="5056188"/>
          <p14:tracePt t="99394" x="6646863" y="5056188"/>
          <p14:tracePt t="99402" x="6659563" y="5056188"/>
          <p14:tracePt t="99411" x="6667500" y="5051425"/>
          <p14:tracePt t="99418" x="6672263" y="5051425"/>
          <p14:tracePt t="99426" x="6683375" y="5051425"/>
          <p14:tracePt t="99432" x="6704013" y="5051425"/>
          <p14:tracePt t="99443" x="6708775" y="5051425"/>
          <p14:tracePt t="99451" x="6729413" y="5043488"/>
          <p14:tracePt t="99457" x="6742113" y="5043488"/>
          <p14:tracePt t="99466" x="6757988" y="5043488"/>
          <p14:tracePt t="99472" x="6778625" y="5043488"/>
          <p14:tracePt t="99484" x="6807200" y="5043488"/>
          <p14:tracePt t="99491" x="6832600" y="5043488"/>
          <p14:tracePt t="99497" x="6869113" y="5043488"/>
          <p14:tracePt t="99505" x="6907213" y="5043488"/>
          <p14:tracePt t="99512" x="6953250" y="5043488"/>
          <p14:tracePt t="99521" x="6989763" y="5043488"/>
          <p14:tracePt t="99528" x="7031038" y="5043488"/>
          <p14:tracePt t="99537" x="7067550" y="5043488"/>
          <p14:tracePt t="99548" x="7105650" y="5046663"/>
          <p14:tracePt t="99552" x="7142163" y="5046663"/>
          <p14:tracePt t="99561" x="7167563" y="5046663"/>
          <p14:tracePt t="99570" x="7191375" y="5046663"/>
          <p14:tracePt t="99577" x="7212013" y="5056188"/>
          <p14:tracePt t="99586" x="7224713" y="5056188"/>
          <p14:tracePt t="99592" x="7237413" y="5056188"/>
          <p14:tracePt t="99600" x="7250113" y="5056188"/>
          <p14:tracePt t="99608" x="7253288" y="5056188"/>
          <p14:tracePt t="99616" x="7262813" y="5056188"/>
          <p14:tracePt t="99632" x="7265988" y="5056188"/>
          <p14:tracePt t="99641" x="7273925" y="5056188"/>
          <p14:tracePt t="99649" x="7278688" y="5056188"/>
          <p14:tracePt t="99657" x="7286625" y="5056188"/>
          <p14:tracePt t="99666" x="7291388" y="5056188"/>
          <p14:tracePt t="99672" x="7299325" y="5051425"/>
          <p14:tracePt t="99682" x="7304088" y="5043488"/>
          <p14:tracePt t="99689" x="7312025" y="5043488"/>
          <p14:tracePt t="99704" x="7315200" y="5038725"/>
          <p14:tracePt t="102185" x="7299325" y="5038725"/>
          <p14:tracePt t="102192" x="7237413" y="5043488"/>
          <p14:tracePt t="102200" x="7162800" y="5046663"/>
          <p14:tracePt t="102209" x="7072313" y="5059363"/>
          <p14:tracePt t="102219" x="6973888" y="5080000"/>
          <p14:tracePt t="102225" x="6853238" y="5105400"/>
          <p14:tracePt t="102234" x="6729413" y="5121275"/>
          <p14:tracePt t="102240" x="6600825" y="5141913"/>
          <p14:tracePt t="102252" x="6469063" y="5159375"/>
          <p14:tracePt t="102256" x="6332538" y="5172075"/>
          <p14:tracePt t="102265" x="6192838" y="5180013"/>
          <p14:tracePt t="102272" x="6043613" y="5195888"/>
          <p14:tracePt t="102278" x="5899150" y="5203825"/>
          <p14:tracePt t="102286" x="5764213" y="5203825"/>
          <p14:tracePt t="102297" x="5614988" y="5203825"/>
          <p14:tracePt t="102304" x="5486400" y="5203825"/>
          <p14:tracePt t="102310" x="5362575" y="5203825"/>
          <p14:tracePt t="102318" x="5243513" y="5203825"/>
          <p14:tracePt t="102327" x="5132388" y="5203825"/>
          <p14:tracePt t="102336" x="5019675" y="5203825"/>
          <p14:tracePt t="102342" x="4933950" y="5208588"/>
          <p14:tracePt t="102352" x="4859338" y="5208588"/>
          <p14:tracePt t="102359" x="4792663" y="5208588"/>
          <p14:tracePt t="102369" x="4748213" y="5208588"/>
          <p14:tracePt t="102374" x="4722813" y="5208588"/>
          <p14:tracePt t="102383" x="4710113" y="5208588"/>
          <p14:tracePt t="102390" x="4706938" y="5208588"/>
          <p14:tracePt t="102543" x="4660900" y="5208588"/>
          <p14:tracePt t="102550" x="4570413" y="5208588"/>
          <p14:tracePt t="102559" x="4446588" y="5221288"/>
          <p14:tracePt t="102569" x="4264025" y="5221288"/>
          <p14:tracePt t="102574" x="4025900" y="5216525"/>
          <p14:tracePt t="102582" x="3789363" y="5203825"/>
          <p14:tracePt t="102590" x="3530600" y="5187950"/>
          <p14:tracePt t="102599" x="3273425" y="5141913"/>
          <p14:tracePt t="102607" x="3033713" y="5113338"/>
          <p14:tracePt t="102615" x="2811463" y="5087938"/>
          <p14:tracePt t="102622" x="2613025" y="5043488"/>
          <p14:tracePt t="102631" x="2444750" y="5014913"/>
          <p14:tracePt t="102639" x="2303463" y="4981575"/>
          <p14:tracePt t="102646" x="2184400" y="4956175"/>
          <p14:tracePt t="102655" x="2093913" y="4940300"/>
          <p14:tracePt t="102662" x="2022475" y="4927600"/>
          <p14:tracePt t="102671" x="1993900" y="4914900"/>
          <p14:tracePt t="102678" x="1985963" y="4914900"/>
          <p14:tracePt t="102719" x="1990725" y="4914900"/>
          <p14:tracePt t="102727" x="2014538" y="4914900"/>
          <p14:tracePt t="102735" x="2063750" y="4914900"/>
          <p14:tracePt t="102743" x="2122488" y="4906963"/>
          <p14:tracePt t="102752" x="2187575" y="4906963"/>
          <p14:tracePt t="102758" x="2282825" y="4906963"/>
          <p14:tracePt t="102767" x="2373313" y="4906963"/>
          <p14:tracePt t="102774" x="2481263" y="4906963"/>
          <p14:tracePt t="102783" x="2584450" y="4906963"/>
          <p14:tracePt t="102791" x="2692400" y="4906963"/>
          <p14:tracePt t="102799" x="2778125" y="4911725"/>
          <p14:tracePt t="102807" x="2840038" y="4911725"/>
          <p14:tracePt t="102815" x="2868613" y="4922838"/>
          <p14:tracePt t="102823" x="2878138" y="4922838"/>
          <p14:tracePt t="102831" x="2881313" y="4922838"/>
          <p14:tracePt t="102908" x="2889250" y="4922838"/>
          <p14:tracePt t="102920" x="2906713" y="4922838"/>
          <p14:tracePt t="102924" x="2940050" y="4922838"/>
          <p14:tracePt t="102933" x="2976563" y="4922838"/>
          <p14:tracePt t="102940" x="3030538" y="4922838"/>
          <p14:tracePt t="102948" x="3100388" y="4922838"/>
          <p14:tracePt t="102957" x="3200400" y="4922838"/>
          <p14:tracePt t="102965" x="3303588" y="4932363"/>
          <p14:tracePt t="102972" x="3438525" y="4948238"/>
          <p14:tracePt t="102981" x="3600450" y="4948238"/>
          <p14:tracePt t="102988" x="3786188" y="4960938"/>
          <p14:tracePt t="102997" x="3995738" y="4973638"/>
          <p14:tracePt t="103004" x="4206875" y="4981575"/>
          <p14:tracePt t="103012" x="4425950" y="4997450"/>
          <p14:tracePt t="103020" x="4640263" y="5018088"/>
          <p14:tracePt t="103028" x="4872038" y="5035550"/>
          <p14:tracePt t="103036" x="5086350" y="5046663"/>
          <p14:tracePt t="103045" x="5292725" y="5059363"/>
          <p14:tracePt t="103053" x="5483225" y="5072063"/>
          <p14:tracePt t="103060" x="5676900" y="5072063"/>
          <p14:tracePt t="103069" x="5849938" y="5072063"/>
          <p14:tracePt t="103077" x="6002338" y="5080000"/>
          <p14:tracePt t="103085" x="6138863" y="5080000"/>
          <p14:tracePt t="103092" x="6270625" y="5080000"/>
          <p14:tracePt t="103101" x="6373813" y="5080000"/>
          <p14:tracePt t="103109" x="6481763" y="5080000"/>
          <p14:tracePt t="103117" x="6556375" y="5080000"/>
          <p14:tracePt t="103125" x="6610350" y="5080000"/>
          <p14:tracePt t="103135" x="6654800" y="5080000"/>
          <p14:tracePt t="103141" x="6683375" y="5080000"/>
          <p14:tracePt t="103149" x="6696075" y="5080000"/>
          <p14:tracePt t="103157" x="6704013" y="5080000"/>
          <p14:tracePt t="103165" x="6708775" y="5080000"/>
          <p14:tracePt t="103197" x="6716713" y="5080000"/>
          <p14:tracePt t="103213" x="6721475" y="5076825"/>
          <p14:tracePt t="103220" x="6729413" y="5076825"/>
          <p14:tracePt t="103229" x="6734175" y="5076825"/>
          <p14:tracePt t="103237" x="6745288" y="5076825"/>
          <p14:tracePt t="103244" x="6765925" y="5067300"/>
          <p14:tracePt t="103253" x="6783388" y="5067300"/>
          <p14:tracePt t="103261" x="6807200" y="5056188"/>
          <p14:tracePt t="103269" x="6853238" y="5056188"/>
          <p14:tracePt t="103277" x="6891338" y="5051425"/>
          <p14:tracePt t="103285" x="6932613" y="5051425"/>
          <p14:tracePt t="103293" x="6969125" y="5051425"/>
          <p14:tracePt t="103301" x="7015163" y="5051425"/>
          <p14:tracePt t="103309" x="7043738" y="5038725"/>
          <p14:tracePt t="103316" x="7067550" y="5038725"/>
          <p14:tracePt t="103325" x="7092950" y="5030788"/>
          <p14:tracePt t="103332" x="7113588" y="5030788"/>
          <p14:tracePt t="103341" x="7118350" y="5030788"/>
          <p14:tracePt t="103349" x="7126288" y="5026025"/>
          <p14:tracePt t="103366" x="7129463" y="5026025"/>
          <p14:tracePt t="103420" x="7126288" y="5026025"/>
          <p14:tracePt t="103428" x="7100888" y="5026025"/>
          <p14:tracePt t="103437" x="7064375" y="5030788"/>
          <p14:tracePt t="103444" x="6997700" y="5035550"/>
          <p14:tracePt t="103453" x="6911975" y="5056188"/>
          <p14:tracePt t="103460" x="6799263" y="5072063"/>
          <p14:tracePt t="103469" x="6688138" y="5072063"/>
          <p14:tracePt t="103477" x="6543675" y="5080000"/>
          <p14:tracePt t="103485" x="6378575" y="5105400"/>
          <p14:tracePt t="103493" x="6192838" y="5118100"/>
          <p14:tracePt t="103500" x="5986463" y="5118100"/>
          <p14:tracePt t="103509" x="5772150" y="5141913"/>
          <p14:tracePt t="103515" x="5462588" y="5167313"/>
          <p14:tracePt t="103522" x="5218113" y="5172075"/>
          <p14:tracePt t="103531" x="4970463" y="5172075"/>
          <p14:tracePt t="103538" x="4735513" y="5172075"/>
          <p14:tracePt t="103547" x="4508500" y="5172075"/>
          <p14:tracePt t="103554" x="4297363" y="5162550"/>
          <p14:tracePt t="103563" x="4111625" y="5162550"/>
          <p14:tracePt t="103571" x="3938588" y="5151438"/>
          <p14:tracePt t="103579" x="3802063" y="5138738"/>
          <p14:tracePt t="103587" x="3690938" y="5126038"/>
          <p14:tracePt t="103595" x="3616325" y="5118100"/>
          <p14:tracePt t="103602" x="3567113" y="5105400"/>
          <p14:tracePt t="103610" x="3546475" y="5105400"/>
          <p14:tracePt t="103619" x="3541713" y="5100638"/>
          <p14:tracePt t="103811" x="3521075" y="5100638"/>
          <p14:tracePt t="103818" x="3505200" y="5100638"/>
          <p14:tracePt t="103827" x="3471863" y="5108575"/>
          <p14:tracePt t="103835" x="3430588" y="5121275"/>
          <p14:tracePt t="103843" x="3373438" y="5133975"/>
          <p14:tracePt t="103851" x="3306763" y="5154613"/>
          <p14:tracePt t="103859" x="3224213" y="5167313"/>
          <p14:tracePt t="103868" x="3138488" y="5183188"/>
          <p14:tracePt t="103874" x="3038475" y="5203825"/>
          <p14:tracePt t="103883" x="2947988" y="5216525"/>
          <p14:tracePt t="103891" x="2860675" y="5229225"/>
          <p14:tracePt t="103899" x="2790825" y="5241925"/>
          <p14:tracePt t="103907" x="2736850" y="5241925"/>
          <p14:tracePt t="103916" x="2703513" y="5241925"/>
          <p14:tracePt t="103923" x="2687638" y="5241925"/>
          <p14:tracePt t="103978" x="2703513" y="5241925"/>
          <p14:tracePt t="103986" x="2716213" y="5237163"/>
          <p14:tracePt t="103995" x="2733675" y="5224463"/>
          <p14:tracePt t="104003" x="2744788" y="5216525"/>
          <p14:tracePt t="104011" x="2757488" y="5213350"/>
          <p14:tracePt t="104019" x="2765425" y="5213350"/>
          <p14:tracePt t="104027" x="2765425" y="5203825"/>
          <p14:tracePt t="104034" x="2770188" y="5203825"/>
          <p14:tracePt t="104161" x="2778125" y="5200650"/>
          <p14:tracePt t="104169" x="2778125" y="5192713"/>
          <p14:tracePt t="104177" x="2790825" y="5192713"/>
          <p14:tracePt t="104185" x="2803525" y="5187950"/>
          <p14:tracePt t="104193" x="2832100" y="5180013"/>
          <p14:tracePt t="104201" x="2878138" y="5154613"/>
          <p14:tracePt t="104209" x="2930525" y="5130800"/>
          <p14:tracePt t="104217" x="3001963" y="5118100"/>
          <p14:tracePt t="104224" x="3087688" y="5087938"/>
          <p14:tracePt t="104233" x="3187700" y="5080000"/>
          <p14:tracePt t="104241" x="3303588" y="5067300"/>
          <p14:tracePt t="104249" x="3422650" y="5056188"/>
          <p14:tracePt t="104257" x="3525838" y="5051425"/>
          <p14:tracePt t="104264" x="3649663" y="5051425"/>
          <p14:tracePt t="104272" x="3768725" y="5038725"/>
          <p14:tracePt t="104281" x="3881438" y="5026025"/>
          <p14:tracePt t="104288" x="3995738" y="5026025"/>
          <p14:tracePt t="104297" x="4095750" y="5026025"/>
          <p14:tracePt t="104304" x="4191000" y="5026025"/>
          <p14:tracePt t="104312" x="4281488" y="5026025"/>
          <p14:tracePt t="104320" x="4364038" y="5026025"/>
          <p14:tracePt t="104329" x="4430713" y="5030788"/>
          <p14:tracePt t="104337" x="4503738" y="5035550"/>
          <p14:tracePt t="104344" x="4562475" y="5043488"/>
          <p14:tracePt t="104353" x="4611688" y="5046663"/>
          <p14:tracePt t="104361" x="4652963" y="5046663"/>
          <p14:tracePt t="104370" x="4686300" y="5056188"/>
          <p14:tracePt t="104377" x="4710113" y="5059363"/>
          <p14:tracePt t="104385" x="4727575" y="5067300"/>
          <p14:tracePt t="104393" x="4740275" y="5067300"/>
          <p14:tracePt t="104401" x="4764088" y="5067300"/>
          <p14:tracePt t="104409" x="4784725" y="5067300"/>
          <p14:tracePt t="104417" x="4802188" y="5067300"/>
          <p14:tracePt t="104425" x="4826000" y="5072063"/>
          <p14:tracePt t="104433" x="4851400" y="5072063"/>
          <p14:tracePt t="104440" x="4884738" y="5072063"/>
          <p14:tracePt t="104449" x="4926013" y="5072063"/>
          <p14:tracePt t="104456" x="4975225" y="5080000"/>
          <p14:tracePt t="104465" x="5032375" y="5080000"/>
          <p14:tracePt t="104472" x="5099050" y="5084763"/>
          <p14:tracePt t="104481" x="5156200" y="5084763"/>
          <p14:tracePt t="104489" x="5230813" y="5092700"/>
          <p14:tracePt t="104497" x="5292725" y="5097463"/>
          <p14:tracePt t="104504" x="5367338" y="5105400"/>
          <p14:tracePt t="104512" x="5441950" y="5108575"/>
          <p14:tracePt t="104521" x="5507038" y="5108575"/>
          <p14:tracePt t="104528" x="5576888" y="5108575"/>
          <p14:tracePt t="104537" x="5643563" y="5118100"/>
          <p14:tracePt t="104545" x="5718175" y="5130800"/>
          <p14:tracePt t="104553" x="5775325" y="5130800"/>
          <p14:tracePt t="104561" x="5842000" y="5141913"/>
          <p14:tracePt t="104569" x="5911850" y="5141913"/>
          <p14:tracePt t="104577" x="5973763" y="5146675"/>
          <p14:tracePt t="104585" x="6027738" y="5159375"/>
          <p14:tracePt t="104593" x="6073775" y="5172075"/>
          <p14:tracePt t="104601" x="6110288" y="5172075"/>
          <p14:tracePt t="104608" x="6151563" y="5172075"/>
          <p14:tracePt t="104617" x="6184900" y="5172075"/>
          <p14:tracePt t="104624" x="6213475" y="5172075"/>
          <p14:tracePt t="104633" x="6259513" y="5172075"/>
          <p14:tracePt t="104640" x="6308725" y="5172075"/>
          <p14:tracePt t="104647" x="6350000" y="5180013"/>
          <p14:tracePt t="104657" x="6399213" y="5195888"/>
          <p14:tracePt t="104665" x="6445250" y="5203825"/>
          <p14:tracePt t="104672" x="6494463" y="5203825"/>
          <p14:tracePt t="104681" x="6530975" y="5208588"/>
          <p14:tracePt t="104688" x="6569075" y="5216525"/>
          <p14:tracePt t="104697" x="6605588" y="5216525"/>
          <p14:tracePt t="104703" x="6630988" y="5216525"/>
          <p14:tracePt t="104711" x="6654800" y="5216525"/>
          <p14:tracePt t="104719" x="6659563" y="5216525"/>
          <p14:tracePt t="104729" x="6667500" y="5221288"/>
          <p14:tracePt t="104735" x="6672263" y="5221288"/>
          <p14:tracePt t="105444" x="6680200" y="5221288"/>
          <p14:tracePt t="105452" x="6683375" y="5221288"/>
          <p14:tracePt t="105461" x="6704013" y="5221288"/>
          <p14:tracePt t="105469" x="6721475" y="5221288"/>
          <p14:tracePt t="105476" x="6742113" y="5221288"/>
          <p14:tracePt t="105484" x="6757988" y="5216525"/>
          <p14:tracePt t="105492" x="6783388" y="5213350"/>
          <p14:tracePt t="105501" x="6807200" y="5203825"/>
          <p14:tracePt t="105508" x="6832600" y="5203825"/>
          <p14:tracePt t="105517" x="6845300" y="5200650"/>
          <p14:tracePt t="105529" x="6858000" y="5200650"/>
          <p14:tracePt t="105533" x="6865938" y="5192713"/>
          <p14:tracePt t="105997" x="6869113" y="5187950"/>
          <p14:tracePt t="106002" x="6878638" y="5180013"/>
          <p14:tracePt t="106013" x="6881813" y="5175250"/>
          <p14:tracePt t="106021" x="6891338" y="5167313"/>
          <p14:tracePt t="106027" x="6894513" y="5167313"/>
          <p14:tracePt t="106035" x="6902450" y="5162550"/>
          <p14:tracePt t="106045" x="6915150" y="5151438"/>
          <p14:tracePt t="106058" x="6919913" y="5141913"/>
          <p14:tracePt t="106072" x="6927850" y="5138738"/>
          <p14:tracePt t="106084" x="6932613" y="5130800"/>
          <p14:tracePt t="106099" x="6940550" y="5126038"/>
          <p14:tracePt t="106332" x="6935788" y="5126038"/>
          <p14:tracePt t="106355" x="6927850" y="5126038"/>
          <p14:tracePt t="106616" x="6923088" y="5126038"/>
          <p14:tracePt t="106625" x="6915150" y="5126038"/>
          <p14:tracePt t="106641" x="6911975" y="5130800"/>
          <p14:tracePt t="106648" x="6902450" y="5130800"/>
          <p14:tracePt t="106656" x="6899275" y="5130800"/>
          <p14:tracePt t="106673" x="6891338" y="5130800"/>
          <p14:tracePt t="107890" x="6886575" y="5130800"/>
          <p14:tracePt t="107930" x="6878638" y="5130800"/>
          <p14:tracePt t="107949" x="6873875" y="5130800"/>
          <p14:tracePt t="107955" x="6865938" y="5130800"/>
          <p14:tracePt t="107964" x="6861175" y="5133975"/>
          <p14:tracePt t="107970" x="6848475" y="5141913"/>
          <p14:tracePt t="107979" x="6837363" y="5141913"/>
          <p14:tracePt t="107990" x="6824663" y="5141913"/>
          <p14:tracePt t="107999" x="6804025" y="5141913"/>
          <p14:tracePt t="108007" x="6791325" y="5141913"/>
          <p14:tracePt t="108010" x="6775450" y="5141913"/>
          <p14:tracePt t="108019" x="6754813" y="5146675"/>
          <p14:tracePt t="108028" x="6742113" y="5154613"/>
          <p14:tracePt t="108037" x="6724650" y="5167313"/>
          <p14:tracePt t="108045" x="6716713" y="5167313"/>
          <p14:tracePt t="108055" x="6713538" y="5167313"/>
          <p14:tracePt t="108067" x="6692900" y="5167313"/>
          <p14:tracePt t="108075" x="6688138" y="5167313"/>
          <p14:tracePt t="108082" x="6675438" y="5167313"/>
          <p14:tracePt t="108093" x="6667500" y="5167313"/>
          <p14:tracePt t="108099" x="6662738" y="5167313"/>
          <p14:tracePt t="108115" x="6654800" y="5167313"/>
          <p14:tracePt t="108124" x="6651625" y="5167313"/>
          <p14:tracePt t="108141" x="6642100" y="5167313"/>
          <p14:tracePt t="108163" x="6638925" y="5167313"/>
          <p14:tracePt t="108195" x="6630988" y="5167313"/>
          <p14:tracePt t="108203" x="6626225" y="5167313"/>
          <p14:tracePt t="108211" x="6618288" y="5167313"/>
          <p14:tracePt t="108218" x="6605588" y="5172075"/>
          <p14:tracePt t="108227" x="6592888" y="5172075"/>
          <p14:tracePt t="108237" x="6580188" y="5172075"/>
          <p14:tracePt t="108244" x="6556375" y="5180013"/>
          <p14:tracePt t="108250" x="6515100" y="5183188"/>
          <p14:tracePt t="108259" x="6481763" y="5183188"/>
          <p14:tracePt t="108266" x="6427788" y="5183188"/>
          <p14:tracePt t="108275" x="6365875" y="5192713"/>
          <p14:tracePt t="108283" x="6296025" y="5195888"/>
          <p14:tracePt t="108290" x="6221413" y="5221288"/>
          <p14:tracePt t="108299" x="6135688" y="5221288"/>
          <p14:tracePt t="108308" x="6043613" y="5229225"/>
          <p14:tracePt t="108314" x="5937250" y="5241925"/>
          <p14:tracePt t="108324" x="5821363" y="5245100"/>
          <p14:tracePt t="108331" x="5713413" y="5257800"/>
          <p14:tracePt t="108340" x="5589588" y="5265738"/>
          <p14:tracePt t="108347" x="5465763" y="5270500"/>
          <p14:tracePt t="108355" x="5354638" y="5283200"/>
          <p14:tracePt t="108363" x="5238750" y="5291138"/>
          <p14:tracePt t="108374" x="5132388" y="5303838"/>
          <p14:tracePt t="108379" x="5029200" y="5316538"/>
          <p14:tracePt t="108387" x="4929188" y="5327650"/>
          <p14:tracePt t="108395" x="4833938" y="5327650"/>
          <p14:tracePt t="108403" x="4756150" y="5327650"/>
          <p14:tracePt t="108410" x="4699000" y="5332413"/>
          <p14:tracePt t="108419" x="4648200" y="5332413"/>
          <p14:tracePt t="108425" x="4619625" y="5332413"/>
          <p14:tracePt t="108433" x="4598988" y="5332413"/>
          <p14:tracePt t="108443" x="4586288" y="5332413"/>
          <p14:tracePt t="108448" x="4575175" y="5332413"/>
          <p14:tracePt t="108458" x="4570413" y="5332413"/>
          <p14:tracePt t="108464" x="4562475" y="5332413"/>
          <p14:tracePt t="108473" x="4557713" y="5332413"/>
          <p14:tracePt t="108481" x="4549775" y="5332413"/>
          <p14:tracePt t="108497" x="4545013" y="5332413"/>
          <p14:tracePt t="108504" x="4533900" y="5332413"/>
          <p14:tracePt t="108513" x="4524375" y="5332413"/>
          <p14:tracePt t="108520" x="4500563" y="5332413"/>
          <p14:tracePt t="108528" x="4483100" y="5332413"/>
          <p14:tracePt t="108537" x="4459288" y="5332413"/>
          <p14:tracePt t="108544" x="4446588" y="5332413"/>
          <p14:tracePt t="108553" x="4425950" y="5327650"/>
          <p14:tracePt t="108560" x="4410075" y="5324475"/>
          <p14:tracePt t="108569" x="4389438" y="5316538"/>
          <p14:tracePt t="108577" x="4376738" y="5303838"/>
          <p14:tracePt t="108585" x="4364038" y="5303838"/>
          <p14:tracePt t="108592" x="4359275" y="5299075"/>
          <p14:tracePt t="108600" x="4351338" y="5291138"/>
          <p14:tracePt t="108610" x="4351338" y="5286375"/>
          <p14:tracePt t="108617" x="4351338" y="5278438"/>
          <p14:tracePt t="108625" x="4351338" y="5275263"/>
          <p14:tracePt t="108633" x="4364038" y="5254625"/>
          <p14:tracePt t="108642" x="4379913" y="5249863"/>
          <p14:tracePt t="108648" x="4425950" y="5216525"/>
          <p14:tracePt t="108657" x="4467225" y="5192713"/>
          <p14:tracePt t="108665" x="4503738" y="5162550"/>
          <p14:tracePt t="108673" x="4541838" y="5126038"/>
          <p14:tracePt t="108681" x="4586288" y="5118100"/>
          <p14:tracePt t="108688" x="4603750" y="5092700"/>
          <p14:tracePt t="108697" x="4624388" y="5080000"/>
          <p14:tracePt t="108705" x="4627563" y="5076825"/>
          <p14:tracePt t="108713" x="4627563" y="5067300"/>
          <p14:tracePt t="108721" x="4637088" y="5064125"/>
          <p14:tracePt t="108809" x="4632325" y="5064125"/>
          <p14:tracePt t="108817" x="4619625" y="5064125"/>
          <p14:tracePt t="108824" x="4606925" y="5064125"/>
          <p14:tracePt t="108832" x="4595813" y="5067300"/>
          <p14:tracePt t="108840" x="4583113" y="5067300"/>
          <p14:tracePt t="108849" x="4562475" y="5067300"/>
          <p14:tracePt t="108857" x="4549775" y="5072063"/>
          <p14:tracePt t="108866" x="4533900" y="5080000"/>
          <p14:tracePt t="108873" x="4524375" y="5084763"/>
          <p14:tracePt t="108881" x="4521200" y="5084763"/>
          <p14:tracePt t="108897" x="4513263" y="5092700"/>
          <p14:tracePt t="108903" x="4508500" y="5092700"/>
          <p14:tracePt t="108937" x="4500563" y="5092700"/>
          <p14:tracePt t="108944" x="4495800" y="5097463"/>
          <p14:tracePt t="108960" x="4487863" y="5105400"/>
          <p14:tracePt t="108966" x="4475163" y="5105400"/>
          <p14:tracePt t="108975" x="4471988" y="5105400"/>
          <p14:tracePt t="108985" x="4471988" y="5108575"/>
          <p14:tracePt t="108990" x="4462463" y="5108575"/>
          <p14:tracePt t="108998" x="4459288" y="5118100"/>
          <p14:tracePt t="109007" x="4451350" y="5118100"/>
          <p14:tracePt t="109017" x="4446588" y="5118100"/>
          <p14:tracePt t="109031" x="4438650" y="5118100"/>
          <p14:tracePt t="109047" x="4433888" y="5121275"/>
          <p14:tracePt t="109071" x="4425950" y="5121275"/>
          <p14:tracePt t="109078" x="4421188" y="5121275"/>
          <p14:tracePt t="109087" x="4413250" y="5121275"/>
          <p14:tracePt t="109094" x="4410075" y="5130800"/>
          <p14:tracePt t="109103" x="4400550" y="5130800"/>
          <p14:tracePt t="109110" x="4397375" y="5133975"/>
          <p14:tracePt t="109126" x="4389438" y="5133975"/>
          <p14:tracePt t="109207" x="4400550" y="5133975"/>
          <p14:tracePt t="109214" x="4418013" y="5133975"/>
          <p14:tracePt t="109222" x="4438650" y="5133975"/>
          <p14:tracePt t="109231" x="4462463" y="5133975"/>
          <p14:tracePt t="109239" x="4487863" y="5133975"/>
          <p14:tracePt t="109247" x="4516438" y="5133975"/>
          <p14:tracePt t="109255" x="4562475" y="5133975"/>
          <p14:tracePt t="109262" x="4591050" y="5133975"/>
          <p14:tracePt t="109270" x="4624388" y="5130800"/>
          <p14:tracePt t="109278" x="4652963" y="5130800"/>
          <p14:tracePt t="109287" x="4673600" y="5126038"/>
          <p14:tracePt t="109295" x="4686300" y="5118100"/>
          <p14:tracePt t="109303" x="4699000" y="5118100"/>
          <p14:tracePt t="109327" x="4702175" y="5118100"/>
          <p14:tracePt t="109390" x="4699000" y="5118100"/>
          <p14:tracePt t="109398" x="4686300" y="5118100"/>
          <p14:tracePt t="109407" x="4673600" y="5118100"/>
          <p14:tracePt t="109415" x="4657725" y="5121275"/>
          <p14:tracePt t="109423" x="4637088" y="5133975"/>
          <p14:tracePt t="109431" x="4619625" y="5146675"/>
          <p14:tracePt t="109439" x="4598988" y="5159375"/>
          <p14:tracePt t="109447" x="4583113" y="5167313"/>
          <p14:tracePt t="109455" x="4562475" y="5172075"/>
          <p14:tracePt t="109463" x="4549775" y="5183188"/>
          <p14:tracePt t="109471" x="4545013" y="5192713"/>
          <p14:tracePt t="109478" x="4533900" y="5192713"/>
          <p14:tracePt t="109487" x="4524375" y="5195888"/>
          <p14:tracePt t="109495" x="4521200" y="5208588"/>
          <p14:tracePt t="109503" x="4513263" y="5208588"/>
          <p14:tracePt t="109510" x="4500563" y="5216525"/>
          <p14:tracePt t="109519" x="4495800" y="5221288"/>
          <p14:tracePt t="109525" x="4495800" y="5229225"/>
          <p14:tracePt t="109535" x="4487863" y="5233988"/>
          <p14:tracePt t="109542" x="4487863" y="5245100"/>
          <p14:tracePt t="109551" x="4483100" y="5254625"/>
          <p14:tracePt t="109559" x="4483100" y="5270500"/>
          <p14:tracePt t="109567" x="4483100" y="5283200"/>
          <p14:tracePt t="109575" x="4483100" y="5303838"/>
          <p14:tracePt t="109583" x="4483100" y="5319713"/>
          <p14:tracePt t="109589" x="4483100" y="5332413"/>
          <p14:tracePt t="109598" x="4483100" y="5353050"/>
          <p14:tracePt t="109608" x="4483100" y="5365750"/>
          <p14:tracePt t="109612" x="4492625" y="5368925"/>
          <p14:tracePt t="109621" x="4503738" y="5381625"/>
          <p14:tracePt t="109628" x="4529138" y="5402263"/>
          <p14:tracePt t="109637" x="4554538" y="5419725"/>
          <p14:tracePt t="109644" x="4603750" y="5440363"/>
          <p14:tracePt t="109653" x="4652963" y="5443538"/>
          <p14:tracePt t="109661" x="4710113" y="5456238"/>
          <p14:tracePt t="109671" x="4776788" y="5456238"/>
          <p14:tracePt t="109677" x="4859338" y="5456238"/>
          <p14:tracePt t="109684" x="4926013" y="5456238"/>
          <p14:tracePt t="109693" x="4999038" y="5456238"/>
          <p14:tracePt t="109701" x="5070475" y="5456238"/>
          <p14:tracePt t="109709" x="5122863" y="5456238"/>
          <p14:tracePt t="109717" x="5194300" y="5456238"/>
          <p14:tracePt t="109725" x="5243513" y="5456238"/>
          <p14:tracePt t="109732" x="5292725" y="5451475"/>
          <p14:tracePt t="109742" x="5318125" y="5448300"/>
          <p14:tracePt t="109749" x="5341938" y="5435600"/>
          <p14:tracePt t="109757" x="5354638" y="5427663"/>
          <p14:tracePt t="109767" x="5367338" y="5422900"/>
          <p14:tracePt t="109772" x="5370513" y="5410200"/>
          <p14:tracePt t="109782" x="5380038" y="5410200"/>
          <p14:tracePt t="109791" x="5380038" y="5402263"/>
          <p14:tracePt t="109796" x="5383213" y="5402263"/>
          <p14:tracePt t="109821" x="5391150" y="5399088"/>
          <p14:tracePt t="109829" x="5391150" y="5389563"/>
          <p14:tracePt t="109844" x="5391150" y="5386388"/>
          <p14:tracePt t="109855" x="5395913" y="5378450"/>
          <p14:tracePt t="109862" x="5395913" y="5373688"/>
          <p14:tracePt t="109876" x="5395913" y="5360988"/>
          <p14:tracePt t="109892" x="5403850" y="5353050"/>
          <p14:tracePt t="109901" x="5403850" y="5340350"/>
          <p14:tracePt t="109908" x="5403850" y="5337175"/>
          <p14:tracePt t="109916" x="5403850" y="5324475"/>
          <p14:tracePt t="109926" x="5403850" y="5316538"/>
          <p14:tracePt t="109933" x="5403850" y="5311775"/>
          <p14:tracePt t="109942" x="5403850" y="5303838"/>
          <p14:tracePt t="109949" x="5400675" y="5291138"/>
          <p14:tracePt t="109957" x="5387975" y="5286375"/>
          <p14:tracePt t="109965" x="5362575" y="5265738"/>
          <p14:tracePt t="109973" x="5341938" y="5254625"/>
          <p14:tracePt t="109981" x="5305425" y="5249863"/>
          <p14:tracePt t="109989" x="5256213" y="5249863"/>
          <p14:tracePt t="109997" x="5205413" y="5241925"/>
          <p14:tracePt t="110005" x="5140325" y="5241925"/>
          <p14:tracePt t="110012" x="5065713" y="5241925"/>
          <p14:tracePt t="110021" x="4991100" y="5241925"/>
          <p14:tracePt t="110029" x="4908550" y="5241925"/>
          <p14:tracePt t="110037" x="4822825" y="5241925"/>
          <p14:tracePt t="110044" x="4730750" y="5241925"/>
          <p14:tracePt t="110052" x="4648200" y="5254625"/>
          <p14:tracePt t="110061" x="4570413" y="5265738"/>
          <p14:tracePt t="110069" x="4487863" y="5265738"/>
          <p14:tracePt t="110077" x="4433888" y="5270500"/>
          <p14:tracePt t="110084" x="4371975" y="5278438"/>
          <p14:tracePt t="110092" x="4335463" y="5283200"/>
          <p14:tracePt t="110103" x="4310063" y="5291138"/>
          <p14:tracePt t="110108" x="4284663" y="5295900"/>
          <p14:tracePt t="110117" x="4276725" y="5295900"/>
          <p14:tracePt t="110125" x="4273550" y="5295900"/>
          <p14:tracePt t="110282" x="4281488" y="5295900"/>
          <p14:tracePt t="110290" x="4302125" y="5286375"/>
          <p14:tracePt t="110299" x="4330700" y="5265738"/>
          <p14:tracePt t="110307" x="4392613" y="5249863"/>
          <p14:tracePt t="110315" x="4451350" y="5229225"/>
          <p14:tracePt t="110323" x="4516438" y="5203825"/>
          <p14:tracePt t="110330" x="4575175" y="5180013"/>
          <p14:tracePt t="110338" x="4640263" y="5162550"/>
          <p14:tracePt t="110346" x="4710113" y="5151438"/>
          <p14:tracePt t="110355" x="4760913" y="5141913"/>
          <p14:tracePt t="110363" x="4802188" y="5138738"/>
          <p14:tracePt t="110370" x="4838700" y="5130800"/>
          <p14:tracePt t="110378" x="4872038" y="5130800"/>
          <p14:tracePt t="110387" x="4895850" y="5126038"/>
          <p14:tracePt t="110394" x="4913313" y="5126038"/>
          <p14:tracePt t="110402" x="4926013" y="5126038"/>
          <p14:tracePt t="110411" x="4933950" y="5118100"/>
          <p14:tracePt t="110419" x="4937125" y="5118100"/>
          <p14:tracePt t="110426" x="4946650" y="5118100"/>
          <p14:tracePt t="110514" x="4949825" y="5118100"/>
          <p14:tracePt t="110539" x="4949825" y="5121275"/>
          <p14:tracePt t="110554" x="4957763" y="5121275"/>
          <p14:tracePt t="110562" x="4962525" y="5130800"/>
          <p14:tracePt t="110571" x="4962525" y="5133975"/>
          <p14:tracePt t="110578" x="4975225" y="5141913"/>
          <p14:tracePt t="110587" x="4983163" y="5146675"/>
          <p14:tracePt t="110594" x="4995863" y="5154613"/>
          <p14:tracePt t="110602" x="5011738" y="5167313"/>
          <p14:tracePt t="110610" x="5032375" y="5180013"/>
          <p14:tracePt t="110618" x="5057775" y="5192713"/>
          <p14:tracePt t="110627" x="5086350" y="5203825"/>
          <p14:tracePt t="110635" x="5132388" y="5221288"/>
          <p14:tracePt t="110642" x="5181600" y="5233988"/>
          <p14:tracePt t="110651" x="5230813" y="5245100"/>
          <p14:tracePt t="110659" x="5284788" y="5257800"/>
          <p14:tracePt t="110667" x="5341938" y="5278438"/>
          <p14:tracePt t="110675" x="5408613" y="5291138"/>
          <p14:tracePt t="110682" x="5491163" y="5295900"/>
          <p14:tracePt t="110691" x="5565775" y="5303838"/>
          <p14:tracePt t="110699" x="5640388" y="5307013"/>
          <p14:tracePt t="110707" x="5705475" y="5316538"/>
          <p14:tracePt t="110714" x="5775325" y="5332413"/>
          <p14:tracePt t="110723" x="5826125" y="5332413"/>
          <p14:tracePt t="110730" x="5854700" y="5332413"/>
          <p14:tracePt t="110739" x="5878513" y="5332413"/>
          <p14:tracePt t="110747" x="5903913" y="5332413"/>
          <p14:tracePt t="110755" x="5916613" y="5332413"/>
          <p14:tracePt t="110763" x="5929313" y="5332413"/>
          <p14:tracePt t="110771" x="5940425" y="5332413"/>
          <p14:tracePt t="110778" x="5949950" y="5332413"/>
          <p14:tracePt t="110793" x="5949950" y="5327650"/>
          <p14:tracePt t="110800" x="5953125" y="5327650"/>
          <p14:tracePt t="110825" x="5953125" y="5324475"/>
          <p14:tracePt t="110841" x="5953125" y="5316538"/>
          <p14:tracePt t="110848" x="5961063" y="5311775"/>
          <p14:tracePt t="110859" x="5961063" y="5299075"/>
          <p14:tracePt t="110867" x="5965825" y="5286375"/>
          <p14:tracePt t="110872" x="5973763" y="5278438"/>
          <p14:tracePt t="110892" x="5986463" y="5241925"/>
          <p14:tracePt t="110897" x="5991225" y="5224463"/>
          <p14:tracePt t="110904" x="5999163" y="5213350"/>
          <p14:tracePt t="110912" x="6002338" y="5192713"/>
          <p14:tracePt t="110920" x="6011863" y="5180013"/>
          <p14:tracePt t="110931" x="6011863" y="5167313"/>
          <p14:tracePt t="110937" x="6011863" y="5151438"/>
          <p14:tracePt t="110946" x="6011863" y="5138738"/>
          <p14:tracePt t="110953" x="6011863" y="5130800"/>
          <p14:tracePt t="110960" x="6011863" y="5113338"/>
          <p14:tracePt t="110968" x="6011863" y="5105400"/>
          <p14:tracePt t="110976" x="6011863" y="5100638"/>
          <p14:tracePt t="110985" x="6011863" y="5092700"/>
          <p14:tracePt t="110993" x="6011863" y="5087938"/>
          <p14:tracePt t="111002" x="6011863" y="5076825"/>
          <p14:tracePt t="111009" x="6011863" y="5067300"/>
          <p14:tracePt t="111017" x="6011863" y="5064125"/>
          <p14:tracePt t="111025" x="6011863" y="5056188"/>
          <p14:tracePt t="111033" x="6011863" y="5051425"/>
          <p14:tracePt t="111040" x="6011863" y="5043488"/>
          <p14:tracePt t="111049" x="6011863" y="5030788"/>
          <p14:tracePt t="111056" x="6011863" y="5026025"/>
          <p14:tracePt t="111065" x="6011863" y="5018088"/>
          <p14:tracePt t="111081" x="6011863" y="5014913"/>
          <p14:tracePt t="111097" x="6011863" y="5005388"/>
          <p14:tracePt t="111217" x="6007100" y="5005388"/>
          <p14:tracePt t="111224" x="5999163" y="5005388"/>
          <p14:tracePt t="111233" x="5981700" y="5005388"/>
          <p14:tracePt t="111242" x="5970588" y="5010150"/>
          <p14:tracePt t="111250" x="5957888" y="5018088"/>
          <p14:tracePt t="111257" x="5932488" y="5030788"/>
          <p14:tracePt t="111266" x="5919788" y="5043488"/>
          <p14:tracePt t="111273" x="5899150" y="5056188"/>
          <p14:tracePt t="111281" x="5888038" y="5067300"/>
          <p14:tracePt t="111289" x="5875338" y="5080000"/>
          <p14:tracePt t="111297" x="5862638" y="5084763"/>
          <p14:tracePt t="111305" x="5849938" y="5105400"/>
          <p14:tracePt t="111312" x="5846763" y="5108575"/>
          <p14:tracePt t="111321" x="5837238" y="5121275"/>
          <p14:tracePt t="111328" x="5834063" y="5130800"/>
          <p14:tracePt t="111337" x="5834063" y="5133975"/>
          <p14:tracePt t="111346" x="5834063" y="5141913"/>
          <p14:tracePt t="111354" x="5834063" y="5154613"/>
          <p14:tracePt t="111369" x="5834063" y="5159375"/>
          <p14:tracePt t="111385" x="5834063" y="5167313"/>
          <p14:tracePt t="111391" x="5837238" y="5167313"/>
          <p14:tracePt t="111399" x="5842000" y="5167313"/>
          <p14:tracePt t="111409" x="5854700" y="5167313"/>
          <p14:tracePt t="111415" x="5867400" y="5167313"/>
          <p14:tracePt t="111423" x="5875338" y="5167313"/>
          <p14:tracePt t="111431" x="5888038" y="5167313"/>
          <p14:tracePt t="111439" x="5891213" y="5167313"/>
          <p14:tracePt t="111543" x="5891213" y="5162550"/>
          <p14:tracePt t="111568" x="5891213" y="5154613"/>
          <p14:tracePt t="111576" x="5891213" y="5151438"/>
          <p14:tracePt t="111590" x="5883275" y="5141913"/>
          <p14:tracePt t="111599" x="5870575" y="5141913"/>
          <p14:tracePt t="111607" x="5857875" y="5141913"/>
          <p14:tracePt t="111615" x="5837238" y="5141913"/>
          <p14:tracePt t="111623" x="5834063" y="5141913"/>
          <p14:tracePt t="111631" x="5821363" y="5141913"/>
          <p14:tracePt t="111638" x="5808663" y="5141913"/>
          <p14:tracePt t="111646" x="5800725" y="5146675"/>
          <p14:tracePt t="111655" x="5795963" y="5146675"/>
          <p14:tracePt t="111663" x="5788025" y="5154613"/>
          <p14:tracePt t="111671" x="5784850" y="5154613"/>
          <p14:tracePt t="111687" x="5784850" y="5159375"/>
          <p14:tracePt t="111815" x="5792788" y="5159375"/>
          <p14:tracePt t="111822" x="5805488" y="5151438"/>
          <p14:tracePt t="111830" x="5813425" y="5141913"/>
          <p14:tracePt t="111839" x="5826125" y="5138738"/>
          <p14:tracePt t="111847" x="5829300" y="5126038"/>
          <p14:tracePt t="111855" x="5837238" y="5126038"/>
          <p14:tracePt t="111863" x="5842000" y="5118100"/>
          <p14:tracePt t="111871" x="5849938" y="5113338"/>
          <p14:tracePt t="111879" x="5849938" y="5100638"/>
          <p14:tracePt t="111887" x="5849938" y="5092700"/>
          <p14:tracePt t="111895" x="5849938" y="5087938"/>
          <p14:tracePt t="111910" x="5854700" y="5067300"/>
          <p14:tracePt t="111926" x="5854700" y="5051425"/>
          <p14:tracePt t="111934" x="5854700" y="5043488"/>
          <p14:tracePt t="111943" x="5849938" y="5026025"/>
          <p14:tracePt t="111948" x="5846763" y="5018088"/>
          <p14:tracePt t="111957" x="5826125" y="5005388"/>
          <p14:tracePt t="111967" x="5813425" y="5002213"/>
          <p14:tracePt t="111975" x="5800725" y="4994275"/>
          <p14:tracePt t="111980" x="5784850" y="4981575"/>
          <p14:tracePt t="111989" x="5764213" y="4981575"/>
          <p14:tracePt t="111996" x="5759450" y="4981575"/>
          <p14:tracePt t="112007" x="5746750" y="4981575"/>
          <p14:tracePt t="112012" x="5738813" y="4981575"/>
          <p14:tracePt t="112021" x="5734050" y="4981575"/>
          <p14:tracePt t="112028" x="5726113" y="4981575"/>
          <p14:tracePt t="112037" x="5726113" y="4984750"/>
          <p14:tracePt t="112054" x="5722938" y="4984750"/>
          <p14:tracePt t="112071" x="5713413" y="4994275"/>
          <p14:tracePt t="112078" x="5713413" y="4997450"/>
          <p14:tracePt t="112084" x="5710238" y="4997450"/>
          <p14:tracePt t="112095" x="5710238" y="5005388"/>
          <p14:tracePt t="112101" x="5710238" y="5018088"/>
          <p14:tracePt t="112108" x="5702300" y="5022850"/>
          <p14:tracePt t="112117" x="5702300" y="5030788"/>
          <p14:tracePt t="112124" x="5702300" y="5043488"/>
          <p14:tracePt t="112133" x="5702300" y="5056188"/>
          <p14:tracePt t="112141" x="5702300" y="5072063"/>
          <p14:tracePt t="112149" x="5713413" y="5080000"/>
          <p14:tracePt t="112157" x="5718175" y="5092700"/>
          <p14:tracePt t="112164" x="5726113" y="5097463"/>
          <p14:tracePt t="112173" x="5730875" y="5097463"/>
          <p14:tracePt t="112180" x="5743575" y="5108575"/>
          <p14:tracePt t="112189" x="5751513" y="5108575"/>
          <p14:tracePt t="112196" x="5754688" y="5108575"/>
          <p14:tracePt t="112340" x="5754688" y="5105400"/>
          <p14:tracePt t="112365" x="5751513" y="5105400"/>
          <p14:tracePt t="112373" x="5746750" y="5105400"/>
          <p14:tracePt t="112380" x="5734050" y="5105400"/>
          <p14:tracePt t="112388" x="5713413" y="5105400"/>
          <p14:tracePt t="112397" x="5697538" y="5105400"/>
          <p14:tracePt t="112405" x="5676900" y="5118100"/>
          <p14:tracePt t="112413" x="5651500" y="5133975"/>
          <p14:tracePt t="112421" x="5635625" y="5146675"/>
          <p14:tracePt t="112428" x="5610225" y="5159375"/>
          <p14:tracePt t="112436" x="5589588" y="5172075"/>
          <p14:tracePt t="112445" x="5573713" y="5183188"/>
          <p14:tracePt t="112453" x="5561013" y="5195888"/>
          <p14:tracePt t="112461" x="5535613" y="5216525"/>
          <p14:tracePt t="112469" x="5524500" y="5233988"/>
          <p14:tracePt t="112478" x="5511800" y="5241925"/>
          <p14:tracePt t="112485" x="5503863" y="5254625"/>
          <p14:tracePt t="112497" x="5491163" y="5265738"/>
          <p14:tracePt t="112500" x="5486400" y="5278438"/>
          <p14:tracePt t="112509" x="5486400" y="5283200"/>
          <p14:tracePt t="112516" x="5478463" y="5291138"/>
          <p14:tracePt t="112525" x="5478463" y="5295900"/>
          <p14:tracePt t="112532" x="5478463" y="5303838"/>
          <p14:tracePt t="113044" x="5473700" y="5303838"/>
          <p14:tracePt t="113056" x="5465763" y="5307013"/>
          <p14:tracePt t="113075" x="5462588" y="5316538"/>
          <p14:tracePt t="113082" x="5453063" y="5319713"/>
          <p14:tracePt t="113107" x="5449888" y="5319713"/>
          <p14:tracePt t="113112" x="5441950" y="5319713"/>
          <p14:tracePt t="113120" x="5429250" y="5327650"/>
          <p14:tracePt t="113129" x="5411788" y="5327650"/>
          <p14:tracePt t="113137" x="5387975" y="5332413"/>
          <p14:tracePt t="113144" x="5362575" y="5332413"/>
          <p14:tracePt t="113152" x="5329238" y="5340350"/>
          <p14:tracePt t="113161" x="5287963" y="5340350"/>
          <p14:tracePt t="113169" x="5251450" y="5340350"/>
          <p14:tracePt t="113178" x="5189538" y="5311775"/>
          <p14:tracePt t="113185" x="5114925" y="5262563"/>
          <p14:tracePt t="113192" x="5029200" y="5192713"/>
          <p14:tracePt t="113201" x="4929188" y="5118100"/>
          <p14:tracePt t="113208" x="4805363" y="5030788"/>
          <p14:tracePt t="113217" x="4681538" y="4914900"/>
          <p14:tracePt t="113226" x="4557713" y="4803775"/>
          <p14:tracePt t="113232" x="4410075" y="4667250"/>
          <p14:tracePt t="113241" x="4260850" y="4530725"/>
          <p14:tracePt t="113248" x="4098925" y="4386263"/>
          <p14:tracePt t="113257" x="3930650" y="4238625"/>
          <p14:tracePt t="113264" x="3744913" y="4089400"/>
          <p14:tracePt t="113273" x="3559175" y="3927475"/>
          <p14:tracePt t="113280" x="3373438" y="3787775"/>
          <p14:tracePt t="113290" x="3175000" y="3638550"/>
          <p14:tracePt t="113296" x="2971800" y="3519488"/>
          <p14:tracePt t="113305" x="2774950" y="3390900"/>
          <p14:tracePt t="113312" x="2563813" y="3271838"/>
          <p14:tracePt t="113320" x="2370138" y="3184525"/>
          <p14:tracePt t="113330" x="2179638" y="3106738"/>
          <p14:tracePt t="113337" x="2006600" y="3048000"/>
          <p14:tracePt t="113345" x="1882775" y="2994025"/>
          <p14:tracePt t="113353" x="1771650" y="2944813"/>
          <p14:tracePt t="113361" x="1700213" y="2924175"/>
          <p14:tracePt t="113369" x="1676400" y="2921000"/>
          <p14:tracePt t="113417" x="1676400" y="2924175"/>
          <p14:tracePt t="113425" x="1689100" y="2936875"/>
          <p14:tracePt t="113432" x="1725613" y="2965450"/>
          <p14:tracePt t="113440" x="1779588" y="3014663"/>
          <p14:tracePt t="113448" x="1849438" y="3073400"/>
          <p14:tracePt t="113457" x="1936750" y="3138488"/>
          <p14:tracePt t="113464" x="2027238" y="3213100"/>
          <p14:tracePt t="113473" x="2135188" y="3300413"/>
          <p14:tracePt t="113480" x="2246313" y="3398838"/>
          <p14:tracePt t="113489" x="2370138" y="3519488"/>
          <p14:tracePt t="113497" x="2493963" y="3646488"/>
          <p14:tracePt t="113505" x="2620963" y="3767138"/>
          <p14:tracePt t="113512" x="2765425" y="3906838"/>
          <p14:tracePt t="113520" x="2914650" y="4040188"/>
          <p14:tracePt t="113528" x="3063875" y="4175125"/>
          <p14:tracePt t="113537" x="3228975" y="4311650"/>
          <p14:tracePt t="113545" x="3397250" y="4435475"/>
          <p14:tracePt t="113553" x="3582988" y="4572000"/>
          <p14:tracePt t="113561" x="3768725" y="4695825"/>
          <p14:tracePt t="113569" x="3967163" y="4799013"/>
          <p14:tracePt t="113575" x="4178300" y="4922838"/>
          <p14:tracePt t="113585" x="4364038" y="5022850"/>
          <p14:tracePt t="113592" x="4516438" y="5108575"/>
          <p14:tracePt t="113601" x="4673600" y="5180013"/>
          <p14:tracePt t="113609" x="4789488" y="5221288"/>
          <p14:tracePt t="113617" x="4887913" y="5265738"/>
          <p14:tracePt t="113625" x="4946650" y="5283200"/>
          <p14:tracePt t="113631" x="4975225" y="5283200"/>
          <p14:tracePt t="113689" x="4975225" y="5278438"/>
          <p14:tracePt t="113695" x="4957763" y="5265738"/>
          <p14:tracePt t="113702" x="4933950" y="5262563"/>
          <p14:tracePt t="113711" x="4908550" y="5237163"/>
          <p14:tracePt t="113719" x="4884738" y="5224463"/>
          <p14:tracePt t="113727" x="4846638" y="5216525"/>
          <p14:tracePt t="113735" x="4830763" y="5213350"/>
          <p14:tracePt t="113742" x="4805363" y="5203825"/>
          <p14:tracePt t="113751" x="4792663" y="5192713"/>
          <p14:tracePt t="113759" x="4772025" y="5192713"/>
          <p14:tracePt t="113766" x="4768850" y="5192713"/>
          <p14:tracePt t="113775" x="4748213" y="5192713"/>
          <p14:tracePt t="113782" x="4743450" y="5192713"/>
          <p14:tracePt t="113791" x="4735513" y="5192713"/>
          <p14:tracePt t="113798" x="4730750" y="5192713"/>
          <p14:tracePt t="113807" x="4722813" y="5192713"/>
          <p14:tracePt t="113815" x="4722813" y="5187950"/>
          <p14:tracePt t="114358" x="4699000" y="5187950"/>
          <p14:tracePt t="114364" x="4657725" y="5175250"/>
          <p14:tracePt t="114372" x="4586288" y="5126038"/>
          <p14:tracePt t="114380" x="4495800" y="5026025"/>
          <p14:tracePt t="114388" x="4371975" y="4878388"/>
          <p14:tracePt t="114397" x="4227513" y="4684713"/>
          <p14:tracePt t="114404" x="4049713" y="4419600"/>
          <p14:tracePt t="114412" x="3802063" y="4064000"/>
          <p14:tracePt t="114421" x="3541713" y="3692525"/>
          <p14:tracePt t="114429" x="3249613" y="3321050"/>
          <p14:tracePt t="114437" x="2935288" y="2973388"/>
          <p14:tracePt t="114445" x="2617788" y="2622550"/>
          <p14:tracePt t="114453" x="2279650" y="2300288"/>
          <p14:tracePt t="114460" x="1895475" y="1954213"/>
          <p14:tracePt t="114469" x="1498600" y="1611313"/>
          <p14:tracePt t="114477" x="1106488" y="1284288"/>
          <p14:tracePt t="114485" x="719138" y="966788"/>
          <p14:tracePt t="114493" x="334963" y="681038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7" y="25136"/>
            <a:ext cx="7732885" cy="917054"/>
          </a:xfrm>
        </p:spPr>
        <p:txBody>
          <a:bodyPr/>
          <a:lstStyle/>
          <a:p>
            <a:r>
              <a:rPr lang="nb-NO" dirty="0"/>
              <a:t>Sammenlikner de tre investeringene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6082" y="1188343"/>
                <a:ext cx="9289032" cy="6120680"/>
              </a:xfrm>
            </p:spPr>
            <p:txBody>
              <a:bodyPr>
                <a:noAutofit/>
              </a:bodyPr>
              <a:lstStyle/>
              <a:p>
                <a:r>
                  <a:rPr lang="nb-NO" sz="2400" dirty="0"/>
                  <a:t>Banksparing: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nb-NO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2400" i="1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nb-NO" sz="24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nb-NO" sz="2400" i="1">
                            <a:latin typeface="Cambria Math"/>
                          </a:rPr>
                          <m:t>=</m:t>
                        </m:r>
                        <m:r>
                          <a:rPr lang="nb-NO" sz="2400" i="1">
                            <a:latin typeface="Cambria Math"/>
                          </a:rPr>
                          <m:t>𝑌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nb-NO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sz="2400" i="1">
                                <a:latin typeface="Cambria Math"/>
                              </a:rPr>
                              <m:t>1+</m:t>
                            </m:r>
                            <m:r>
                              <a:rPr lang="nb-NO" sz="2400" i="1">
                                <a:latin typeface="Cambria Math"/>
                              </a:rPr>
                              <m:t>𝑟</m:t>
                            </m:r>
                            <m:r>
                              <a:rPr lang="nb-NO" sz="2400" i="1">
                                <a:latin typeface="Cambria Math"/>
                              </a:rPr>
                              <m:t>(1−</m:t>
                            </m:r>
                            <m:r>
                              <a:rPr lang="nb-NO" sz="24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nb-NO" sz="2400" i="1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nb-NO" sz="2400" dirty="0"/>
              </a:p>
              <a:p>
                <a:endParaRPr lang="nb-NO" dirty="0"/>
              </a:p>
              <a:p>
                <a:r>
                  <a:rPr lang="nb-NO" sz="2400" dirty="0"/>
                  <a:t>Sparing med skattekreditt: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nb-NO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nb-NO" sz="2400" i="1">
                        <a:latin typeface="Cambria Math"/>
                      </a:rPr>
                      <m:t>=</m:t>
                    </m:r>
                    <m:r>
                      <a:rPr lang="nb-NO" sz="2400" i="1">
                        <a:latin typeface="Cambria Math"/>
                      </a:rPr>
                      <m:t>𝑌</m:t>
                    </m:r>
                    <m:d>
                      <m:dPr>
                        <m:begChr m:val="["/>
                        <m:endChr m:val="]"/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nb-NO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nb-NO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b-NO" sz="2400" i="1">
                                    <a:latin typeface="Cambria Math"/>
                                  </a:rPr>
                                  <m:t>1+</m:t>
                                </m:r>
                                <m:r>
                                  <a:rPr lang="nb-NO" sz="2400" i="1">
                                    <a:latin typeface="Cambria Math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nb-NO" sz="2400" i="1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nb-NO" sz="2400" i="1" dirty="0"/>
              </a:p>
              <a:p>
                <a:endParaRPr lang="nb-NO" sz="2400" dirty="0"/>
              </a:p>
              <a:p>
                <a:pPr marL="0" indent="0">
                  <a:buNone/>
                </a:pPr>
                <a:r>
                  <a:rPr lang="nb-NO" sz="2400" dirty="0"/>
                  <a:t> Pensjonssparing: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nb-NO" sz="2400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nb-NO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nb-NO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b-NO" sz="2400" i="1">
                                <a:latin typeface="Cambria Math"/>
                              </a:rPr>
                              <m:t>𝑌</m:t>
                            </m:r>
                          </m:num>
                          <m:den>
                            <m:d>
                              <m:dPr>
                                <m:ctrlPr>
                                  <a:rPr lang="nb-NO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b-NO" sz="2400" i="1">
                                    <a:latin typeface="Cambria Math"/>
                                  </a:rPr>
                                  <m:t>1−</m:t>
                                </m:r>
                                <m:r>
                                  <a:rPr lang="nb-NO" sz="2400" i="1">
                                    <a:latin typeface="Cambria Math"/>
                                  </a:rPr>
                                  <m:t>𝑡</m:t>
                                </m:r>
                              </m:e>
                            </m:d>
                          </m:den>
                        </m:f>
                      </m:e>
                    </m:d>
                    <m:sSup>
                      <m:sSup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b-NO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sz="2400" i="1">
                                <a:latin typeface="Cambria Math"/>
                              </a:rPr>
                              <m:t>1+</m:t>
                            </m:r>
                            <m:r>
                              <a:rPr lang="nb-NO" sz="2400" i="1">
                                <a:latin typeface="Cambria Math"/>
                              </a:rPr>
                              <m:t>𝑟</m:t>
                            </m:r>
                          </m:e>
                        </m:d>
                      </m:e>
                      <m:sup>
                        <m:r>
                          <a:rPr lang="nb-NO" sz="2400" i="1">
                            <a:latin typeface="Cambria Math"/>
                          </a:rPr>
                          <m:t>𝑛</m:t>
                        </m:r>
                      </m:sup>
                    </m:sSup>
                    <m:d>
                      <m:d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sz="2400" i="1">
                            <a:latin typeface="Cambria Math"/>
                          </a:rPr>
                          <m:t>1−</m:t>
                        </m:r>
                        <m:r>
                          <a:rPr lang="nb-NO" sz="240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nb-NO" sz="24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sz="2400" i="1">
                            <a:latin typeface="Cambria Math"/>
                          </a:rPr>
                          <m:t>𝑌</m:t>
                        </m:r>
                        <m:r>
                          <a:rPr lang="nb-NO" sz="2400" i="1">
                            <a:latin typeface="Cambria Math"/>
                          </a:rPr>
                          <m:t>(1+</m:t>
                        </m:r>
                        <m:r>
                          <a:rPr lang="nb-NO" sz="2400" i="1">
                            <a:latin typeface="Cambria Math"/>
                          </a:rPr>
                          <m:t>𝑟</m:t>
                        </m:r>
                        <m:r>
                          <a:rPr lang="nb-NO" sz="2400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nb-NO" sz="2400" i="1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nb-NO" sz="2400" dirty="0"/>
              </a:p>
              <a:p>
                <a:endParaRPr lang="nb-NO" sz="2400" dirty="0"/>
              </a:p>
              <a:p>
                <a:r>
                  <a:rPr lang="nb-NO" sz="2400" dirty="0"/>
                  <a:t>Det kan vises at 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nb-NO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nb-NO" sz="2400" dirty="0"/>
                  <a:t> </a:t>
                </a:r>
              </a:p>
              <a:p>
                <a:endParaRPr lang="nb-NO" sz="2400" dirty="0"/>
              </a:p>
              <a:p>
                <a:pPr>
                  <a:buFont typeface="Arial" panose="020B0604020202020204" pitchFamily="34" charset="0"/>
                  <a:buChar char="→"/>
                </a:pPr>
                <a:r>
                  <a:rPr lang="nb-NO" sz="2400" dirty="0"/>
                  <a:t> Bedre med skattekreditt enn å betale skatt løpende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sz="24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nb-NO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nb-NO" sz="2400" dirty="0"/>
                  <a:t>) og  bedre med skattefradrag og skattekreditt enn bare skattekreditt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nb-NO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nb-NO" sz="24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nb-NO" sz="2400" dirty="0"/>
                  <a:t>) </a:t>
                </a:r>
                <a:r>
                  <a:rPr lang="nb-NO" sz="2400" dirty="0">
                    <a:solidFill>
                      <a:srgbClr val="FF0000"/>
                    </a:solidFill>
                  </a:rPr>
                  <a:t>så lenge t er konstant </a:t>
                </a:r>
                <a:r>
                  <a:rPr lang="nb-NO" sz="2400" dirty="0"/>
                  <a:t>(ikke endres over tid)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6082" y="1188343"/>
                <a:ext cx="9289032" cy="6120680"/>
              </a:xfrm>
              <a:blipFill>
                <a:blip r:embed="rId2"/>
                <a:stretch>
                  <a:fillRect l="-1903" t="-797" r="-394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19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6065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733"/>
    </mc:Choice>
    <mc:Fallback xmlns="">
      <p:transition spd="slow" advTm="6673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96082" y="442405"/>
                <a:ext cx="8496944" cy="917054"/>
              </a:xfrm>
            </p:spPr>
            <p:txBody>
              <a:bodyPr>
                <a:normAutofit/>
              </a:bodyPr>
              <a:lstStyle/>
              <a:p>
                <a:r>
                  <a:rPr lang="nb-NO" sz="2400" dirty="0"/>
                  <a:t>Hva hvis skatten endres over tid med pensjonssparing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8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nb-NO" sz="2800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b-NO" sz="24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6082" y="442405"/>
                <a:ext cx="8496944" cy="917054"/>
              </a:xfrm>
              <a:blipFill>
                <a:blip r:embed="rId3"/>
                <a:stretch>
                  <a:fillRect l="-2224" b="-20000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0058" y="1718826"/>
                <a:ext cx="9649072" cy="5358774"/>
              </a:xfrm>
            </p:spPr>
            <p:txBody>
              <a:bodyPr>
                <a:normAutofit/>
              </a:bodyPr>
              <a:lstStyle/>
              <a:p>
                <a:r>
                  <a:rPr lang="nb-NO" sz="2400" dirty="0">
                    <a:latin typeface="Cambria Math"/>
                  </a:rPr>
                  <a:t>Hvis skatten på pensjon er lavere i fremtiden enn nå, øker verdien av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nb-NO" sz="2400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nb-NO" sz="2400" dirty="0">
                  <a:latin typeface="Cambria Math"/>
                </a:endParaRPr>
              </a:p>
              <a:p>
                <a:endParaRPr lang="nb-NO" sz="2400" dirty="0">
                  <a:latin typeface="Cambria Math"/>
                </a:endParaRPr>
              </a:p>
              <a:p>
                <a:r>
                  <a:rPr lang="nb-NO" sz="2400" dirty="0">
                    <a:latin typeface="Cambria Math"/>
                  </a:rPr>
                  <a:t>Hvis skatten stiger i fremtiden faller verdien.</a:t>
                </a:r>
              </a:p>
              <a:p>
                <a:endParaRPr lang="nb-NO" sz="2400" dirty="0">
                  <a:latin typeface="Cambria Math"/>
                </a:endParaRPr>
              </a:p>
              <a:p>
                <a:r>
                  <a:rPr lang="nb-NO" sz="2400" dirty="0">
                    <a:latin typeface="Cambria Math"/>
                  </a:rPr>
                  <a:t>Når vi tillater at skattene kan falle eller stige er uttrykket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nb-NO" sz="2400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endParaRPr lang="nb-NO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4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nb-NO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nb-NO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nb-NO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2400" i="1">
                              <a:latin typeface="Cambria Math"/>
                            </a:rPr>
                            <m:t>𝑌</m:t>
                          </m:r>
                        </m:num>
                        <m:den>
                          <m:d>
                            <m:dPr>
                              <m:ctrlPr>
                                <a:rPr lang="nb-NO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sz="2400" i="1">
                                  <a:latin typeface="Cambria Math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nb-NO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sz="2400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nb-NO" sz="24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p>
                        <m:sSupPr>
                          <m:ctrlPr>
                            <a:rPr lang="nb-NO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b-NO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sz="2400" i="1">
                                  <a:latin typeface="Cambria Math"/>
                                </a:rPr>
                                <m:t>1+</m:t>
                              </m:r>
                              <m:r>
                                <a:rPr lang="nb-NO" sz="2400" i="1"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nb-NO" sz="24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d>
                        <m:dPr>
                          <m:ctrlPr>
                            <a:rPr lang="nb-NO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sz="2400" i="1">
                              <a:latin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nb-NO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400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nb-NO" sz="24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nb-NO" sz="2400" dirty="0"/>
              </a:p>
              <a:p>
                <a:endParaRPr lang="nb-NO" sz="2400" dirty="0"/>
              </a:p>
              <a:p>
                <a:r>
                  <a:rPr lang="nb-NO" sz="2400" dirty="0"/>
                  <a:t>Vanskeligere å rangere sparealternativene nå fordi det avhenger av størrelsen på satsene.</a:t>
                </a:r>
              </a:p>
              <a:p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058" y="1718826"/>
                <a:ext cx="9649072" cy="5358774"/>
              </a:xfrm>
              <a:blipFill>
                <a:blip r:embed="rId4"/>
                <a:stretch>
                  <a:fillRect l="-1833" t="-1024" b="-569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20</a:t>
            </a:fld>
            <a:endParaRPr lang="nb-NO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901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8294"/>
    </mc:Choice>
    <mc:Fallback xmlns="">
      <p:transition spd="slow" advTm="1282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>
    <p:ext uri="{3A86A75C-4F4B-4683-9AE1-C65F6400EC91}">
      <p14:laserTraceLst xmlns:p14="http://schemas.microsoft.com/office/powerpoint/2010/main">
        <p14:tracePtLst>
          <p14:tracePt t="21532" x="3116263" y="7443788"/>
          <p14:tracePt t="21540" x="3125788" y="7307263"/>
          <p14:tracePt t="21547" x="3128963" y="7170738"/>
          <p14:tracePt t="21555" x="3128963" y="7008813"/>
          <p14:tracePt t="21564" x="3128963" y="6851650"/>
          <p14:tracePt t="21571" x="3125788" y="6691313"/>
          <p14:tracePt t="21580" x="3113088" y="6500813"/>
          <p14:tracePt t="21587" x="3084513" y="6319838"/>
          <p14:tracePt t="21596" x="3051175" y="6142038"/>
          <p14:tracePt t="21604" x="3013075" y="5969000"/>
          <p14:tracePt t="21611" x="2971800" y="5786438"/>
          <p14:tracePt t="21619" x="2927350" y="5608638"/>
          <p14:tracePt t="21628" x="2878138" y="5427663"/>
          <p14:tracePt t="21636" x="2827338" y="5249863"/>
          <p14:tracePt t="21644" x="2774950" y="5076825"/>
          <p14:tracePt t="21652" x="2716213" y="4919663"/>
          <p14:tracePt t="21657" x="2654300" y="4746625"/>
          <p14:tracePt t="21669" x="2605088" y="4610100"/>
          <p14:tracePt t="21676" x="2568575" y="4473575"/>
          <p14:tracePt t="21686" x="2527300" y="4349750"/>
          <p14:tracePt t="21691" x="2481263" y="4221163"/>
          <p14:tracePt t="21702" x="2444750" y="4125913"/>
          <p14:tracePt t="21705" x="2414588" y="4022725"/>
          <p14:tracePt t="21716" x="2382838" y="3948113"/>
          <p14:tracePt t="21724" x="2357438" y="3865563"/>
          <p14:tracePt t="21730" x="2332038" y="3792538"/>
          <p14:tracePt t="21737" x="2316163" y="3749675"/>
          <p14:tracePt t="21749" x="2295525" y="3725863"/>
          <p14:tracePt t="21754" x="2270125" y="3679825"/>
          <p14:tracePt t="21762" x="2259013" y="3656013"/>
          <p14:tracePt t="21770" x="2246313" y="3630613"/>
          <p14:tracePt t="21778" x="2233613" y="3617913"/>
          <p14:tracePt t="21785" x="2233613" y="3605213"/>
          <p14:tracePt t="21794" x="2228850" y="3594100"/>
          <p14:tracePt t="21801" x="2228850" y="3589338"/>
          <p14:tracePt t="21818" x="2228850" y="3581400"/>
          <p14:tracePt t="21835" x="2228850" y="3576638"/>
          <p14:tracePt t="21843" x="2228850" y="3568700"/>
          <p14:tracePt t="21858" x="2228850" y="3556000"/>
          <p14:tracePt t="21866" x="2228850" y="3552825"/>
          <p14:tracePt t="21874" x="2233613" y="3532188"/>
          <p14:tracePt t="21884" x="2238375" y="3519488"/>
          <p14:tracePt t="21902" x="2259013" y="3465513"/>
          <p14:tracePt t="21908" x="2262188" y="3444875"/>
          <p14:tracePt t="21914" x="2274888" y="3395663"/>
          <p14:tracePt t="21923" x="2282825" y="3346450"/>
          <p14:tracePt t="21932" x="2295525" y="3308350"/>
          <p14:tracePt t="21938" x="2300288" y="3241675"/>
          <p14:tracePt t="21946" x="2308225" y="3168650"/>
          <p14:tracePt t="21953" x="2311400" y="3097213"/>
          <p14:tracePt t="21962" x="2320925" y="3019425"/>
          <p14:tracePt t="21971" x="2324100" y="2944813"/>
          <p14:tracePt t="21981" x="2324100" y="2846388"/>
          <p14:tracePt t="21986" x="2324100" y="2751138"/>
          <p14:tracePt t="21997" x="2324100" y="2663825"/>
          <p14:tracePt t="22004" x="2324100" y="2586038"/>
          <p14:tracePt t="22010" x="2332038" y="2490788"/>
          <p14:tracePt t="22018" x="2332038" y="2416175"/>
          <p14:tracePt t="22028" x="2332038" y="2362200"/>
          <p14:tracePt t="22035" x="2332038" y="2279650"/>
          <p14:tracePt t="22042" x="2332038" y="2225675"/>
          <p14:tracePt t="22052" x="2332038" y="2176463"/>
          <p14:tracePt t="22058" x="2332038" y="2119313"/>
          <p14:tracePt t="22066" x="2332038" y="2081213"/>
          <p14:tracePt t="22076" x="2332038" y="2032000"/>
          <p14:tracePt t="22082" x="2328863" y="2016125"/>
          <p14:tracePt t="22090" x="2328863" y="1978025"/>
          <p14:tracePt t="22098" x="2328863" y="1944688"/>
          <p14:tracePt t="22108" x="2320925" y="1916113"/>
          <p14:tracePt t="22114" x="2316163" y="1882775"/>
          <p14:tracePt t="22124" x="2308225" y="1854200"/>
          <p14:tracePt t="22130" x="2308225" y="1830388"/>
          <p14:tracePt t="22137" x="2295525" y="1809750"/>
          <p14:tracePt t="22147" x="2290763" y="1797050"/>
          <p14:tracePt t="22156" x="2282825" y="1779588"/>
          <p14:tracePt t="22164" x="2279650" y="1768475"/>
          <p14:tracePt t="22170" x="2266950" y="1747838"/>
          <p14:tracePt t="22178" x="2259013" y="1735138"/>
          <p14:tracePt t="22187" x="2246313" y="1730375"/>
          <p14:tracePt t="22196" x="2241550" y="1717675"/>
          <p14:tracePt t="22202" x="2233613" y="1709738"/>
          <p14:tracePt t="22212" x="2228850" y="1709738"/>
          <p14:tracePt t="22231" x="2220913" y="1706563"/>
          <p14:tracePt t="22242" x="2217738" y="1706563"/>
          <p14:tracePt t="22250" x="2208213" y="1706563"/>
          <p14:tracePt t="22262" x="2197100" y="1714500"/>
          <p14:tracePt t="22274" x="2166938" y="1751013"/>
          <p14:tracePt t="22282" x="2155825" y="1771650"/>
          <p14:tracePt t="22289" x="2135188" y="1789113"/>
          <p14:tracePt t="22298" x="2130425" y="1809750"/>
          <p14:tracePt t="22305" x="2117725" y="1833563"/>
          <p14:tracePt t="22318" x="2109788" y="1858963"/>
          <p14:tracePt t="22330" x="2081213" y="1944688"/>
          <p14:tracePt t="22337" x="2073275" y="1974850"/>
          <p14:tracePt t="22348" x="2068513" y="1998663"/>
          <p14:tracePt t="22355" x="2060575" y="2019300"/>
          <p14:tracePt t="22362" x="2060575" y="2032000"/>
          <p14:tracePt t="22369" x="2055813" y="2044700"/>
          <p14:tracePt t="22380" x="2055813" y="2057400"/>
          <p14:tracePt t="22386" x="2055813" y="2060575"/>
          <p14:tracePt t="22394" x="2055813" y="2070100"/>
          <p14:tracePt t="22401" x="2055813" y="2081213"/>
          <p14:tracePt t="22410" x="2055813" y="2093913"/>
          <p14:tracePt t="22418" x="2055813" y="2106613"/>
          <p14:tracePt t="22426" x="2055813" y="2119313"/>
          <p14:tracePt t="22434" x="2055813" y="2132013"/>
          <p14:tracePt t="22444" x="2055813" y="2143125"/>
          <p14:tracePt t="22449" x="2055813" y="2147888"/>
          <p14:tracePt t="22465" x="2060575" y="2155825"/>
          <p14:tracePt t="22554" x="2060575" y="2160588"/>
          <p14:tracePt t="22559" x="2060575" y="2168525"/>
          <p14:tracePt t="22577" x="2060575" y="2181225"/>
          <p14:tracePt t="22584" x="2060575" y="2184400"/>
          <p14:tracePt t="22601" x="2060575" y="2193925"/>
          <p14:tracePt t="22610" x="2060575" y="2197100"/>
          <p14:tracePt t="22617" x="2060575" y="2205038"/>
          <p14:tracePt t="22623" x="2060575" y="2209800"/>
          <p14:tracePt t="22632" x="2063750" y="2222500"/>
          <p14:tracePt t="22642" x="2063750" y="2230438"/>
          <p14:tracePt t="22649" x="2063750" y="2243138"/>
          <p14:tracePt t="22658" x="2073275" y="2255838"/>
          <p14:tracePt t="22664" x="2073275" y="2266950"/>
          <p14:tracePt t="22672" x="2076450" y="2279650"/>
          <p14:tracePt t="22680" x="2084388" y="2284413"/>
          <p14:tracePt t="22687" x="2089150" y="2292350"/>
          <p14:tracePt t="22698" x="2097088" y="2305050"/>
          <p14:tracePt t="22703" x="2101850" y="2308225"/>
          <p14:tracePt t="22714" x="2101850" y="2320925"/>
          <p14:tracePt t="22720" x="2109788" y="2328863"/>
          <p14:tracePt t="22728" x="2114550" y="2333625"/>
          <p14:tracePt t="22735" x="2122488" y="2333625"/>
          <p14:tracePt t="22744" x="2122488" y="2341563"/>
          <p14:tracePt t="22770" x="2125663" y="2341563"/>
          <p14:tracePt t="22800" x="2135188" y="2341563"/>
          <p14:tracePt t="22839" x="2138363" y="2341563"/>
          <p14:tracePt t="22855" x="2146300" y="2341563"/>
          <p14:tracePt t="22871" x="2151063" y="2341563"/>
          <p14:tracePt t="22888" x="2159000" y="2341563"/>
          <p14:tracePt t="22896" x="2163763" y="2341563"/>
          <p14:tracePt t="22919" x="2171700" y="2338388"/>
          <p14:tracePt t="22936" x="2176463" y="2338388"/>
          <p14:tracePt t="22944" x="2176463" y="2328863"/>
          <p14:tracePt t="22952" x="2184400" y="2325688"/>
          <p14:tracePt t="22960" x="2184400" y="2317750"/>
          <p14:tracePt t="22969" x="2187575" y="2312988"/>
          <p14:tracePt t="22976" x="2187575" y="2300288"/>
          <p14:tracePt t="22984" x="2187575" y="2292350"/>
          <p14:tracePt t="22993" x="2187575" y="2279650"/>
          <p14:tracePt t="23000" x="2187575" y="2263775"/>
          <p14:tracePt t="23008" x="2187575" y="2255838"/>
          <p14:tracePt t="23016" x="2187575" y="2251075"/>
          <p14:tracePt t="23032" x="2187575" y="2243138"/>
          <p14:tracePt t="23048" x="2187575" y="2238375"/>
          <p14:tracePt t="23072" x="2184400" y="2238375"/>
          <p14:tracePt t="23087" x="2179638" y="2230438"/>
          <p14:tracePt t="23096" x="2171700" y="2230438"/>
          <p14:tracePt t="23104" x="2166938" y="2230438"/>
          <p14:tracePt t="23112" x="2155825" y="2230438"/>
          <p14:tracePt t="23127" x="2143125" y="2230438"/>
          <p14:tracePt t="23136" x="2135188" y="2230438"/>
          <p14:tracePt t="23144" x="2130425" y="2230438"/>
          <p14:tracePt t="23153" x="2122488" y="2230438"/>
          <p14:tracePt t="23162" x="2109788" y="2230438"/>
          <p14:tracePt t="23168" x="2105025" y="2235200"/>
          <p14:tracePt t="23177" x="2097088" y="2243138"/>
          <p14:tracePt t="23184" x="2084388" y="2246313"/>
          <p14:tracePt t="23192" x="2081213" y="2255838"/>
          <p14:tracePt t="23200" x="2073275" y="2259013"/>
          <p14:tracePt t="23208" x="2068513" y="2266950"/>
          <p14:tracePt t="23216" x="2055813" y="2271713"/>
          <p14:tracePt t="23223" x="2047875" y="2284413"/>
          <p14:tracePt t="23232" x="2047875" y="2297113"/>
          <p14:tracePt t="23240" x="2043113" y="2305050"/>
          <p14:tracePt t="23248" x="2035175" y="2308225"/>
          <p14:tracePt t="23264" x="2035175" y="2317750"/>
          <p14:tracePt t="23383" x="2047875" y="2317750"/>
          <p14:tracePt t="23390" x="2060575" y="2317750"/>
          <p14:tracePt t="23397" x="2063750" y="2317750"/>
          <p14:tracePt t="23406" x="2073275" y="2312988"/>
          <p14:tracePt t="23414" x="2084388" y="2312988"/>
          <p14:tracePt t="23423" x="2097088" y="2305050"/>
          <p14:tracePt t="23430" x="2101850" y="2300288"/>
          <p14:tracePt t="23445" x="2109788" y="2292350"/>
          <p14:tracePt t="23454" x="2114550" y="2287588"/>
          <p14:tracePt t="23472" x="2122488" y="2279650"/>
          <p14:tracePt t="23480" x="2122488" y="2276475"/>
          <p14:tracePt t="23488" x="2125663" y="2266950"/>
          <p14:tracePt t="23496" x="2125663" y="2263775"/>
          <p14:tracePt t="23503" x="2125663" y="2255838"/>
          <p14:tracePt t="23518" x="2125663" y="2251075"/>
          <p14:tracePt t="23574" x="2122488" y="2251075"/>
          <p14:tracePt t="23590" x="2117725" y="2251075"/>
          <p14:tracePt t="23597" x="2109788" y="2251075"/>
          <p14:tracePt t="23608" x="2105025" y="2251075"/>
          <p14:tracePt t="23614" x="2097088" y="2255838"/>
          <p14:tracePt t="23621" x="2084388" y="2259013"/>
          <p14:tracePt t="23630" x="2081213" y="2266950"/>
          <p14:tracePt t="23637" x="2073275" y="2279650"/>
          <p14:tracePt t="23648" x="2060575" y="2284413"/>
          <p14:tracePt t="23655" x="2055813" y="2292350"/>
          <p14:tracePt t="23662" x="2055813" y="2297113"/>
          <p14:tracePt t="23670" x="2055813" y="2308225"/>
          <p14:tracePt t="23679" x="2047875" y="2320925"/>
          <p14:tracePt t="23687" x="2047875" y="2328863"/>
          <p14:tracePt t="23695" x="2047875" y="2333625"/>
          <p14:tracePt t="23710" x="2047875" y="2346325"/>
          <p14:tracePt t="23725" x="2047875" y="2354263"/>
          <p14:tracePt t="23742" x="2052638" y="2359025"/>
          <p14:tracePt t="23751" x="2060575" y="2359025"/>
          <p14:tracePt t="23757" x="2060575" y="2366963"/>
          <p14:tracePt t="23766" x="2063750" y="2366963"/>
          <p14:tracePt t="23773" x="2073275" y="2366963"/>
          <p14:tracePt t="23782" x="2076450" y="2366963"/>
          <p14:tracePt t="23798" x="2089150" y="2366963"/>
          <p14:tracePt t="23805" x="2097088" y="2366963"/>
          <p14:tracePt t="23814" x="2101850" y="2362200"/>
          <p14:tracePt t="23822" x="2109788" y="2354263"/>
          <p14:tracePt t="23830" x="2125663" y="2341563"/>
          <p14:tracePt t="23838" x="2138363" y="2325688"/>
          <p14:tracePt t="23845" x="2151063" y="2312988"/>
          <p14:tracePt t="23854" x="2163763" y="2287588"/>
          <p14:tracePt t="23862" x="2176463" y="2263775"/>
          <p14:tracePt t="23870" x="2187575" y="2243138"/>
          <p14:tracePt t="23878" x="2200275" y="2225675"/>
          <p14:tracePt t="23889" x="2208213" y="2214563"/>
          <p14:tracePt t="23894" x="2212975" y="2189163"/>
          <p14:tracePt t="23902" x="2220913" y="2168525"/>
          <p14:tracePt t="23909" x="2225675" y="2155825"/>
          <p14:tracePt t="23918" x="2233613" y="2139950"/>
          <p14:tracePt t="23925" x="2238375" y="2127250"/>
          <p14:tracePt t="23934" x="2238375" y="2106613"/>
          <p14:tracePt t="23942" x="2246313" y="2093913"/>
          <p14:tracePt t="23950" x="2246313" y="2078038"/>
          <p14:tracePt t="23958" x="2246313" y="2070100"/>
          <p14:tracePt t="23965" x="2246313" y="2057400"/>
          <p14:tracePt t="23973" x="2246313" y="2044700"/>
          <p14:tracePt t="23982" x="2246313" y="2032000"/>
          <p14:tracePt t="23990" x="2246313" y="2019300"/>
          <p14:tracePt t="23998" x="2246313" y="2008188"/>
          <p14:tracePt t="24006" x="2246313" y="2003425"/>
          <p14:tracePt t="24014" x="2241550" y="2003425"/>
          <p14:tracePt t="24021" x="2233613" y="1995488"/>
          <p14:tracePt t="24030" x="2233613" y="1990725"/>
          <p14:tracePt t="24037" x="2220913" y="1982788"/>
          <p14:tracePt t="24046" x="2217738" y="1970088"/>
          <p14:tracePt t="24053" x="2208213" y="1965325"/>
          <p14:tracePt t="24062" x="2197100" y="1957388"/>
          <p14:tracePt t="24070" x="2184400" y="1957388"/>
          <p14:tracePt t="24078" x="2171700" y="1944688"/>
          <p14:tracePt t="24087" x="2155825" y="1941513"/>
          <p14:tracePt t="24094" x="2135188" y="1928813"/>
          <p14:tracePt t="24103" x="2117725" y="1920875"/>
          <p14:tracePt t="24110" x="2097088" y="1916113"/>
          <p14:tracePt t="24118" x="2068513" y="1908175"/>
          <p14:tracePt t="24128" x="2055813" y="1903413"/>
          <p14:tracePt t="24136" x="2035175" y="1892300"/>
          <p14:tracePt t="24141" x="2019300" y="1882775"/>
          <p14:tracePt t="24150" x="2006600" y="1879600"/>
          <p14:tracePt t="24157" x="1993900" y="1871663"/>
          <p14:tracePt t="24166" x="1973263" y="1866900"/>
          <p14:tracePt t="24173" x="1957388" y="1858963"/>
          <p14:tracePt t="24182" x="1936750" y="1854200"/>
          <p14:tracePt t="24188" x="1898650" y="1841500"/>
          <p14:tracePt t="24196" x="1874838" y="1830388"/>
          <p14:tracePt t="24205" x="1844675" y="1830388"/>
          <p14:tracePt t="24213" x="1824038" y="1817688"/>
          <p14:tracePt t="24220" x="1808163" y="1817688"/>
          <p14:tracePt t="24230" x="1787525" y="1817688"/>
          <p14:tracePt t="24237" x="1774825" y="1809750"/>
          <p14:tracePt t="24244" x="1762125" y="1804988"/>
          <p14:tracePt t="24256" x="1758950" y="1804988"/>
          <p14:tracePt t="24260" x="1751013" y="1804988"/>
          <p14:tracePt t="24267" x="1746250" y="1804988"/>
          <p14:tracePt t="24284" x="1738313" y="1804988"/>
          <p14:tracePt t="24291" x="1733550" y="1804988"/>
          <p14:tracePt t="24307" x="1725613" y="1812925"/>
          <p14:tracePt t="24316" x="1712913" y="1820863"/>
          <p14:tracePt t="24323" x="1709738" y="1825625"/>
          <p14:tracePt t="24332" x="1697038" y="1833563"/>
          <p14:tracePt t="24340" x="1684338" y="1838325"/>
          <p14:tracePt t="24348" x="1671638" y="1858963"/>
          <p14:tracePt t="24355" x="1651000" y="1871663"/>
          <p14:tracePt t="24364" x="1638300" y="1882775"/>
          <p14:tracePt t="24371" x="1635125" y="1900238"/>
          <p14:tracePt t="24380" x="1622425" y="1908175"/>
          <p14:tracePt t="24388" x="1609725" y="1924050"/>
          <p14:tracePt t="24396" x="1597025" y="1944688"/>
          <p14:tracePt t="24403" x="1585913" y="1957388"/>
          <p14:tracePt t="24412" x="1573213" y="1974850"/>
          <p14:tracePt t="24422" x="1573213" y="1985963"/>
          <p14:tracePt t="24429" x="1565275" y="2008188"/>
          <p14:tracePt t="24436" x="1560513" y="2019300"/>
          <p14:tracePt t="24444" x="1552575" y="2036763"/>
          <p14:tracePt t="24451" x="1552575" y="2057400"/>
          <p14:tracePt t="24461" x="1552575" y="2073275"/>
          <p14:tracePt t="24467" x="1552575" y="2093913"/>
          <p14:tracePt t="24476" x="1552575" y="2119313"/>
          <p14:tracePt t="24484" x="1552575" y="2135188"/>
          <p14:tracePt t="24492" x="1555750" y="2155825"/>
          <p14:tracePt t="24500" x="1555750" y="2173288"/>
          <p14:tracePt t="24508" x="1565275" y="2184400"/>
          <p14:tracePt t="24516" x="1565275" y="2197100"/>
          <p14:tracePt t="24524" x="1568450" y="2222500"/>
          <p14:tracePt t="24532" x="1576388" y="2235200"/>
          <p14:tracePt t="24540" x="1581150" y="2246313"/>
          <p14:tracePt t="24549" x="1581150" y="2259013"/>
          <p14:tracePt t="24558" x="1593850" y="2271713"/>
          <p14:tracePt t="24564" x="1593850" y="2284413"/>
          <p14:tracePt t="24572" x="1601788" y="2297113"/>
          <p14:tracePt t="24580" x="1606550" y="2305050"/>
          <p14:tracePt t="24588" x="1617663" y="2317750"/>
          <p14:tracePt t="24596" x="1627188" y="2320925"/>
          <p14:tracePt t="24604" x="1630363" y="2333625"/>
          <p14:tracePt t="24612" x="1643063" y="2341563"/>
          <p14:tracePt t="24620" x="1651000" y="2346325"/>
          <p14:tracePt t="24628" x="1655763" y="2354263"/>
          <p14:tracePt t="24636" x="1668463" y="2366963"/>
          <p14:tracePt t="24646" x="1676400" y="2370138"/>
          <p14:tracePt t="24654" x="1689100" y="2379663"/>
          <p14:tracePt t="24660" x="1700213" y="2390775"/>
          <p14:tracePt t="24667" x="1712913" y="2395538"/>
          <p14:tracePt t="24677" x="1717675" y="2408238"/>
          <p14:tracePt t="24684" x="1730375" y="2420938"/>
          <p14:tracePt t="24692" x="1741488" y="2428875"/>
          <p14:tracePt t="24700" x="1754188" y="2441575"/>
          <p14:tracePt t="24707" x="1774825" y="2444750"/>
          <p14:tracePt t="24716" x="1787525" y="2457450"/>
          <p14:tracePt t="24724" x="1803400" y="2470150"/>
          <p14:tracePt t="24732" x="1824038" y="2478088"/>
          <p14:tracePt t="24740" x="1841500" y="2482850"/>
          <p14:tracePt t="24749" x="1854200" y="2490788"/>
          <p14:tracePt t="24757" x="1874838" y="2503488"/>
          <p14:tracePt t="24764" x="1887538" y="2506663"/>
          <p14:tracePt t="24772" x="1903413" y="2506663"/>
          <p14:tracePt t="24780" x="1924050" y="2516188"/>
          <p14:tracePt t="24787" x="1949450" y="2519363"/>
          <p14:tracePt t="24796" x="1965325" y="2519363"/>
          <p14:tracePt t="24804" x="1985963" y="2519363"/>
          <p14:tracePt t="24812" x="1998663" y="2519363"/>
          <p14:tracePt t="24821" x="2014538" y="2519363"/>
          <p14:tracePt t="24828" x="2027238" y="2519363"/>
          <p14:tracePt t="24835" x="2039938" y="2516188"/>
          <p14:tracePt t="24844" x="2060575" y="2503488"/>
          <p14:tracePt t="24851" x="2073275" y="2490788"/>
          <p14:tracePt t="24860" x="2084388" y="2486025"/>
          <p14:tracePt t="24867" x="2097088" y="2478088"/>
          <p14:tracePt t="24876" x="2101850" y="2465388"/>
          <p14:tracePt t="24884" x="2114550" y="2462213"/>
          <p14:tracePt t="24891" x="2122488" y="2449513"/>
          <p14:tracePt t="24904" x="2135188" y="2441575"/>
          <p14:tracePt t="24907" x="2146300" y="2428875"/>
          <p14:tracePt t="24916" x="2151063" y="2424113"/>
          <p14:tracePt t="24924" x="2151063" y="2416175"/>
          <p14:tracePt t="24932" x="2159000" y="2416175"/>
          <p14:tracePt t="24940" x="2159000" y="2411413"/>
          <p14:tracePt t="24948" x="2159000" y="2403475"/>
          <p14:tracePt t="25818" x="2163763" y="2403475"/>
          <p14:tracePt t="25823" x="2171700" y="2403475"/>
          <p14:tracePt t="25832" x="2184400" y="2416175"/>
          <p14:tracePt t="25840" x="2200275" y="2432050"/>
          <p14:tracePt t="25848" x="2212975" y="2441575"/>
          <p14:tracePt t="25856" x="2233613" y="2454275"/>
          <p14:tracePt t="25864" x="2249488" y="2465388"/>
          <p14:tracePt t="25871" x="2262188" y="2478088"/>
          <p14:tracePt t="25880" x="2287588" y="2495550"/>
          <p14:tracePt t="25888" x="2311400" y="2506663"/>
          <p14:tracePt t="25896" x="2344738" y="2519363"/>
          <p14:tracePt t="25906" x="2386013" y="2519363"/>
          <p14:tracePt t="25912" x="2424113" y="2532063"/>
          <p14:tracePt t="25920" x="2468563" y="2540000"/>
          <p14:tracePt t="25930" x="2506663" y="2544763"/>
          <p14:tracePt t="25936" x="2543175" y="2557463"/>
          <p14:tracePt t="25947" x="2579688" y="2557463"/>
          <p14:tracePt t="25952" x="2605088" y="2557463"/>
          <p14:tracePt t="25959" x="2630488" y="2552700"/>
          <p14:tracePt t="25968" x="2646363" y="2547938"/>
          <p14:tracePt t="25979" x="2667000" y="2536825"/>
          <p14:tracePt t="25984" x="2682875" y="2527300"/>
          <p14:tracePt t="25994" x="2708275" y="2516188"/>
          <p14:tracePt t="26000" x="2720975" y="2511425"/>
          <p14:tracePt t="26008" x="2741613" y="2503488"/>
          <p14:tracePt t="26018" x="2744788" y="2498725"/>
          <p14:tracePt t="26024" x="2757488" y="2490788"/>
          <p14:tracePt t="26034" x="2765425" y="2490788"/>
          <p14:tracePt t="26040" x="2770188" y="2486025"/>
          <p14:tracePt t="26048" x="2778125" y="2486025"/>
          <p14:tracePt t="26057" x="2782888" y="2478088"/>
          <p14:tracePt t="26064" x="2790825" y="2474913"/>
          <p14:tracePt t="26072" x="2803525" y="2465388"/>
          <p14:tracePt t="26080" x="2806700" y="2462213"/>
          <p14:tracePt t="26088" x="2827338" y="2449513"/>
          <p14:tracePt t="26098" x="2832100" y="2441575"/>
          <p14:tracePt t="26105" x="2857500" y="2436813"/>
          <p14:tracePt t="26112" x="2868613" y="2416175"/>
          <p14:tracePt t="26120" x="2894013" y="2411413"/>
          <p14:tracePt t="26127" x="2914650" y="2400300"/>
          <p14:tracePt t="26138" x="2930525" y="2387600"/>
          <p14:tracePt t="26144" x="2963863" y="2366963"/>
          <p14:tracePt t="26152" x="2992438" y="2349500"/>
          <p14:tracePt t="26160" x="3025775" y="2328863"/>
          <p14:tracePt t="26168" x="3051175" y="2312988"/>
          <p14:tracePt t="26175" x="3079750" y="2292350"/>
          <p14:tracePt t="26184" x="3100388" y="2279650"/>
          <p14:tracePt t="26193" x="3116263" y="2266950"/>
          <p14:tracePt t="26200" x="3141663" y="2255838"/>
          <p14:tracePt t="26208" x="3162300" y="2251075"/>
          <p14:tracePt t="26216" x="3175000" y="2238375"/>
          <p14:tracePt t="26223" x="3190875" y="2238375"/>
          <p14:tracePt t="26232" x="3200400" y="2230438"/>
          <p14:tracePt t="26240" x="3211513" y="2225675"/>
          <p14:tracePt t="26248" x="3224213" y="2225675"/>
          <p14:tracePt t="26256" x="3228975" y="2214563"/>
          <p14:tracePt t="26264" x="3241675" y="2214563"/>
          <p14:tracePt t="26272" x="3249613" y="2205038"/>
          <p14:tracePt t="26280" x="3252788" y="2205038"/>
          <p14:tracePt t="26289" x="3262313" y="2201863"/>
          <p14:tracePt t="26296" x="3265488" y="2193925"/>
          <p14:tracePt t="26304" x="3278188" y="2193925"/>
          <p14:tracePt t="26312" x="3286125" y="2189163"/>
          <p14:tracePt t="26320" x="3290888" y="2189163"/>
          <p14:tracePt t="26327" x="3303588" y="2176463"/>
          <p14:tracePt t="26336" x="3311525" y="2168525"/>
          <p14:tracePt t="26344" x="3314700" y="2163763"/>
          <p14:tracePt t="26352" x="3327400" y="2155825"/>
          <p14:tracePt t="26360" x="3335338" y="2143125"/>
          <p14:tracePt t="26368" x="3348038" y="2139950"/>
          <p14:tracePt t="26375" x="3352800" y="2127250"/>
          <p14:tracePt t="26384" x="3365500" y="2119313"/>
          <p14:tracePt t="26391" x="3365500" y="2114550"/>
          <p14:tracePt t="26400" x="3373438" y="2101850"/>
          <p14:tracePt t="26408" x="3376613" y="2093913"/>
          <p14:tracePt t="26416" x="3386138" y="2090738"/>
          <p14:tracePt t="26423" x="3386138" y="2081213"/>
          <p14:tracePt t="26432" x="3397250" y="2081213"/>
          <p14:tracePt t="26440" x="3397250" y="2078038"/>
          <p14:tracePt t="26448" x="3402013" y="2078038"/>
          <p14:tracePt t="26457" x="3402013" y="2070100"/>
          <p14:tracePt t="26463" x="3409950" y="2065338"/>
          <p14:tracePt t="26472" x="3414713" y="2065338"/>
          <p14:tracePt t="26480" x="3414713" y="2052638"/>
          <p14:tracePt t="26488" x="3422650" y="2052638"/>
          <p14:tracePt t="26496" x="3427413" y="2052638"/>
          <p14:tracePt t="26503" x="3427413" y="2044700"/>
          <p14:tracePt t="26520" x="3435350" y="2044700"/>
          <p14:tracePt t="26544" x="3438525" y="2039938"/>
          <p14:tracePt t="26552" x="3448050" y="2039938"/>
          <p14:tracePt t="26559" x="3451225" y="2032000"/>
          <p14:tracePt t="26575" x="3459163" y="2028825"/>
          <p14:tracePt t="26584" x="3463925" y="2028825"/>
          <p14:tracePt t="26591" x="3476625" y="2028825"/>
          <p14:tracePt t="26600" x="3484563" y="2019300"/>
          <p14:tracePt t="26608" x="3489325" y="2019300"/>
          <p14:tracePt t="26616" x="3497263" y="2019300"/>
          <p14:tracePt t="26623" x="3500438" y="2019300"/>
          <p14:tracePt t="26631" x="3509963" y="2019300"/>
          <p14:tracePt t="26640" x="3521075" y="2019300"/>
          <p14:tracePt t="26648" x="3538538" y="2032000"/>
          <p14:tracePt t="26656" x="3559175" y="2036763"/>
          <p14:tracePt t="26664" x="3582988" y="2057400"/>
          <p14:tracePt t="26672" x="3608388" y="2057400"/>
          <p14:tracePt t="26680" x="3636963" y="2070100"/>
          <p14:tracePt t="26688" x="3670300" y="2085975"/>
          <p14:tracePt t="26696" x="3698875" y="2098675"/>
          <p14:tracePt t="26704" x="3724275" y="2111375"/>
          <p14:tracePt t="26712" x="3744913" y="2122488"/>
          <p14:tracePt t="26720" x="3760788" y="2132013"/>
          <p14:tracePt t="26725" x="3786188" y="2135188"/>
          <p14:tracePt t="26734" x="3798888" y="2135188"/>
          <p14:tracePt t="26744" x="3819525" y="2135188"/>
          <p14:tracePt t="26750" x="3830638" y="2135188"/>
          <p14:tracePt t="26757" x="3835400" y="2135188"/>
          <p14:tracePt t="26766" x="3848100" y="2135188"/>
          <p14:tracePt t="26782" x="3856038" y="2135188"/>
          <p14:tracePt t="26798" x="3860800" y="2135188"/>
          <p14:tracePt t="26806" x="3868738" y="2132013"/>
          <p14:tracePt t="26813" x="3871913" y="2132013"/>
          <p14:tracePt t="26823" x="3881438" y="2127250"/>
          <p14:tracePt t="26830" x="3884613" y="2119313"/>
          <p14:tracePt t="26838" x="3892550" y="2119313"/>
          <p14:tracePt t="26846" x="3897313" y="2114550"/>
          <p14:tracePt t="26853" x="3910013" y="2106613"/>
          <p14:tracePt t="26862" x="3922713" y="2101850"/>
          <p14:tracePt t="26870" x="3943350" y="2093913"/>
          <p14:tracePt t="26878" x="3967163" y="2090738"/>
          <p14:tracePt t="26890" x="4005263" y="2090738"/>
          <p14:tracePt t="26893" x="4033838" y="2081213"/>
          <p14:tracePt t="26902" x="4067175" y="2081213"/>
          <p14:tracePt t="26910" x="4090988" y="2081213"/>
          <p14:tracePt t="26918" x="4108450" y="2078038"/>
          <p14:tracePt t="26925" x="4129088" y="2078038"/>
          <p14:tracePt t="26934" x="4140200" y="2078038"/>
          <p14:tracePt t="26942" x="4157663" y="2078038"/>
          <p14:tracePt t="26950" x="4165600" y="2078038"/>
          <p14:tracePt t="26957" x="4170363" y="2070100"/>
          <p14:tracePt t="26966" x="4178300" y="2070100"/>
          <p14:tracePt t="26982" x="4181475" y="2070100"/>
          <p14:tracePt t="27030" x="4181475" y="2065338"/>
          <p14:tracePt t="27038" x="4191000" y="2065338"/>
          <p14:tracePt t="27053" x="4191000" y="2057400"/>
          <p14:tracePt t="27062" x="4191000" y="2044700"/>
          <p14:tracePt t="27071" x="4191000" y="2032000"/>
          <p14:tracePt t="27078" x="4191000" y="2028825"/>
          <p14:tracePt t="27085" x="4191000" y="2019300"/>
          <p14:tracePt t="27093" x="4191000" y="2016125"/>
          <p14:tracePt t="27102" x="4191000" y="2008188"/>
          <p14:tracePt t="27110" x="4191000" y="2003425"/>
          <p14:tracePt t="27118" x="4191000" y="1990725"/>
          <p14:tracePt t="27125" x="4191000" y="1982788"/>
          <p14:tracePt t="27142" x="4186238" y="1978025"/>
          <p14:tracePt t="27149" x="4186238" y="1970088"/>
          <p14:tracePt t="27157" x="4178300" y="1970088"/>
          <p14:tracePt t="27166" x="4173538" y="1965325"/>
          <p14:tracePt t="27175" x="4165600" y="1965325"/>
          <p14:tracePt t="27182" x="4152900" y="1957388"/>
          <p14:tracePt t="27190" x="4149725" y="1957388"/>
          <p14:tracePt t="27198" x="4129088" y="1957388"/>
          <p14:tracePt t="27206" x="4116388" y="1954213"/>
          <p14:tracePt t="27214" x="4098925" y="1954213"/>
          <p14:tracePt t="27223" x="4075113" y="1954213"/>
          <p14:tracePt t="27230" x="4049713" y="1954213"/>
          <p14:tracePt t="27238" x="4029075" y="1944688"/>
          <p14:tracePt t="27246" x="4005263" y="1944688"/>
          <p14:tracePt t="27254" x="3979863" y="1944688"/>
          <p14:tracePt t="27262" x="3963988" y="1944688"/>
          <p14:tracePt t="27270" x="3943350" y="1944688"/>
          <p14:tracePt t="27277" x="3913188" y="1944688"/>
          <p14:tracePt t="27284" x="3868738" y="1944688"/>
          <p14:tracePt t="27294" x="3830638" y="1944688"/>
          <p14:tracePt t="27302" x="3789363" y="1944688"/>
          <p14:tracePt t="27309" x="3740150" y="1944688"/>
          <p14:tracePt t="27318" x="3695700" y="1944688"/>
          <p14:tracePt t="27325" x="3644900" y="1949450"/>
          <p14:tracePt t="27334" x="3603625" y="1949450"/>
          <p14:tracePt t="27341" x="3554413" y="1949450"/>
          <p14:tracePt t="27350" x="3521075" y="1962150"/>
          <p14:tracePt t="27358" x="3497263" y="1962150"/>
          <p14:tracePt t="27365" x="3468688" y="1970088"/>
          <p14:tracePt t="27372" x="3448050" y="1970088"/>
          <p14:tracePt t="27380" x="3430588" y="1974850"/>
          <p14:tracePt t="27388" x="3417888" y="1974850"/>
          <p14:tracePt t="27398" x="3409950" y="1974850"/>
          <p14:tracePt t="27407" x="3406775" y="1974850"/>
          <p14:tracePt t="27540" x="3397250" y="1974850"/>
          <p14:tracePt t="27558" x="3394075" y="1982788"/>
          <p14:tracePt t="27564" x="3386138" y="1982788"/>
          <p14:tracePt t="27572" x="3373438" y="1995488"/>
          <p14:tracePt t="27579" x="3368675" y="1998663"/>
          <p14:tracePt t="27587" x="3360738" y="2008188"/>
          <p14:tracePt t="27596" x="3348038" y="2011363"/>
          <p14:tracePt t="27604" x="3348038" y="2019300"/>
          <p14:tracePt t="27612" x="3344863" y="2019300"/>
          <p14:tracePt t="27620" x="3344863" y="2024063"/>
          <p14:tracePt t="27636" x="3344863" y="2032000"/>
          <p14:tracePt t="27652" x="3344863" y="2036763"/>
          <p14:tracePt t="27676" x="3344863" y="2044700"/>
          <p14:tracePt t="28601" x="3344863" y="2057400"/>
          <p14:tracePt t="28610" x="3344863" y="2060575"/>
          <p14:tracePt t="28618" x="3344863" y="2070100"/>
          <p14:tracePt t="28633" x="3348038" y="2073275"/>
          <p14:tracePt t="28639" x="3348038" y="2081213"/>
          <p14:tracePt t="28648" x="3352800" y="2085975"/>
          <p14:tracePt t="28657" x="3352800" y="2098675"/>
          <p14:tracePt t="28664" x="3352800" y="2106613"/>
          <p14:tracePt t="28672" x="3360738" y="2111375"/>
          <p14:tracePt t="28679" x="3360738" y="2119313"/>
          <p14:tracePt t="28688" x="3365500" y="2132013"/>
          <p14:tracePt t="28695" x="3373438" y="2143125"/>
          <p14:tracePt t="28703" x="3373438" y="2147888"/>
          <p14:tracePt t="28711" x="3386138" y="2160588"/>
          <p14:tracePt t="28720" x="3386138" y="2173288"/>
          <p14:tracePt t="28727" x="3389313" y="2184400"/>
          <p14:tracePt t="28736" x="3402013" y="2205038"/>
          <p14:tracePt t="28743" x="3409950" y="2217738"/>
          <p14:tracePt t="28752" x="3414713" y="2230438"/>
          <p14:tracePt t="28762" x="3414713" y="2235200"/>
          <p14:tracePt t="28768" x="3427413" y="2243138"/>
          <p14:tracePt t="28775" x="3427413" y="2246313"/>
          <p14:tracePt t="28784" x="3435350" y="2259013"/>
          <p14:tracePt t="28792" x="3438525" y="2259013"/>
          <p14:tracePt t="28800" x="3448050" y="2266950"/>
          <p14:tracePt t="28807" x="3459163" y="2271713"/>
          <p14:tracePt t="28815" x="3471863" y="2284413"/>
          <p14:tracePt t="28824" x="3489325" y="2284413"/>
          <p14:tracePt t="28834" x="3500438" y="2292350"/>
          <p14:tracePt t="28840" x="3525838" y="2305050"/>
          <p14:tracePt t="28848" x="3546475" y="2308225"/>
          <p14:tracePt t="28855" x="3571875" y="2317750"/>
          <p14:tracePt t="28864" x="3587750" y="2317750"/>
          <p14:tracePt t="28871" x="3608388" y="2320925"/>
          <p14:tracePt t="28880" x="3633788" y="2328863"/>
          <p14:tracePt t="28888" x="3644900" y="2328863"/>
          <p14:tracePt t="28907" x="3675063" y="2341563"/>
          <p14:tracePt t="28911" x="3695700" y="2341563"/>
          <p14:tracePt t="28920" x="3711575" y="2346325"/>
          <p14:tracePt t="28929" x="3732213" y="2346325"/>
          <p14:tracePt t="28940" x="3744913" y="2354263"/>
          <p14:tracePt t="28943" x="3760788" y="2359025"/>
          <p14:tracePt t="28954" x="3781425" y="2359025"/>
          <p14:tracePt t="28960" x="3794125" y="2359025"/>
          <p14:tracePt t="28968" x="3806825" y="2359025"/>
          <p14:tracePt t="28976" x="3819525" y="2359025"/>
          <p14:tracePt t="28984" x="3830638" y="2359025"/>
          <p14:tracePt t="28991" x="3843338" y="2359025"/>
          <p14:tracePt t="29000" x="3856038" y="2359025"/>
          <p14:tracePt t="29008" x="3868738" y="2366963"/>
          <p14:tracePt t="29016" x="3884613" y="2366963"/>
          <p14:tracePt t="29025" x="3905250" y="2366963"/>
          <p14:tracePt t="29032" x="3922713" y="2366963"/>
          <p14:tracePt t="29040" x="3943350" y="2366963"/>
          <p14:tracePt t="29048" x="3959225" y="2366963"/>
          <p14:tracePt t="29055" x="3979863" y="2366963"/>
          <p14:tracePt t="29064" x="3992563" y="2366963"/>
          <p14:tracePt t="29072" x="4005263" y="2366963"/>
          <p14:tracePt t="29080" x="4016375" y="2366963"/>
          <p14:tracePt t="29088" x="4029075" y="2362200"/>
          <p14:tracePt t="29096" x="4041775" y="2362200"/>
          <p14:tracePt t="29104" x="4057650" y="2362200"/>
          <p14:tracePt t="29112" x="4067175" y="2354263"/>
          <p14:tracePt t="29120" x="4078288" y="2341563"/>
          <p14:tracePt t="29127" x="4090988" y="2338388"/>
          <p14:tracePt t="29136" x="4103688" y="2325688"/>
          <p14:tracePt t="29144" x="4119563" y="2317750"/>
          <p14:tracePt t="29151" x="4132263" y="2305050"/>
          <p14:tracePt t="29159" x="4152900" y="2292350"/>
          <p14:tracePt t="29168" x="4165600" y="2287588"/>
          <p14:tracePt t="29177" x="4178300" y="2276475"/>
          <p14:tracePt t="29184" x="4194175" y="2266950"/>
          <p14:tracePt t="29192" x="4206875" y="2263775"/>
          <p14:tracePt t="29200" x="4219575" y="2255838"/>
          <p14:tracePt t="29208" x="4232275" y="2251075"/>
          <p14:tracePt t="29216" x="4232275" y="2243138"/>
          <p14:tracePt t="29224" x="4240213" y="2243138"/>
          <p14:tracePt t="29232" x="4243388" y="2238375"/>
          <p14:tracePt t="29240" x="4243388" y="2230438"/>
          <p14:tracePt t="29248" x="4252913" y="2230438"/>
          <p14:tracePt t="29256" x="4256088" y="2225675"/>
          <p14:tracePt t="29262" x="4256088" y="2214563"/>
          <p14:tracePt t="29273" x="4264025" y="2205038"/>
          <p14:tracePt t="29280" x="4268788" y="2201863"/>
          <p14:tracePt t="29288" x="4276725" y="2193925"/>
          <p14:tracePt t="29295" x="4276725" y="2189163"/>
          <p14:tracePt t="29304" x="4281488" y="2181225"/>
          <p14:tracePt t="29311" x="4281488" y="2168525"/>
          <p14:tracePt t="29318" x="4289425" y="2163763"/>
          <p14:tracePt t="29327" x="4289425" y="2155825"/>
          <p14:tracePt t="29334" x="4289425" y="2152650"/>
          <p14:tracePt t="29343" x="4294188" y="2143125"/>
          <p14:tracePt t="29350" x="4294188" y="2139950"/>
          <p14:tracePt t="29359" x="4294188" y="2132013"/>
          <p14:tracePt t="29366" x="4294188" y="2127250"/>
          <p14:tracePt t="29374" x="4294188" y="2119313"/>
          <p14:tracePt t="29382" x="4294188" y="2114550"/>
          <p14:tracePt t="29389" x="4294188" y="2106613"/>
          <p14:tracePt t="29406" x="4294188" y="2101850"/>
          <p14:tracePt t="29415" x="4294188" y="2093913"/>
          <p14:tracePt t="29422" x="4294188" y="2081213"/>
          <p14:tracePt t="29430" x="4294188" y="2078038"/>
          <p14:tracePt t="29438" x="4294188" y="2070100"/>
          <p14:tracePt t="29445" x="4294188" y="2065338"/>
          <p14:tracePt t="29454" x="4284663" y="2052638"/>
          <p14:tracePt t="29462" x="4276725" y="2044700"/>
          <p14:tracePt t="29471" x="4276725" y="2039938"/>
          <p14:tracePt t="29478" x="4264025" y="2032000"/>
          <p14:tracePt t="29486" x="4260850" y="2019300"/>
          <p14:tracePt t="29493" x="4248150" y="2016125"/>
          <p14:tracePt t="29502" x="4235450" y="2003425"/>
          <p14:tracePt t="29510" x="4214813" y="1995488"/>
          <p14:tracePt t="29518" x="4202113" y="1990725"/>
          <p14:tracePt t="29527" x="4191000" y="1982788"/>
          <p14:tracePt t="29534" x="4173538" y="1978025"/>
          <p14:tracePt t="29542" x="4160838" y="1970088"/>
          <p14:tracePt t="29550" x="4149725" y="1957388"/>
          <p14:tracePt t="29558" x="4137025" y="1957388"/>
          <p14:tracePt t="29566" x="4124325" y="1954213"/>
          <p14:tracePt t="29574" x="4111625" y="1941513"/>
          <p14:tracePt t="29582" x="4090988" y="1941513"/>
          <p14:tracePt t="29589" x="4078288" y="1933575"/>
          <p14:tracePt t="29600" x="4067175" y="1933575"/>
          <p14:tracePt t="29606" x="4062413" y="1933575"/>
          <p14:tracePt t="29614" x="4049713" y="1928813"/>
          <p14:tracePt t="29621" x="4041775" y="1928813"/>
          <p14:tracePt t="29631" x="4029075" y="1920875"/>
          <p14:tracePt t="29638" x="4025900" y="1920875"/>
          <p14:tracePt t="29647" x="4013200" y="1920875"/>
          <p14:tracePt t="29654" x="4000500" y="1920875"/>
          <p14:tracePt t="29662" x="3987800" y="1920875"/>
          <p14:tracePt t="29670" x="3979863" y="1916113"/>
          <p14:tracePt t="29678" x="3967163" y="1916113"/>
          <p14:tracePt t="29686" x="3954463" y="1916113"/>
          <p14:tracePt t="29694" x="3951288" y="1916113"/>
          <p14:tracePt t="29704" x="3938588" y="1916113"/>
          <p14:tracePt t="29710" x="3925888" y="1916113"/>
          <p14:tracePt t="29718" x="3913188" y="1916113"/>
          <p14:tracePt t="29725" x="3892550" y="1916113"/>
          <p14:tracePt t="29733" x="3881438" y="1916113"/>
          <p14:tracePt t="29742" x="3868738" y="1916113"/>
          <p14:tracePt t="29750" x="3851275" y="1920875"/>
          <p14:tracePt t="29760" x="3840163" y="1920875"/>
          <p14:tracePt t="29767" x="3827463" y="1920875"/>
          <p14:tracePt t="29774" x="3814763" y="1920875"/>
          <p14:tracePt t="29782" x="3802063" y="1920875"/>
          <p14:tracePt t="29790" x="3789363" y="1920875"/>
          <p14:tracePt t="29798" x="3781425" y="1924050"/>
          <p14:tracePt t="29806" x="3765550" y="1924050"/>
          <p14:tracePt t="29814" x="3757613" y="1924050"/>
          <p14:tracePt t="29822" x="3744913" y="1924050"/>
          <p14:tracePt t="29829" x="3740150" y="1933575"/>
          <p14:tracePt t="29838" x="3727450" y="1933575"/>
          <p14:tracePt t="29845" x="3719513" y="1936750"/>
          <p14:tracePt t="29854" x="3706813" y="1944688"/>
          <p14:tracePt t="29861" x="3703638" y="1944688"/>
          <p14:tracePt t="29870" x="3695700" y="1949450"/>
          <p14:tracePt t="29878" x="3690938" y="1949450"/>
          <p14:tracePt t="29886" x="3683000" y="1957388"/>
          <p14:tracePt t="29894" x="3678238" y="1957388"/>
          <p14:tracePt t="29910" x="3665538" y="1962150"/>
          <p14:tracePt t="29926" x="3657600" y="1970088"/>
          <p14:tracePt t="29934" x="3654425" y="1970088"/>
          <p14:tracePt t="29942" x="3644900" y="1974850"/>
          <p14:tracePt t="29960" x="3641725" y="1982788"/>
          <p14:tracePt t="29963" x="3633788" y="1985963"/>
          <p14:tracePt t="29972" x="3629025" y="1995488"/>
          <p14:tracePt t="29980" x="3621088" y="1995488"/>
          <p14:tracePt t="29988" x="3616325" y="2008188"/>
          <p14:tracePt t="29996" x="3608388" y="2008188"/>
          <p14:tracePt t="30005" x="3603625" y="2019300"/>
          <p14:tracePt t="30012" x="3595688" y="2024063"/>
          <p14:tracePt t="30020" x="3592513" y="2036763"/>
          <p14:tracePt t="30027" x="3579813" y="2044700"/>
          <p14:tracePt t="30036" x="3571875" y="2057400"/>
          <p14:tracePt t="30044" x="3567113" y="2060575"/>
          <p14:tracePt t="30054" x="3559175" y="2073275"/>
          <p14:tracePt t="30061" x="3559175" y="2081213"/>
          <p14:tracePt t="30070" x="3546475" y="2093913"/>
          <p14:tracePt t="30076" x="3546475" y="2106613"/>
          <p14:tracePt t="30084" x="3541713" y="2111375"/>
          <p14:tracePt t="30092" x="3533775" y="2122488"/>
          <p14:tracePt t="30099" x="3533775" y="2135188"/>
          <p14:tracePt t="30109" x="3530600" y="2143125"/>
          <p14:tracePt t="30116" x="3521075" y="2160588"/>
          <p14:tracePt t="30124" x="3517900" y="2168525"/>
          <p14:tracePt t="30132" x="3517900" y="2181225"/>
          <p14:tracePt t="30139" x="3517900" y="2184400"/>
          <p14:tracePt t="30149" x="3509963" y="2193925"/>
          <p14:tracePt t="30156" x="3509963" y="2205038"/>
          <p14:tracePt t="30164" x="3505200" y="2209800"/>
          <p14:tracePt t="30172" x="3505200" y="2217738"/>
          <p14:tracePt t="30179" x="3505200" y="2230438"/>
          <p14:tracePt t="30195" x="3505200" y="2235200"/>
          <p14:tracePt t="30204" x="3505200" y="2243138"/>
          <p14:tracePt t="30212" x="3497263" y="2246313"/>
          <p14:tracePt t="30220" x="3497263" y="2255838"/>
          <p14:tracePt t="30236" x="3497263" y="2259013"/>
          <p14:tracePt t="30251" x="3497263" y="2266950"/>
          <p14:tracePt t="30268" x="3497263" y="2271713"/>
          <p14:tracePt t="30276" x="3497263" y="2279650"/>
          <p14:tracePt t="30284" x="3497263" y="2284413"/>
          <p14:tracePt t="30293" x="3500438" y="2292350"/>
          <p14:tracePt t="30300" x="3500438" y="2297113"/>
          <p14:tracePt t="30308" x="3509963" y="2305050"/>
          <p14:tracePt t="30316" x="3513138" y="2308225"/>
          <p14:tracePt t="30324" x="3521075" y="2317750"/>
          <p14:tracePt t="30333" x="3533775" y="2320925"/>
          <p14:tracePt t="30339" x="3546475" y="2320925"/>
          <p14:tracePt t="30349" x="3559175" y="2328863"/>
          <p14:tracePt t="30356" x="3571875" y="2328863"/>
          <p14:tracePt t="30364" x="3582988" y="2328863"/>
          <p14:tracePt t="30372" x="3600450" y="2328863"/>
          <p14:tracePt t="30380" x="3621088" y="2328863"/>
          <p14:tracePt t="30388" x="3636963" y="2328863"/>
          <p14:tracePt t="30397" x="3657600" y="2328863"/>
          <p14:tracePt t="30404" x="3683000" y="2341563"/>
          <p14:tracePt t="30412" x="3698875" y="2341563"/>
          <p14:tracePt t="30420" x="3719513" y="2341563"/>
          <p14:tracePt t="30427" x="3736975" y="2341563"/>
          <p14:tracePt t="30436" x="3748088" y="2341563"/>
          <p14:tracePt t="30444" x="3768725" y="2341563"/>
          <p14:tracePt t="30452" x="3786188" y="2341563"/>
          <p14:tracePt t="30459" x="3798888" y="2341563"/>
          <p14:tracePt t="30468" x="3819525" y="2341563"/>
          <p14:tracePt t="30477" x="3830638" y="2341563"/>
          <p14:tracePt t="30484" x="3856038" y="2341563"/>
          <p14:tracePt t="30492" x="3868738" y="2341563"/>
          <p14:tracePt t="30500" x="3881438" y="2346325"/>
          <p14:tracePt t="30508" x="3892550" y="2346325"/>
          <p14:tracePt t="30516" x="3905250" y="2346325"/>
          <p14:tracePt t="30523" x="3910013" y="2354263"/>
          <p14:tracePt t="30532" x="3917950" y="2354263"/>
          <p14:tracePt t="30540" x="3930650" y="2354263"/>
          <p14:tracePt t="30548" x="3933825" y="2354263"/>
          <p14:tracePt t="30556" x="3946525" y="2354263"/>
          <p14:tracePt t="30563" x="3954463" y="2354263"/>
          <p14:tracePt t="30570" x="3967163" y="2354263"/>
          <p14:tracePt t="30577" x="3971925" y="2354263"/>
          <p14:tracePt t="30588" x="3979863" y="2354263"/>
          <p14:tracePt t="30593" x="3992563" y="2354263"/>
          <p14:tracePt t="30602" x="4005263" y="2354263"/>
          <p14:tracePt t="30610" x="4016375" y="2354263"/>
          <p14:tracePt t="30618" x="4021138" y="2354263"/>
          <p14:tracePt t="30627" x="4033838" y="2349500"/>
          <p14:tracePt t="30634" x="4054475" y="2341563"/>
          <p14:tracePt t="30643" x="4070350" y="2338388"/>
          <p14:tracePt t="30650" x="4083050" y="2328863"/>
          <p14:tracePt t="30658" x="4095750" y="2328863"/>
          <p14:tracePt t="30666" x="4116388" y="2325688"/>
          <p14:tracePt t="30674" x="4129088" y="2325688"/>
          <p14:tracePt t="30682" x="4132263" y="2317750"/>
          <p14:tracePt t="30689" x="4140200" y="2317750"/>
          <p14:tracePt t="30698" x="4144963" y="2312988"/>
          <p14:tracePt t="30706" x="4157663" y="2312988"/>
          <p14:tracePt t="30713" x="4170363" y="2305050"/>
          <p14:tracePt t="30722" x="4178300" y="2300288"/>
          <p14:tracePt t="30730" x="4194175" y="2292350"/>
          <p14:tracePt t="30738" x="4206875" y="2287588"/>
          <p14:tracePt t="30746" x="4219575" y="2279650"/>
          <p14:tracePt t="30754" x="4232275" y="2276475"/>
          <p14:tracePt t="30761" x="4243388" y="2276475"/>
          <p14:tracePt t="30771" x="4252913" y="2276475"/>
          <p14:tracePt t="30780" x="4256088" y="2263775"/>
          <p14:tracePt t="30787" x="4264025" y="2263775"/>
          <p14:tracePt t="30794" x="4276725" y="2255838"/>
          <p14:tracePt t="30801" x="4281488" y="2251075"/>
          <p14:tracePt t="30809" x="4289425" y="2243138"/>
          <p14:tracePt t="30817" x="4302125" y="2230438"/>
          <p14:tracePt t="30826" x="4305300" y="2230438"/>
          <p14:tracePt t="30834" x="4305300" y="2225675"/>
          <p14:tracePt t="30842" x="4318000" y="2217738"/>
          <p14:tracePt t="30850" x="4318000" y="2214563"/>
          <p14:tracePt t="30857" x="4318000" y="2205038"/>
          <p14:tracePt t="30873" x="4325938" y="2201863"/>
          <p14:tracePt t="30882" x="4325938" y="2193925"/>
          <p14:tracePt t="30910" x="4325938" y="2189163"/>
          <p14:tracePt t="30977" x="4322763" y="2189163"/>
          <p14:tracePt t="30993" x="4314825" y="2189163"/>
          <p14:tracePt t="31002" x="4310063" y="2189163"/>
          <p14:tracePt t="31009" x="4297363" y="2189163"/>
          <p14:tracePt t="31017" x="4284663" y="2193925"/>
          <p14:tracePt t="31027" x="4260850" y="2209800"/>
          <p14:tracePt t="31034" x="4211638" y="2230438"/>
          <p14:tracePt t="31041" x="4140200" y="2266950"/>
          <p14:tracePt t="31050" x="4049713" y="2305050"/>
          <p14:tracePt t="31057" x="3963988" y="2359025"/>
          <p14:tracePt t="31066" x="3840163" y="2416175"/>
          <p14:tracePt t="31074" x="3719513" y="2478088"/>
          <p14:tracePt t="31082" x="3595688" y="2532063"/>
          <p14:tracePt t="31090" x="3471863" y="2581275"/>
          <p14:tracePt t="31098" x="3355975" y="2627313"/>
          <p14:tracePt t="31106" x="3224213" y="2663825"/>
          <p14:tracePt t="31114" x="3095625" y="2701925"/>
          <p14:tracePt t="31122" x="2963863" y="2751138"/>
          <p14:tracePt t="31127" x="2847975" y="2792413"/>
          <p14:tracePt t="31138" x="2728913" y="2841625"/>
          <p14:tracePt t="31146" x="2638425" y="2874963"/>
          <p14:tracePt t="31154" x="2555875" y="2911475"/>
          <p14:tracePt t="31160" x="2493963" y="2941638"/>
          <p14:tracePt t="31170" x="2455863" y="2952750"/>
          <p14:tracePt t="31178" x="2439988" y="2962275"/>
          <p14:tracePt t="31184" x="2427288" y="2965450"/>
          <p14:tracePt t="31192" x="2419350" y="2965450"/>
          <p14:tracePt t="31232" x="2414588" y="2965450"/>
          <p14:tracePt t="31240" x="2406650" y="2944813"/>
          <p14:tracePt t="31247" x="2403475" y="2911475"/>
          <p14:tracePt t="31256" x="2390775" y="2874963"/>
          <p14:tracePt t="31263" x="2382838" y="2836863"/>
          <p14:tracePt t="31274" x="2365375" y="2774950"/>
          <p14:tracePt t="31280" x="2341563" y="2722563"/>
          <p14:tracePt t="31288" x="2320925" y="2671763"/>
          <p14:tracePt t="31295" x="2303463" y="2622550"/>
          <p14:tracePt t="31304" x="2290763" y="2586038"/>
          <p14:tracePt t="31313" x="2279650" y="2540000"/>
          <p14:tracePt t="31320" x="2266950" y="2511425"/>
          <p14:tracePt t="31328" x="2259013" y="2490788"/>
          <p14:tracePt t="31336" x="2254250" y="2465388"/>
          <p14:tracePt t="31344" x="2246313" y="2454275"/>
          <p14:tracePt t="31354" x="2241550" y="2441575"/>
          <p14:tracePt t="31360" x="2241550" y="2428875"/>
          <p14:tracePt t="31368" x="2233613" y="2416175"/>
          <p14:tracePt t="31376" x="2228850" y="2403475"/>
          <p14:tracePt t="31384" x="2228850" y="2400300"/>
          <p14:tracePt t="31391" x="2220913" y="2387600"/>
          <p14:tracePt t="31400" x="2217738" y="2379663"/>
          <p14:tracePt t="31408" x="2208213" y="2366963"/>
          <p14:tracePt t="31416" x="2208213" y="2362200"/>
          <p14:tracePt t="31424" x="2197100" y="2349500"/>
          <p14:tracePt t="31431" x="2192338" y="2341563"/>
          <p14:tracePt t="31440" x="2184400" y="2328863"/>
          <p14:tracePt t="31447" x="2179638" y="2325688"/>
          <p14:tracePt t="31457" x="2171700" y="2325688"/>
          <p14:tracePt t="31463" x="2166938" y="2317750"/>
          <p14:tracePt t="31480" x="2159000" y="2317750"/>
          <p14:tracePt t="31488" x="2155825" y="2312988"/>
          <p14:tracePt t="31504" x="2146300" y="2312988"/>
          <p14:tracePt t="31511" x="2143125" y="2312988"/>
          <p14:tracePt t="31520" x="2135188" y="2312988"/>
          <p14:tracePt t="31528" x="2130425" y="2312988"/>
          <p14:tracePt t="31543" x="2122488" y="2312988"/>
          <p14:tracePt t="31561" x="2117725" y="2312988"/>
          <p14:tracePt t="31568" x="2109788" y="2312988"/>
          <p14:tracePt t="31584" x="2105025" y="2312988"/>
          <p14:tracePt t="31591" x="2097088" y="2312988"/>
          <p14:tracePt t="31600" x="2084388" y="2312988"/>
          <p14:tracePt t="31608" x="2081213" y="2312988"/>
          <p14:tracePt t="31616" x="2073275" y="2312988"/>
          <p14:tracePt t="31624" x="2060575" y="2312988"/>
          <p14:tracePt t="31631" x="2047875" y="2312988"/>
          <p14:tracePt t="31640" x="2035175" y="2312988"/>
          <p14:tracePt t="31647" x="2022475" y="2312988"/>
          <p14:tracePt t="31656" x="2011363" y="2312988"/>
          <p14:tracePt t="31664" x="1998663" y="2312988"/>
          <p14:tracePt t="31672" x="1981200" y="2312988"/>
          <p14:tracePt t="31680" x="1960563" y="2312988"/>
          <p14:tracePt t="31688" x="1949450" y="2312988"/>
          <p14:tracePt t="31695" x="1931988" y="2312988"/>
          <p14:tracePt t="31701" x="1919288" y="2312988"/>
          <p14:tracePt t="31711" x="1911350" y="2312988"/>
          <p14:tracePt t="31718" x="1911350" y="2317750"/>
          <p14:tracePt t="31742" x="1908175" y="2317750"/>
          <p14:tracePt t="31758" x="1908175" y="2320925"/>
          <p14:tracePt t="31766" x="1898650" y="2320925"/>
          <p14:tracePt t="31781" x="1898650" y="2328863"/>
          <p14:tracePt t="31790" x="1895475" y="2333625"/>
          <p14:tracePt t="31797" x="1895475" y="2346325"/>
          <p14:tracePt t="31807" x="1887538" y="2354263"/>
          <p14:tracePt t="31814" x="1887538" y="2359025"/>
          <p14:tracePt t="31822" x="1887538" y="2366963"/>
          <p14:tracePt t="31832" x="1887538" y="2379663"/>
          <p14:tracePt t="31840" x="1887538" y="2382838"/>
          <p14:tracePt t="31845" x="1887538" y="2390775"/>
          <p14:tracePt t="31854" x="1890713" y="2395538"/>
          <p14:tracePt t="31861" x="1903413" y="2395538"/>
          <p14:tracePt t="31870" x="1916113" y="2395538"/>
          <p14:tracePt t="31878" x="1939925" y="2403475"/>
          <p14:tracePt t="31886" x="1965325" y="2403475"/>
          <p14:tracePt t="31894" x="1990725" y="2403475"/>
          <p14:tracePt t="31911" x="2047875" y="2403475"/>
          <p14:tracePt t="31925" x="2076450" y="2403475"/>
          <p14:tracePt t="31928" x="2109788" y="2390775"/>
          <p14:tracePt t="31934" x="2138363" y="2379663"/>
          <p14:tracePt t="31944" x="2163763" y="2366963"/>
          <p14:tracePt t="31950" x="2184400" y="2362200"/>
          <p14:tracePt t="31958" x="2197100" y="2349500"/>
          <p14:tracePt t="31968" x="2208213" y="2341563"/>
          <p14:tracePt t="31974" x="2212975" y="2341563"/>
          <p14:tracePt t="31981" x="2220913" y="2328863"/>
          <p14:tracePt t="31990" x="2220913" y="2317750"/>
          <p14:tracePt t="31998" x="2220913" y="2312988"/>
          <p14:tracePt t="32006" x="2220913" y="2292350"/>
          <p14:tracePt t="32014" x="2220913" y="2287588"/>
          <p14:tracePt t="32022" x="2220913" y="2279650"/>
          <p14:tracePt t="32029" x="2217738" y="2276475"/>
          <p14:tracePt t="32038" x="2205038" y="2266950"/>
          <p14:tracePt t="32046" x="2192338" y="2263775"/>
          <p14:tracePt t="32054" x="2179638" y="2255838"/>
          <p14:tracePt t="32063" x="2166938" y="2251075"/>
          <p14:tracePt t="32072" x="2155825" y="2251075"/>
          <p14:tracePt t="32077" x="2146300" y="2251075"/>
          <p14:tracePt t="32086" x="2143125" y="2251075"/>
          <p14:tracePt t="32094" x="2135188" y="2251075"/>
          <p14:tracePt t="32102" x="2130425" y="2255838"/>
          <p14:tracePt t="32118" x="2122488" y="2255838"/>
          <p14:tracePt t="32204" x="2122488" y="2266950"/>
          <p14:tracePt t="32214" x="2138363" y="2271713"/>
          <p14:tracePt t="32222" x="2159000" y="2271713"/>
          <p14:tracePt t="32227" x="2187575" y="2292350"/>
          <p14:tracePt t="32236" x="2225675" y="2305050"/>
          <p14:tracePt t="32245" x="2295525" y="2317750"/>
          <p14:tracePt t="32252" x="2393950" y="2333625"/>
          <p14:tracePt t="32260" x="2522538" y="2366963"/>
          <p14:tracePt t="32268" x="2671763" y="2379663"/>
          <p14:tracePt t="32276" x="2844800" y="2395538"/>
          <p14:tracePt t="32284" x="3030538" y="2408238"/>
          <p14:tracePt t="32292" x="3228975" y="2416175"/>
          <p14:tracePt t="32301" x="3409950" y="2416175"/>
          <p14:tracePt t="32308" x="3582988" y="2416175"/>
          <p14:tracePt t="32317" x="3744913" y="2416175"/>
          <p14:tracePt t="32324" x="3881438" y="2400300"/>
          <p14:tracePt t="32332" x="3995738" y="2387600"/>
          <p14:tracePt t="32340" x="4090988" y="2366963"/>
          <p14:tracePt t="32348" x="4157663" y="2354263"/>
          <p14:tracePt t="32356" x="4202113" y="2338388"/>
          <p14:tracePt t="32364" x="4219575" y="2325688"/>
          <p14:tracePt t="32372" x="4227513" y="2312988"/>
          <p14:tracePt t="32380" x="4232275" y="2305050"/>
          <p14:tracePt t="32388" x="4232275" y="2300288"/>
          <p14:tracePt t="32396" x="4232275" y="2292350"/>
          <p14:tracePt t="32404" x="4232275" y="2287588"/>
          <p14:tracePt t="32411" x="4232275" y="2279650"/>
          <p14:tracePt t="32420" x="4232275" y="2276475"/>
          <p14:tracePt t="32436" x="4227513" y="2266950"/>
          <p14:tracePt t="32445" x="4227513" y="2263775"/>
          <p14:tracePt t="32476" x="4227513" y="2255838"/>
          <p14:tracePt t="32484" x="4222750" y="2255838"/>
          <p14:tracePt t="32516" x="4214813" y="2255838"/>
          <p14:tracePt t="32524" x="4214813" y="2251075"/>
          <p14:tracePt t="32531" x="4211638" y="2251075"/>
          <p14:tracePt t="32541" x="4202113" y="2251075"/>
          <p14:tracePt t="32548" x="4198938" y="2251075"/>
          <p14:tracePt t="32556" x="4191000" y="2243138"/>
          <p14:tracePt t="32563" x="4186238" y="2238375"/>
          <p14:tracePt t="32572" x="4178300" y="2230438"/>
          <p14:tracePt t="32579" x="4165600" y="2230438"/>
          <p14:tracePt t="32588" x="4160838" y="2225675"/>
          <p14:tracePt t="32597" x="4149725" y="2217738"/>
          <p14:tracePt t="32603" x="4140200" y="2205038"/>
          <p14:tracePt t="32611" x="4129088" y="2201863"/>
          <p14:tracePt t="32619" x="4124325" y="2201863"/>
          <p14:tracePt t="32628" x="4116388" y="2193925"/>
          <p14:tracePt t="33194" x="4098925" y="2193925"/>
          <p14:tracePt t="33201" x="4067175" y="2197100"/>
          <p14:tracePt t="33207" x="4016375" y="2222500"/>
          <p14:tracePt t="33218" x="3963988" y="2243138"/>
          <p14:tracePt t="33225" x="3889375" y="2266950"/>
          <p14:tracePt t="33231" x="3806825" y="2297113"/>
          <p14:tracePt t="33242" x="3706813" y="2320925"/>
          <p14:tracePt t="33247" x="3592513" y="2346325"/>
          <p14:tracePt t="33256" x="3459163" y="2370138"/>
          <p14:tracePt t="33263" x="3332163" y="2403475"/>
          <p14:tracePt t="33274" x="3211513" y="2432050"/>
          <p14:tracePt t="33280" x="3108325" y="2457450"/>
          <p14:tracePt t="33288" x="3022600" y="2482850"/>
          <p14:tracePt t="33295" x="2963863" y="2516188"/>
          <p14:tracePt t="33304" x="2914650" y="2519363"/>
          <p14:tracePt t="33312" x="2873375" y="2540000"/>
          <p14:tracePt t="33322" x="2836863" y="2544763"/>
          <p14:tracePt t="33328" x="2774950" y="2557463"/>
          <p14:tracePt t="33336" x="2713038" y="2568575"/>
          <p14:tracePt t="33347" x="2641600" y="2601913"/>
          <p14:tracePt t="33352" x="2579688" y="2619375"/>
          <p14:tracePt t="33362" x="2527300" y="2643188"/>
          <p14:tracePt t="33367" x="2476500" y="2676525"/>
          <p14:tracePt t="33376" x="2432050" y="2701925"/>
          <p14:tracePt t="33383" x="2406650" y="2705100"/>
          <p14:tracePt t="33392" x="2390775" y="2717800"/>
          <p14:tracePt t="33399" x="2378075" y="2717800"/>
          <p14:tracePt t="33410" x="2370138" y="2725738"/>
          <p14:tracePt t="33624" x="2365375" y="2725738"/>
          <p14:tracePt t="33632" x="2352675" y="2713038"/>
          <p14:tracePt t="33640" x="2341563" y="2697163"/>
          <p14:tracePt t="33648" x="2320925" y="2676525"/>
          <p14:tracePt t="33655" x="2308225" y="2660650"/>
          <p14:tracePt t="33664" x="2303463" y="2647950"/>
          <p14:tracePt t="33672" x="2290763" y="2635250"/>
          <p14:tracePt t="33681" x="2279650" y="2614613"/>
          <p14:tracePt t="33686" x="2266950" y="2598738"/>
          <p14:tracePt t="33697" x="2246313" y="2586038"/>
          <p14:tracePt t="33704" x="2233613" y="2578100"/>
          <p14:tracePt t="33713" x="2228850" y="2573338"/>
          <p14:tracePt t="33720" x="2217738" y="2552700"/>
          <p14:tracePt t="33729" x="2205038" y="2547938"/>
          <p14:tracePt t="33734" x="2192338" y="2536825"/>
          <p14:tracePt t="33744" x="2179638" y="2527300"/>
          <p14:tracePt t="33752" x="2171700" y="2524125"/>
          <p14:tracePt t="33760" x="2166938" y="2516188"/>
          <p14:tracePt t="33768" x="2159000" y="2511425"/>
          <p14:tracePt t="33774" x="2155825" y="2503488"/>
          <p14:tracePt t="33794" x="2146300" y="2498725"/>
          <p14:tracePt t="33813" x="2143125" y="2498725"/>
          <p14:tracePt t="33822" x="2143125" y="2490788"/>
          <p14:tracePt t="33840" x="2135188" y="2486025"/>
          <p14:tracePt t="33847" x="2130425" y="2486025"/>
          <p14:tracePt t="33856" x="2122488" y="2478088"/>
          <p14:tracePt t="33863" x="2122488" y="2474913"/>
          <p14:tracePt t="33878" x="2117725" y="2474913"/>
          <p14:tracePt t="33886" x="2117725" y="2462213"/>
          <p14:tracePt t="33897" x="2109788" y="2462213"/>
          <p14:tracePt t="33901" x="2109788" y="2454275"/>
          <p14:tracePt t="33910" x="2109788" y="2449513"/>
          <p14:tracePt t="33917" x="2105025" y="2428875"/>
          <p14:tracePt t="33926" x="2097088" y="2424113"/>
          <p14:tracePt t="33934" x="2097088" y="2416175"/>
          <p14:tracePt t="33942" x="2084388" y="2411413"/>
          <p14:tracePt t="33949" x="2084388" y="2400300"/>
          <p14:tracePt t="33958" x="2081213" y="2387600"/>
          <p14:tracePt t="33968" x="2081213" y="2374900"/>
          <p14:tracePt t="33973" x="2073275" y="2354263"/>
          <p14:tracePt t="33982" x="2068513" y="2338388"/>
          <p14:tracePt t="33992" x="2068513" y="2312988"/>
          <p14:tracePt t="34000" x="2068513" y="2292350"/>
          <p14:tracePt t="34006" x="2068513" y="2266950"/>
          <p14:tracePt t="34014" x="2068513" y="2251075"/>
          <p14:tracePt t="34022" x="2060575" y="2243138"/>
          <p14:tracePt t="34029" x="2060575" y="2225675"/>
          <p14:tracePt t="34038" x="2060575" y="2217738"/>
          <p14:tracePt t="34046" x="2060575" y="2214563"/>
          <p14:tracePt t="34102" x="2055813" y="2214563"/>
          <p14:tracePt t="34134" x="2055813" y="2222500"/>
          <p14:tracePt t="34141" x="2055813" y="2235200"/>
          <p14:tracePt t="34150" x="2055813" y="2246313"/>
          <p14:tracePt t="34158" x="2055813" y="2266950"/>
          <p14:tracePt t="34165" x="2055813" y="2279650"/>
          <p14:tracePt t="34176" x="2055813" y="2297113"/>
          <p14:tracePt t="34181" x="2055813" y="2308225"/>
          <p14:tracePt t="34190" x="2055813" y="2320925"/>
          <p14:tracePt t="34198" x="2060575" y="2333625"/>
          <p14:tracePt t="34206" x="2060575" y="2341563"/>
          <p14:tracePt t="34214" x="2063750" y="2346325"/>
          <p14:tracePt t="34229" x="2063750" y="2354263"/>
          <p14:tracePt t="34372" x="2073275" y="2354263"/>
          <p14:tracePt t="34379" x="2073275" y="2349500"/>
          <p14:tracePt t="34388" x="2073275" y="2341563"/>
          <p14:tracePt t="34404" x="2073275" y="2338388"/>
          <p14:tracePt t="34420" x="2076450" y="2338388"/>
          <p14:tracePt t="34547" x="2084388" y="2338388"/>
          <p14:tracePt t="34676" x="2084388" y="2328863"/>
          <p14:tracePt t="34683" x="2084388" y="2325688"/>
          <p14:tracePt t="35170" x="2097088" y="2325688"/>
          <p14:tracePt t="35177" x="2114550" y="2317750"/>
          <p14:tracePt t="35186" x="2138363" y="2317750"/>
          <p14:tracePt t="35194" x="2187575" y="2312988"/>
          <p14:tracePt t="35202" x="2259013" y="2300288"/>
          <p14:tracePt t="35210" x="2344738" y="2300288"/>
          <p14:tracePt t="35217" x="2444750" y="2300288"/>
          <p14:tracePt t="35226" x="2543175" y="2300288"/>
          <p14:tracePt t="35233" x="2654300" y="2300288"/>
          <p14:tracePt t="35242" x="2765425" y="2292350"/>
          <p14:tracePt t="35249" x="2881313" y="2292350"/>
          <p14:tracePt t="35258" x="2989263" y="2292350"/>
          <p14:tracePt t="35266" x="3087688" y="2292350"/>
          <p14:tracePt t="35274" x="3175000" y="2292350"/>
          <p14:tracePt t="35282" x="3262313" y="2292350"/>
          <p14:tracePt t="35289" x="3327400" y="2292350"/>
          <p14:tracePt t="35298" x="3376613" y="2292350"/>
          <p14:tracePt t="35306" x="3414713" y="2292350"/>
          <p14:tracePt t="35314" x="3438525" y="2292350"/>
          <p14:tracePt t="35321" x="3463925" y="2292350"/>
          <p14:tracePt t="35331" x="3484563" y="2279650"/>
          <p14:tracePt t="35338" x="3497263" y="2279650"/>
          <p14:tracePt t="35346" x="3509963" y="2279650"/>
          <p14:tracePt t="35354" x="3513138" y="2279650"/>
          <p14:tracePt t="35362" x="3513138" y="2276475"/>
          <p14:tracePt t="35392" x="3521075" y="2276475"/>
          <p14:tracePt t="35400" x="3525838" y="2276475"/>
          <p14:tracePt t="35408" x="3533775" y="2276475"/>
          <p14:tracePt t="35418" x="3546475" y="2276475"/>
          <p14:tracePt t="35423" x="3571875" y="2276475"/>
          <p14:tracePt t="35432" x="3587750" y="2266950"/>
          <p14:tracePt t="35440" x="3613150" y="2263775"/>
          <p14:tracePt t="35447" x="3633788" y="2263775"/>
          <p14:tracePt t="35456" x="3657600" y="2263775"/>
          <p14:tracePt t="35464" x="3683000" y="2263775"/>
          <p14:tracePt t="35472" x="3698875" y="2255838"/>
          <p14:tracePt t="35480" x="3724275" y="2255838"/>
          <p14:tracePt t="35488" x="3744913" y="2255838"/>
          <p14:tracePt t="35496" x="3768725" y="2255838"/>
          <p14:tracePt t="35505" x="3794125" y="2255838"/>
          <p14:tracePt t="35515" x="3819525" y="2255838"/>
          <p14:tracePt t="35522" x="3843338" y="2255838"/>
          <p14:tracePt t="35528" x="3860800" y="2255838"/>
          <p14:tracePt t="35535" x="3871913" y="2255838"/>
          <p14:tracePt t="35544" x="3884613" y="2255838"/>
          <p14:tracePt t="35551" x="3892550" y="2255838"/>
          <p14:tracePt t="35560" x="3897313" y="2255838"/>
          <p14:tracePt t="35567" x="3905250" y="2255838"/>
          <p14:tracePt t="35592" x="3910013" y="2255838"/>
          <p14:tracePt t="35615" x="3917950" y="2255838"/>
          <p14:tracePt t="35634" x="3922713" y="2251075"/>
          <p14:tracePt t="35640" x="3930650" y="2251075"/>
          <p14:tracePt t="35648" x="3933825" y="2251075"/>
          <p14:tracePt t="35656" x="3943350" y="2243138"/>
          <p14:tracePt t="35664" x="3946525" y="2243138"/>
          <p14:tracePt t="35673" x="3954463" y="2243138"/>
          <p14:tracePt t="35680" x="3959225" y="2238375"/>
          <p14:tracePt t="35688" x="3967163" y="2230438"/>
          <p14:tracePt t="35696" x="3971925" y="2225675"/>
          <p14:tracePt t="35704" x="3979863" y="2225675"/>
          <p14:tracePt t="35712" x="3984625" y="2217738"/>
          <p14:tracePt t="35728" x="3995738" y="2214563"/>
          <p14:tracePt t="35735" x="4008438" y="2205038"/>
          <p14:tracePt t="35744" x="4021138" y="2193925"/>
          <p14:tracePt t="35752" x="4029075" y="2189163"/>
          <p14:tracePt t="35760" x="4041775" y="2168525"/>
          <p14:tracePt t="35767" x="4054475" y="2155825"/>
          <p14:tracePt t="35778" x="4067175" y="2143125"/>
          <p14:tracePt t="35783" x="4078288" y="2127250"/>
          <p14:tracePt t="35791" x="4090988" y="2106613"/>
          <p14:tracePt t="35800" x="4103688" y="2093913"/>
          <p14:tracePt t="35808" x="4116388" y="2065338"/>
          <p14:tracePt t="35816" x="4119563" y="2057400"/>
          <p14:tracePt t="35824" x="4119563" y="2044700"/>
          <p14:tracePt t="35832" x="4129088" y="2032000"/>
          <p14:tracePt t="35856" x="4132263" y="2032000"/>
          <p14:tracePt t="35936" x="4132263" y="2036763"/>
          <p14:tracePt t="35943" x="4132263" y="2049463"/>
          <p14:tracePt t="35951" x="4132263" y="2057400"/>
          <p14:tracePt t="35960" x="4132263" y="2060575"/>
          <p14:tracePt t="35967" x="4132263" y="2073275"/>
          <p14:tracePt t="35973" x="4132263" y="2081213"/>
          <p14:tracePt t="35982" x="4140200" y="2085975"/>
          <p14:tracePt t="35990" x="4144963" y="2085975"/>
          <p14:tracePt t="35998" x="4144963" y="2093913"/>
          <p14:tracePt t="36110" x="4144963" y="2098675"/>
          <p14:tracePt t="36117" x="4144963" y="2106613"/>
          <p14:tracePt t="36126" x="4152900" y="2106613"/>
          <p14:tracePt t="36133" x="4157663" y="2111375"/>
          <p14:tracePt t="36141" x="4165600" y="2119313"/>
          <p14:tracePt t="36150" x="4165600" y="2132013"/>
          <p14:tracePt t="36158" x="4170363" y="2135188"/>
          <p14:tracePt t="36166" x="4178300" y="2143125"/>
          <p14:tracePt t="36174" x="4178300" y="2147888"/>
          <p14:tracePt t="36181" x="4181475" y="2160588"/>
          <p14:tracePt t="36190" x="4191000" y="2168525"/>
          <p14:tracePt t="36198" x="4194175" y="2168525"/>
          <p14:tracePt t="36206" x="4194175" y="2173288"/>
          <p14:tracePt t="36214" x="4194175" y="2181225"/>
          <p14:tracePt t="36222" x="4202113" y="2181225"/>
          <p14:tracePt t="36334" x="4206875" y="2181225"/>
          <p14:tracePt t="36342" x="4206875" y="2176463"/>
          <p14:tracePt t="36349" x="4206875" y="2155825"/>
          <p14:tracePt t="36358" x="4206875" y="2152650"/>
          <p14:tracePt t="36366" x="4206875" y="2132013"/>
          <p14:tracePt t="36374" x="4206875" y="2127250"/>
          <p14:tracePt t="36382" x="4206875" y="2114550"/>
          <p14:tracePt t="36390" x="4206875" y="2106613"/>
          <p14:tracePt t="36399" x="4206875" y="2101850"/>
          <p14:tracePt t="36524" x="4206875" y="2106613"/>
          <p14:tracePt t="36531" x="4206875" y="2111375"/>
          <p14:tracePt t="36548" x="4206875" y="2119313"/>
          <p14:tracePt t="36796" x="4206875" y="2122488"/>
          <p14:tracePt t="41421" x="4191000" y="2122488"/>
          <p14:tracePt t="41429" x="4173538" y="2119313"/>
          <p14:tracePt t="41438" x="4137025" y="2093913"/>
          <p14:tracePt t="41446" x="4075113" y="2052638"/>
          <p14:tracePt t="41453" x="4005263" y="2019300"/>
          <p14:tracePt t="41462" x="3930650" y="1970088"/>
          <p14:tracePt t="41474" x="3863975" y="1933575"/>
          <p14:tracePt t="41487" x="3727450" y="1858963"/>
          <p14:tracePt t="41494" x="3695700" y="1833563"/>
          <p14:tracePt t="41502" x="3670300" y="1817688"/>
          <p14:tracePt t="41510" x="3665538" y="1809750"/>
          <p14:tracePt t="41518" x="3657600" y="1797050"/>
          <p14:tracePt t="41525" x="3657600" y="1792288"/>
          <p14:tracePt t="41534" x="3657600" y="1784350"/>
          <p14:tracePt t="41550" x="3657600" y="1779588"/>
          <p14:tracePt t="41558" x="3657600" y="1771650"/>
          <p14:tracePt t="41566" x="3654425" y="1758950"/>
          <p14:tracePt t="41576" x="3644900" y="1747838"/>
          <p14:tracePt t="41581" x="3641725" y="1735138"/>
          <p14:tracePt t="41589" x="3629025" y="1706563"/>
          <p14:tracePt t="41599" x="3629025" y="1673225"/>
          <p14:tracePt t="41606" x="3621088" y="1635125"/>
          <p14:tracePt t="41614" x="3621088" y="1593850"/>
          <p14:tracePt t="41622" x="3621088" y="1562100"/>
          <p14:tracePt t="41630" x="3621088" y="1557338"/>
          <p14:tracePt t="41638" x="3621088" y="1544638"/>
          <p14:tracePt t="41646" x="3621088" y="1524000"/>
          <p14:tracePt t="41664" x="3621088" y="1519238"/>
          <p14:tracePt t="41710" x="3616325" y="1519238"/>
          <p14:tracePt t="41716" x="3592513" y="1524000"/>
          <p14:tracePt t="41724" x="3571875" y="1552575"/>
          <p14:tracePt t="41731" x="3521075" y="1603375"/>
          <p14:tracePt t="41742" x="3459163" y="1673225"/>
          <p14:tracePt t="41748" x="3406775" y="1747838"/>
          <p14:tracePt t="41756" x="3344863" y="1838325"/>
          <p14:tracePt t="41763" x="3282950" y="1936750"/>
          <p14:tracePt t="41773" x="3208338" y="2057400"/>
          <p14:tracePt t="41780" x="3146425" y="2160588"/>
          <p14:tracePt t="41790" x="3071813" y="2271713"/>
          <p14:tracePt t="41798" x="3009900" y="2382838"/>
          <p14:tracePt t="41806" x="2935288" y="2495550"/>
          <p14:tracePt t="41814" x="2873375" y="2601913"/>
          <p14:tracePt t="41820" x="2816225" y="2705100"/>
          <p14:tracePt t="41830" x="2762250" y="2816225"/>
          <p14:tracePt t="41836" x="2713038" y="2916238"/>
          <p14:tracePt t="41846" x="2667000" y="3035300"/>
          <p14:tracePt t="41853" x="2625725" y="3114675"/>
          <p14:tracePt t="41859" x="2589213" y="3209925"/>
          <p14:tracePt t="41871" x="2555875" y="3282950"/>
          <p14:tracePt t="41876" x="2530475" y="3336925"/>
          <p14:tracePt t="41884" x="2517775" y="3370263"/>
          <p14:tracePt t="41891" x="2501900" y="3424238"/>
          <p14:tracePt t="41921" x="2481263" y="3494088"/>
          <p14:tracePt t="41926" x="2481263" y="3511550"/>
          <p14:tracePt t="41932" x="2476500" y="3519488"/>
          <p14:tracePt t="41940" x="2476500" y="3522663"/>
          <p14:tracePt t="41948" x="2476500" y="3532188"/>
          <p14:tracePt t="42037" x="2468563" y="3535363"/>
          <p14:tracePt t="42046" x="2455863" y="3548063"/>
          <p14:tracePt t="42052" x="2444750" y="3556000"/>
          <p14:tracePt t="42062" x="2419350" y="3568700"/>
          <p14:tracePt t="42068" x="2390775" y="3584575"/>
          <p14:tracePt t="42078" x="2365375" y="3605213"/>
          <p14:tracePt t="42084" x="2332038" y="3630613"/>
          <p14:tracePt t="42094" x="2320925" y="3643313"/>
          <p14:tracePt t="42100" x="2308225" y="3646488"/>
          <p14:tracePt t="42112" x="2303463" y="3656013"/>
          <p14:tracePt t="42123" x="2270125" y="3679825"/>
          <p14:tracePt t="42132" x="2266950" y="3684588"/>
          <p14:tracePt t="42140" x="2259013" y="3692525"/>
          <p14:tracePt t="42148" x="2254250" y="3692525"/>
          <p14:tracePt t="42198" x="2246313" y="3692525"/>
          <p14:tracePt t="42219" x="2241550" y="3692525"/>
          <p14:tracePt t="42228" x="2233613" y="3692525"/>
          <p14:tracePt t="42236" x="2220913" y="3692525"/>
          <p14:tracePt t="42243" x="2208213" y="3687763"/>
          <p14:tracePt t="42251" x="2205038" y="3687763"/>
          <p14:tracePt t="42262" x="2192338" y="3687763"/>
          <p14:tracePt t="42268" x="2184400" y="3687763"/>
          <p14:tracePt t="42276" x="2179638" y="3687763"/>
          <p14:tracePt t="42285" x="2159000" y="3692525"/>
          <p14:tracePt t="42291" x="2135188" y="3717925"/>
          <p14:tracePt t="42300" x="2117725" y="3741738"/>
          <p14:tracePt t="42310" x="2084388" y="3770313"/>
          <p14:tracePt t="42315" x="2047875" y="3821113"/>
          <p14:tracePt t="42323" x="2019300" y="3870325"/>
          <p14:tracePt t="42332" x="1998663" y="3916363"/>
          <p14:tracePt t="42340" x="1981200" y="3957638"/>
          <p14:tracePt t="42348" x="1970088" y="4006850"/>
          <p14:tracePt t="42354" x="1957388" y="4056063"/>
          <p14:tracePt t="42361" x="1957388" y="4105275"/>
          <p14:tracePt t="42372" x="1957388" y="4143375"/>
          <p14:tracePt t="42380" x="1957388" y="4175125"/>
          <p14:tracePt t="42387" x="1960563" y="4200525"/>
          <p14:tracePt t="42394" x="1973263" y="4216400"/>
          <p14:tracePt t="42402" x="1990725" y="4238625"/>
          <p14:tracePt t="42410" x="2011363" y="4254500"/>
          <p14:tracePt t="42422" x="2035175" y="4267200"/>
          <p14:tracePt t="42425" x="2063750" y="4279900"/>
          <p14:tracePt t="42433" x="2097088" y="4291013"/>
          <p14:tracePt t="42442" x="2114550" y="4291013"/>
          <p14:tracePt t="42449" x="2125663" y="4291013"/>
          <p14:tracePt t="42457" x="2135188" y="4291013"/>
          <p14:tracePt t="42468" x="2138363" y="4291013"/>
          <p14:tracePt t="42473" x="2146300" y="4291013"/>
          <p14:tracePt t="42482" x="2151063" y="4291013"/>
          <p14:tracePt t="42492" x="2163763" y="4291013"/>
          <p14:tracePt t="42500" x="2176463" y="4283075"/>
          <p14:tracePt t="42506" x="2184400" y="4275138"/>
          <p14:tracePt t="42514" x="2187575" y="4262438"/>
          <p14:tracePt t="42522" x="2197100" y="4249738"/>
          <p14:tracePt t="42530" x="2200275" y="4246563"/>
          <p14:tracePt t="42538" x="2200275" y="4238625"/>
          <p14:tracePt t="42548" x="2200275" y="4225925"/>
          <p14:tracePt t="42555" x="2208213" y="4213225"/>
          <p14:tracePt t="42563" x="2212975" y="4200525"/>
          <p14:tracePt t="42571" x="2212975" y="4195763"/>
          <p14:tracePt t="42580" x="2212975" y="4184650"/>
          <p14:tracePt t="42586" x="2212975" y="4175125"/>
          <p14:tracePt t="42593" x="2212975" y="4164013"/>
          <p14:tracePt t="42604" x="2212975" y="4151313"/>
          <p14:tracePt t="42610" x="2212975" y="4146550"/>
          <p14:tracePt t="42618" x="2212975" y="4138613"/>
          <p14:tracePt t="42626" x="2212975" y="4125913"/>
          <p14:tracePt t="42634" x="2212975" y="4122738"/>
          <p14:tracePt t="42644" x="2212975" y="4113213"/>
          <p14:tracePt t="42650" x="2205038" y="4110038"/>
          <p14:tracePt t="42658" x="2197100" y="4102100"/>
          <p14:tracePt t="42666" x="2192338" y="4089400"/>
          <p14:tracePt t="42673" x="2192338" y="4076700"/>
          <p14:tracePt t="42682" x="2184400" y="4064000"/>
          <p14:tracePt t="42698" x="2184400" y="4060825"/>
          <p14:tracePt t="42706" x="2179638" y="4060825"/>
          <p14:tracePt t="42874" x="2179638" y="4048125"/>
          <p14:tracePt t="42887" x="2179638" y="4040188"/>
          <p14:tracePt t="42904" x="2179638" y="4035425"/>
          <p14:tracePt t="43015" x="2179638" y="4040188"/>
          <p14:tracePt t="43023" x="2179638" y="4056063"/>
          <p14:tracePt t="43032" x="2184400" y="4064000"/>
          <p14:tracePt t="43040" x="2197100" y="4068763"/>
          <p14:tracePt t="43048" x="2208213" y="4076700"/>
          <p14:tracePt t="43057" x="2212975" y="4081463"/>
          <p14:tracePt t="43066" x="2225675" y="4081463"/>
          <p14:tracePt t="43080" x="2233613" y="4081463"/>
          <p14:tracePt t="43175" x="2233613" y="4076700"/>
          <p14:tracePt t="43183" x="2233613" y="4071938"/>
          <p14:tracePt t="43194" x="2233613" y="4064000"/>
          <p14:tracePt t="43200" x="2233613" y="4060825"/>
          <p14:tracePt t="43216" x="2233613" y="4051300"/>
          <p14:tracePt t="43223" x="2233613" y="4048125"/>
          <p14:tracePt t="43311" x="2228850" y="4048125"/>
          <p14:tracePt t="43328" x="2220913" y="4048125"/>
          <p14:tracePt t="43336" x="2220913" y="4040188"/>
          <p14:tracePt t="43342" x="2217738" y="4040188"/>
          <p14:tracePt t="43366" x="2208213" y="4040188"/>
          <p14:tracePt t="43416" x="2205038" y="4040188"/>
          <p14:tracePt t="43462" x="2197100" y="4040188"/>
          <p14:tracePt t="43582" x="2200275" y="4040188"/>
          <p14:tracePt t="43594" x="2208213" y="4040188"/>
          <p14:tracePt t="43605" x="2225675" y="4014788"/>
          <p14:tracePt t="43616" x="2233613" y="4002088"/>
          <p14:tracePt t="43621" x="2238375" y="3986213"/>
          <p14:tracePt t="43629" x="2238375" y="3965575"/>
          <p14:tracePt t="43638" x="2238375" y="3940175"/>
          <p14:tracePt t="43646" x="2238375" y="3903663"/>
          <p14:tracePt t="43656" x="2238375" y="3886200"/>
          <p14:tracePt t="43662" x="2238375" y="3878263"/>
          <p14:tracePt t="43672" x="2238375" y="3865563"/>
          <p14:tracePt t="43677" x="2233613" y="3862388"/>
          <p14:tracePt t="43686" x="2228850" y="3854450"/>
          <p14:tracePt t="43694" x="2220913" y="3841750"/>
          <p14:tracePt t="43710" x="2208213" y="3836988"/>
          <p14:tracePt t="43718" x="2205038" y="3829050"/>
          <p14:tracePt t="43726" x="2197100" y="3829050"/>
          <p14:tracePt t="43734" x="2192338" y="3829050"/>
          <p14:tracePt t="43742" x="2171700" y="3829050"/>
          <p14:tracePt t="43750" x="2166938" y="3829050"/>
          <p14:tracePt t="43758" x="2155825" y="3829050"/>
          <p14:tracePt t="43766" x="2135188" y="3829050"/>
          <p14:tracePt t="43773" x="2130425" y="3829050"/>
          <p14:tracePt t="43790" x="2122488" y="3829050"/>
          <p14:tracePt t="43806" x="2117725" y="3829050"/>
          <p14:tracePt t="43823" x="2109788" y="3829050"/>
          <p14:tracePt t="43839" x="2105025" y="3829050"/>
          <p14:tracePt t="43848" x="2105025" y="3833813"/>
          <p14:tracePt t="43854" x="2097088" y="3833813"/>
          <p14:tracePt t="43862" x="2097088" y="3841750"/>
          <p14:tracePt t="43870" x="2093913" y="3844925"/>
          <p14:tracePt t="43878" x="2093913" y="3854450"/>
          <p14:tracePt t="43893" x="2093913" y="3857625"/>
          <p14:tracePt t="43902" x="2093913" y="3865563"/>
          <p14:tracePt t="43926" x="2097088" y="3865563"/>
          <p14:tracePt t="43931" x="2109788" y="3865563"/>
          <p14:tracePt t="43940" x="2114550" y="3865563"/>
          <p14:tracePt t="43950" x="2125663" y="3865563"/>
          <p14:tracePt t="43958" x="2138363" y="3862388"/>
          <p14:tracePt t="43968" x="2151063" y="3849688"/>
          <p14:tracePt t="43974" x="2171700" y="3836988"/>
          <p14:tracePt t="43982" x="2187575" y="3824288"/>
          <p14:tracePt t="43989" x="2200275" y="3803650"/>
          <p14:tracePt t="43996" x="2212975" y="3792538"/>
          <p14:tracePt t="44005" x="2220913" y="3775075"/>
          <p14:tracePt t="44012" x="2233613" y="3749675"/>
          <p14:tracePt t="44019" x="2233613" y="3738563"/>
          <p14:tracePt t="44028" x="2233613" y="3717925"/>
          <p14:tracePt t="44038" x="2238375" y="3700463"/>
          <p14:tracePt t="44044" x="2238375" y="3679825"/>
          <p14:tracePt t="44052" x="2238375" y="3651250"/>
          <p14:tracePt t="44060" x="2238375" y="3643313"/>
          <p14:tracePt t="44069" x="2238375" y="3630613"/>
          <p14:tracePt t="44076" x="2228850" y="3617913"/>
          <p14:tracePt t="44085" x="2220913" y="3614738"/>
          <p14:tracePt t="44091" x="2217738" y="3602038"/>
          <p14:tracePt t="44100" x="2208213" y="3594100"/>
          <p14:tracePt t="44108" x="2205038" y="3589338"/>
          <p14:tracePt t="44118" x="2197100" y="3589338"/>
          <p14:tracePt t="44124" x="2192338" y="3576638"/>
          <p14:tracePt t="44140" x="2171700" y="3568700"/>
          <p14:tracePt t="44148" x="2166938" y="3563938"/>
          <p14:tracePt t="44155" x="2155825" y="3556000"/>
          <p14:tracePt t="44163" x="2146300" y="3552825"/>
          <p14:tracePt t="44172" x="2143125" y="3543300"/>
          <p14:tracePt t="44182" x="2130425" y="3543300"/>
          <p14:tracePt t="44190" x="2117725" y="3532188"/>
          <p14:tracePt t="44198" x="2105025" y="3527425"/>
          <p14:tracePt t="44204" x="2097088" y="3527425"/>
          <p14:tracePt t="44212" x="2084388" y="3519488"/>
          <p14:tracePt t="44220" x="2073275" y="3519488"/>
          <p14:tracePt t="44228" x="2068513" y="3514725"/>
          <p14:tracePt t="44235" x="2055813" y="3514725"/>
          <p14:tracePt t="44244" x="2043113" y="3506788"/>
          <p14:tracePt t="44252" x="2032000" y="3506788"/>
          <p14:tracePt t="44260" x="2019300" y="3506788"/>
          <p14:tracePt t="44269" x="2006600" y="3506788"/>
          <p14:tracePt t="44276" x="1993900" y="3506788"/>
          <p14:tracePt t="44285" x="1981200" y="3506788"/>
          <p14:tracePt t="44295" x="1970088" y="3506788"/>
          <p14:tracePt t="44307" x="1924050" y="3522663"/>
          <p14:tracePt t="44316" x="1911350" y="3532188"/>
          <p14:tracePt t="44324" x="1898650" y="3543300"/>
          <p14:tracePt t="44335" x="1882775" y="3548063"/>
          <p14:tracePt t="44340" x="1870075" y="3560763"/>
          <p14:tracePt t="44348" x="1857375" y="3568700"/>
          <p14:tracePt t="44356" x="1844675" y="3573463"/>
          <p14:tracePt t="44364" x="1836738" y="3573463"/>
          <p14:tracePt t="44372" x="1833563" y="3581400"/>
          <p14:tracePt t="44380" x="1824038" y="3581400"/>
          <p14:tracePt t="44390" x="1824038" y="3584575"/>
          <p14:tracePt t="44396" x="1820863" y="3584575"/>
          <p14:tracePt t="44412" x="1812925" y="3594100"/>
          <p14:tracePt t="44428" x="1808163" y="3597275"/>
          <p14:tracePt t="44443" x="1800225" y="3605213"/>
          <p14:tracePt t="44459" x="1795463" y="3609975"/>
          <p14:tracePt t="44468" x="1787525" y="3617913"/>
          <p14:tracePt t="44475" x="1787525" y="3622675"/>
          <p14:tracePt t="44484" x="1782763" y="3630613"/>
          <p14:tracePt t="44492" x="1774825" y="3635375"/>
          <p14:tracePt t="44506" x="1774825" y="3643313"/>
          <p14:tracePt t="44516" x="1771650" y="3646488"/>
          <p14:tracePt t="44523" x="1771650" y="3656013"/>
          <p14:tracePt t="44530" x="1771650" y="3659188"/>
          <p14:tracePt t="44542" x="1762125" y="3667125"/>
          <p14:tracePt t="44550" x="1762125" y="3671888"/>
          <p14:tracePt t="44564" x="1758950" y="3692525"/>
          <p14:tracePt t="44572" x="1758950" y="3705225"/>
          <p14:tracePt t="44580" x="1758950" y="3708400"/>
          <p14:tracePt t="44585" x="1758950" y="3721100"/>
          <p14:tracePt t="44594" x="1758950" y="3729038"/>
          <p14:tracePt t="44602" x="1758950" y="3741738"/>
          <p14:tracePt t="44610" x="1758950" y="3746500"/>
          <p14:tracePt t="44618" x="1758950" y="3754438"/>
          <p14:tracePt t="44625" x="1758950" y="3767138"/>
          <p14:tracePt t="44642" x="1758950" y="3770313"/>
          <p14:tracePt t="44650" x="1758950" y="3779838"/>
          <p14:tracePt t="44657" x="1758950" y="3783013"/>
          <p14:tracePt t="44666" x="1762125" y="3795713"/>
          <p14:tracePt t="44676" x="1762125" y="3803650"/>
          <p14:tracePt t="44684" x="1766888" y="3808413"/>
          <p14:tracePt t="44690" x="1766888" y="3821113"/>
          <p14:tracePt t="44697" x="1766888" y="3833813"/>
          <p14:tracePt t="44707" x="1774825" y="3841750"/>
          <p14:tracePt t="44714" x="1774825" y="3854450"/>
          <p14:tracePt t="44723" x="1779588" y="3857625"/>
          <p14:tracePt t="44730" x="1779588" y="3865563"/>
          <p14:tracePt t="44738" x="1787525" y="3870325"/>
          <p14:tracePt t="44753" x="1792288" y="3878263"/>
          <p14:tracePt t="44770" x="1800225" y="3883025"/>
          <p14:tracePt t="44778" x="1800225" y="3890963"/>
          <p14:tracePt t="44786" x="1803400" y="3890963"/>
          <p14:tracePt t="44796" x="1803400" y="3895725"/>
          <p14:tracePt t="44802" x="1816100" y="3895725"/>
          <p14:tracePt t="44810" x="1824038" y="3903663"/>
          <p14:tracePt t="44818" x="1824038" y="3906838"/>
          <p14:tracePt t="44825" x="1828800" y="3916363"/>
          <p14:tracePt t="44834" x="1841500" y="3919538"/>
          <p14:tracePt t="44841" x="1849438" y="3932238"/>
          <p14:tracePt t="44852" x="1862138" y="3944938"/>
          <p14:tracePt t="44858" x="1878013" y="3957638"/>
          <p14:tracePt t="44866" x="1890713" y="3968750"/>
          <p14:tracePt t="44874" x="1911350" y="3981450"/>
          <p14:tracePt t="44882" x="1924050" y="3989388"/>
          <p14:tracePt t="44889" x="1939925" y="4002088"/>
          <p14:tracePt t="44908" x="1952625" y="4006850"/>
          <p14:tracePt t="44914" x="1960563" y="4014788"/>
          <p14:tracePt t="44924" x="1965325" y="4014788"/>
          <p14:tracePt t="44946" x="1973263" y="4014788"/>
          <p14:tracePt t="45256" x="2022475" y="4014788"/>
          <p14:tracePt t="45263" x="2076450" y="4014788"/>
          <p14:tracePt t="45271" x="2159000" y="4014788"/>
          <p14:tracePt t="45280" x="2249488" y="4014788"/>
          <p14:tracePt t="45289" x="2357438" y="4014788"/>
          <p14:tracePt t="45296" x="2473325" y="4030663"/>
          <p14:tracePt t="45304" x="2605088" y="4040188"/>
          <p14:tracePt t="45312" x="2728913" y="4043363"/>
          <p14:tracePt t="45322" x="2878138" y="4051300"/>
          <p14:tracePt t="45327" x="3017838" y="4051300"/>
          <p14:tracePt t="45336" x="3167063" y="4051300"/>
          <p14:tracePt t="45344" x="3298825" y="4048125"/>
          <p14:tracePt t="45352" x="3414713" y="4040188"/>
          <p14:tracePt t="45360" x="3533775" y="4014788"/>
          <p14:tracePt t="45368" x="3633788" y="3989388"/>
          <p14:tracePt t="45375" x="3711575" y="3973513"/>
          <p14:tracePt t="45383" x="3786188" y="3948113"/>
          <p14:tracePt t="45392" x="3848100" y="3937000"/>
          <p14:tracePt t="45400" x="3897313" y="3916363"/>
          <p14:tracePt t="45409" x="3917950" y="3903663"/>
          <p14:tracePt t="45416" x="3930650" y="3898900"/>
          <p14:tracePt t="45423" x="3943350" y="3898900"/>
          <p14:tracePt t="45432" x="3943350" y="3890963"/>
          <p14:tracePt t="45440" x="3946525" y="3890963"/>
          <p14:tracePt t="45457" x="3946525" y="3886200"/>
          <p14:tracePt t="45480" x="3954463" y="3886200"/>
          <p14:tracePt t="45487" x="3959225" y="3886200"/>
          <p14:tracePt t="45496" x="3959225" y="3878263"/>
          <p14:tracePt t="45503" x="3967163" y="3878263"/>
          <p14:tracePt t="45512" x="3979863" y="3878263"/>
          <p14:tracePt t="45520" x="3984625" y="3878263"/>
          <p14:tracePt t="45527" x="3992563" y="3875088"/>
          <p14:tracePt t="45536" x="3995738" y="3875088"/>
          <p14:tracePt t="45544" x="4005263" y="3875088"/>
          <p14:tracePt t="45552" x="4021138" y="3865563"/>
          <p14:tracePt t="45559" x="4041775" y="3862388"/>
          <p14:tracePt t="45568" x="4057650" y="3854450"/>
          <p14:tracePt t="45575" x="4083050" y="3854450"/>
          <p14:tracePt t="45584" x="4116388" y="3849688"/>
          <p14:tracePt t="45590" x="4157663" y="3841750"/>
          <p14:tracePt t="45600" x="4191000" y="3841750"/>
          <p14:tracePt t="45608" x="4219575" y="3836988"/>
          <p14:tracePt t="45616" x="4252913" y="3829050"/>
          <p14:tracePt t="45623" x="4281488" y="3824288"/>
          <p14:tracePt t="45632" x="4305300" y="3824288"/>
          <p14:tracePt t="45640" x="4318000" y="3816350"/>
          <p14:tracePt t="45646" x="4338638" y="3816350"/>
          <p14:tracePt t="45656" x="4343400" y="3813175"/>
          <p14:tracePt t="45664" x="4351338" y="3813175"/>
          <p14:tracePt t="45670" x="4364038" y="3803650"/>
          <p14:tracePt t="45678" x="4367213" y="3803650"/>
          <p14:tracePt t="45686" x="4376738" y="3803650"/>
          <p14:tracePt t="45694" x="4376738" y="3800475"/>
          <p14:tracePt t="45702" x="4379913" y="3800475"/>
          <p14:tracePt t="45709" x="4389438" y="3792538"/>
          <p14:tracePt t="45718" x="4392613" y="3787775"/>
          <p14:tracePt t="45734" x="4400550" y="3787775"/>
          <p14:tracePt t="45752" x="4405313" y="3787775"/>
          <p14:tracePt t="45757" x="4405313" y="3779838"/>
          <p14:tracePt t="45766" x="4413250" y="3779838"/>
          <p14:tracePt t="45782" x="4418013" y="3775075"/>
          <p14:tracePt t="45798" x="4425950" y="3767138"/>
          <p14:tracePt t="45814" x="4430713" y="3767138"/>
          <p14:tracePt t="45822" x="4430713" y="3762375"/>
          <p14:tracePt t="45837" x="4438650" y="3762375"/>
          <p14:tracePt t="45853" x="4438650" y="3754438"/>
          <p14:tracePt t="45862" x="4441825" y="3749675"/>
          <p14:tracePt t="45878" x="4441825" y="3741738"/>
          <p14:tracePt t="45888" x="4441825" y="3738563"/>
          <p14:tracePt t="45907" x="4451350" y="3729038"/>
          <p14:tracePt t="45924" x="4451350" y="3713163"/>
          <p14:tracePt t="45927" x="4451350" y="3705225"/>
          <p14:tracePt t="45942" x="4451350" y="3700463"/>
          <p14:tracePt t="45958" x="4446588" y="3692525"/>
          <p14:tracePt t="45966" x="4438650" y="3687763"/>
          <p14:tracePt t="45975" x="4433888" y="3687763"/>
          <p14:tracePt t="45982" x="4425950" y="3679825"/>
          <p14:tracePt t="45991" x="4421188" y="3679825"/>
          <p14:tracePt t="45998" x="4413250" y="3676650"/>
          <p14:tracePt t="46006" x="4400550" y="3667125"/>
          <p14:tracePt t="46014" x="4397375" y="3667125"/>
          <p14:tracePt t="46021" x="4389438" y="3667125"/>
          <p14:tracePt t="46030" x="4384675" y="3667125"/>
          <p14:tracePt t="46037" x="4371975" y="3667125"/>
          <p14:tracePt t="46046" x="4364038" y="3667125"/>
          <p14:tracePt t="46054" x="4351338" y="3667125"/>
          <p14:tracePt t="46070" x="4346575" y="3663950"/>
          <p14:tracePt t="46078" x="4335463" y="3663950"/>
          <p14:tracePt t="46094" x="4325938" y="3663950"/>
          <p14:tracePt t="46102" x="4322763" y="3663950"/>
          <p14:tracePt t="46118" x="4314825" y="3663950"/>
          <p14:tracePt t="46126" x="4310063" y="3663950"/>
          <p14:tracePt t="46134" x="4302125" y="3663950"/>
          <p14:tracePt t="46150" x="4297363" y="3663950"/>
          <p14:tracePt t="46158" x="4289425" y="3663950"/>
          <p14:tracePt t="46176" x="4284663" y="3663950"/>
          <p14:tracePt t="46179" x="4276725" y="3663950"/>
          <p14:tracePt t="46191" x="4264025" y="3663950"/>
          <p14:tracePt t="46198" x="4260850" y="3663950"/>
          <p14:tracePt t="46206" x="4252913" y="3663950"/>
          <p14:tracePt t="46222" x="4248150" y="3663950"/>
          <p14:tracePt t="46238" x="4240213" y="3663950"/>
          <p14:tracePt t="46295" x="4235450" y="3663950"/>
          <p14:tracePt t="46340" x="4227513" y="3663950"/>
          <p14:tracePt t="46355" x="4222750" y="3667125"/>
          <p14:tracePt t="46364" x="4214813" y="3671888"/>
          <p14:tracePt t="46372" x="4202113" y="3679825"/>
          <p14:tracePt t="46380" x="4191000" y="3679825"/>
          <p14:tracePt t="46387" x="4186238" y="3684588"/>
          <p14:tracePt t="46396" x="4165600" y="3697288"/>
          <p14:tracePt t="46404" x="4160838" y="3697288"/>
          <p14:tracePt t="46412" x="4149725" y="3705225"/>
          <p14:tracePt t="46420" x="4140200" y="3708400"/>
          <p14:tracePt t="46428" x="4137025" y="3717925"/>
          <p14:tracePt t="46436" x="4129088" y="3717925"/>
          <p14:tracePt t="46443" x="4124325" y="3717925"/>
          <p14:tracePt t="46452" x="4116388" y="3717925"/>
          <p14:tracePt t="46460" x="4116388" y="3721100"/>
          <p14:tracePt t="46587" x="4111625" y="3721100"/>
          <p14:tracePt t="46595" x="4111625" y="3729038"/>
          <p14:tracePt t="46603" x="4103688" y="3729038"/>
          <p14:tracePt t="46612" x="4103688" y="3733800"/>
          <p14:tracePt t="46628" x="4098925" y="3733800"/>
          <p14:tracePt t="46652" x="4098925" y="3741738"/>
          <p14:tracePt t="46740" x="4090988" y="3741738"/>
          <p14:tracePt t="46755" x="4087813" y="3741738"/>
          <p14:tracePt t="46764" x="4075113" y="3746500"/>
          <p14:tracePt t="46772" x="4067175" y="3746500"/>
          <p14:tracePt t="46780" x="4054475" y="3746500"/>
          <p14:tracePt t="46788" x="4041775" y="3754438"/>
          <p14:tracePt t="46797" x="4029075" y="3759200"/>
          <p14:tracePt t="46804" x="4013200" y="3759200"/>
          <p14:tracePt t="46811" x="3992563" y="3759200"/>
          <p14:tracePt t="46820" x="3987800" y="3767138"/>
          <p14:tracePt t="46827" x="3967163" y="3767138"/>
          <p14:tracePt t="46836" x="3963988" y="3767138"/>
          <p14:tracePt t="46843" x="3951288" y="3770313"/>
          <p14:tracePt t="46851" x="3938588" y="3770313"/>
          <p14:tracePt t="46860" x="3925888" y="3770313"/>
          <p14:tracePt t="46868" x="3917950" y="3770313"/>
          <p14:tracePt t="46875" x="3905250" y="3770313"/>
          <p14:tracePt t="46884" x="3902075" y="3770313"/>
          <p14:tracePt t="46892" x="3892550" y="3770313"/>
          <p14:tracePt t="46909" x="3881438" y="3770313"/>
          <p14:tracePt t="46925" x="3876675" y="3779838"/>
          <p14:tracePt t="46929" x="3868738" y="3779838"/>
          <p14:tracePt t="46938" x="3868738" y="3783013"/>
          <p14:tracePt t="46954" x="3863975" y="3783013"/>
          <p14:tracePt t="46986" x="3856038" y="3783013"/>
          <p14:tracePt t="46995" x="3856038" y="3792538"/>
          <p14:tracePt t="47010" x="3851275" y="3792538"/>
          <p14:tracePt t="47036" x="3843338" y="3795713"/>
          <p14:tracePt t="47050" x="3843338" y="3803650"/>
          <p14:tracePt t="47074" x="3843338" y="3808413"/>
          <p14:tracePt t="47082" x="3843338" y="3816350"/>
          <p14:tracePt t="47090" x="3843338" y="3821113"/>
          <p14:tracePt t="47099" x="3856038" y="3829050"/>
          <p14:tracePt t="47105" x="3860800" y="3833813"/>
          <p14:tracePt t="47114" x="3884613" y="3844925"/>
          <p14:tracePt t="47122" x="3905250" y="3854450"/>
          <p14:tracePt t="47130" x="3930650" y="3854450"/>
          <p14:tracePt t="47138" x="3954463" y="3854450"/>
          <p14:tracePt t="47145" x="3979863" y="3857625"/>
          <p14:tracePt t="47154" x="3995738" y="3857625"/>
          <p14:tracePt t="47161" x="4016375" y="3857625"/>
          <p14:tracePt t="47172" x="4033838" y="3857625"/>
          <p14:tracePt t="47177" x="4046538" y="3857625"/>
          <p14:tracePt t="47186" x="4057650" y="3857625"/>
          <p14:tracePt t="47193" x="4070350" y="3854450"/>
          <p14:tracePt t="47202" x="4078288" y="3854450"/>
          <p14:tracePt t="47210" x="4095750" y="3854450"/>
          <p14:tracePt t="47217" x="4108450" y="3854450"/>
          <p14:tracePt t="47226" x="4119563" y="3854450"/>
          <p14:tracePt t="47234" x="4132263" y="3854450"/>
          <p14:tracePt t="47242" x="4140200" y="3854450"/>
          <p14:tracePt t="47250" x="4144963" y="3854450"/>
          <p14:tracePt t="47259" x="4152900" y="3854450"/>
          <p14:tracePt t="47266" x="4165600" y="3854450"/>
          <p14:tracePt t="47274" x="4170363" y="3854450"/>
          <p14:tracePt t="47282" x="4178300" y="3854450"/>
          <p14:tracePt t="47290" x="4181475" y="3854450"/>
          <p14:tracePt t="47298" x="4191000" y="3854450"/>
          <p14:tracePt t="47306" x="4194175" y="3854450"/>
          <p14:tracePt t="47314" x="4202113" y="3854450"/>
          <p14:tracePt t="47330" x="4206875" y="3854450"/>
          <p14:tracePt t="47346" x="4214813" y="3854450"/>
          <p14:tracePt t="47362" x="4219575" y="3857625"/>
          <p14:tracePt t="47377" x="4227513" y="3857625"/>
          <p14:tracePt t="47386" x="4232275" y="3857625"/>
          <p14:tracePt t="47402" x="4240213" y="3865563"/>
          <p14:tracePt t="47410" x="4243388" y="3865563"/>
          <p14:tracePt t="47418" x="4256088" y="3865563"/>
          <p14:tracePt t="47426" x="4264025" y="3865563"/>
          <p14:tracePt t="47433" x="4276725" y="3865563"/>
          <p14:tracePt t="47442" x="4289425" y="3870325"/>
          <p14:tracePt t="47450" x="4305300" y="3870325"/>
          <p14:tracePt t="47459" x="4325938" y="3883025"/>
          <p14:tracePt t="47466" x="4343400" y="3890963"/>
          <p14:tracePt t="47474" x="4367213" y="3895725"/>
          <p14:tracePt t="47482" x="4389438" y="3903663"/>
          <p14:tracePt t="47489" x="4405313" y="3916363"/>
          <p14:tracePt t="47498" x="4418013" y="3916363"/>
          <p14:tracePt t="47504" x="4430713" y="3916363"/>
          <p14:tracePt t="47511" x="4441825" y="3916363"/>
          <p14:tracePt t="47522" x="4451350" y="3916363"/>
          <p14:tracePt t="47529" x="4454525" y="3916363"/>
          <p14:tracePt t="48438" x="4446588" y="3919538"/>
          <p14:tracePt t="48445" x="4400550" y="3919538"/>
          <p14:tracePt t="48454" x="4335463" y="3919538"/>
          <p14:tracePt t="48461" x="4248150" y="3919538"/>
          <p14:tracePt t="48469" x="4140200" y="3919538"/>
          <p14:tracePt t="48478" x="4016375" y="3919538"/>
          <p14:tracePt t="48486" x="3881438" y="3919538"/>
          <p14:tracePt t="48493" x="3744913" y="3919538"/>
          <p14:tracePt t="48501" x="3621088" y="3919538"/>
          <p14:tracePt t="48510" x="3505200" y="3932238"/>
          <p14:tracePt t="48518" x="3373438" y="3944938"/>
          <p14:tracePt t="48527" x="3249613" y="3957638"/>
          <p14:tracePt t="48533" x="3113088" y="3965575"/>
          <p14:tracePt t="48544" x="2997200" y="3968750"/>
          <p14:tracePt t="48550" x="2886075" y="3989388"/>
          <p14:tracePt t="48558" x="2778125" y="4002088"/>
          <p14:tracePt t="48565" x="2700338" y="4019550"/>
          <p14:tracePt t="48574" x="2630488" y="4030663"/>
          <p14:tracePt t="48581" x="2579688" y="4030663"/>
          <p14:tracePt t="48590" x="2551113" y="4040188"/>
          <p14:tracePt t="48598" x="2538413" y="4043363"/>
          <p14:tracePt t="48606" x="2527300" y="4043363"/>
          <p14:tracePt t="48621" x="2517775" y="4051300"/>
          <p14:tracePt t="48671" x="2514600" y="4056063"/>
          <p14:tracePt t="48678" x="2501900" y="4064000"/>
          <p14:tracePt t="48686" x="2493963" y="4064000"/>
          <p14:tracePt t="48694" x="2476500" y="4064000"/>
          <p14:tracePt t="48702" x="2455863" y="4068763"/>
          <p14:tracePt t="48710" x="2444750" y="4081463"/>
          <p14:tracePt t="48718" x="2427288" y="4089400"/>
          <p14:tracePt t="48727" x="2406650" y="4089400"/>
          <p14:tracePt t="48734" x="2390775" y="4089400"/>
          <p14:tracePt t="48741" x="2352675" y="4089400"/>
          <p14:tracePt t="48750" x="2316163" y="4089400"/>
          <p14:tracePt t="48758" x="2270125" y="4089400"/>
          <p14:tracePt t="48767" x="2220913" y="4084638"/>
          <p14:tracePt t="48774" x="2179638" y="4084638"/>
          <p14:tracePt t="48783" x="2143125" y="4076700"/>
          <p14:tracePt t="48790" x="2130425" y="4064000"/>
          <p14:tracePt t="48795" x="2122488" y="4064000"/>
          <p14:tracePt t="48805" x="2117725" y="4060825"/>
          <p14:tracePt t="48815" x="2109788" y="4060825"/>
          <p14:tracePt t="48830" x="2105025" y="4051300"/>
          <p14:tracePt t="48884" x="2105025" y="4048125"/>
          <p14:tracePt t="48934" x="2105025" y="4040188"/>
          <p14:tracePt t="48948" x="2105025" y="4035425"/>
          <p14:tracePt t="48995" x="2105025" y="4027488"/>
          <p14:tracePt t="54722" x="2105025" y="4056063"/>
          <p14:tracePt t="54730" x="2105025" y="4125913"/>
          <p14:tracePt t="54738" x="2105025" y="4205288"/>
          <p14:tracePt t="54746" x="2105025" y="4287838"/>
          <p14:tracePt t="54753" x="2105025" y="4365625"/>
          <p14:tracePt t="54762" x="2105025" y="4440238"/>
          <p14:tracePt t="54770" x="2097088" y="4527550"/>
          <p14:tracePt t="54778" x="2097088" y="4610100"/>
          <p14:tracePt t="54785" x="2097088" y="4700588"/>
          <p14:tracePt t="54794" x="2093913" y="4783138"/>
          <p14:tracePt t="54802" x="2093913" y="4819650"/>
          <p14:tracePt t="54810" x="2084388" y="4870450"/>
          <p14:tracePt t="54818" x="2084388" y="4899025"/>
          <p14:tracePt t="54825" x="2084388" y="4922838"/>
          <p14:tracePt t="54834" x="2084388" y="4956175"/>
          <p14:tracePt t="54841" x="2084388" y="4968875"/>
          <p14:tracePt t="54850" x="2084388" y="4981575"/>
          <p14:tracePt t="54858" x="2084388" y="4984750"/>
          <p14:tracePt t="54867" x="2084388" y="4997450"/>
          <p14:tracePt t="54873" x="2084388" y="5005388"/>
          <p14:tracePt t="54883" x="2084388" y="5010150"/>
          <p14:tracePt t="54890" x="2084388" y="5018088"/>
          <p14:tracePt t="55472" x="2084388" y="5014913"/>
          <p14:tracePt t="55479" x="2101850" y="5002213"/>
          <p14:tracePt t="55489" x="2122488" y="4994275"/>
          <p14:tracePt t="55496" x="2146300" y="4976813"/>
          <p14:tracePt t="55504" x="2171700" y="4964113"/>
          <p14:tracePt t="55512" x="2197100" y="4953000"/>
          <p14:tracePt t="55520" x="2212975" y="4940300"/>
          <p14:tracePt t="55530" x="2238375" y="4927600"/>
          <p14:tracePt t="55536" x="2259013" y="4919663"/>
          <p14:tracePt t="55544" x="2274888" y="4914900"/>
          <p14:tracePt t="55552" x="2282825" y="4906963"/>
          <p14:tracePt t="55560" x="2295525" y="4902200"/>
          <p14:tracePt t="55575" x="2300288" y="4902200"/>
          <p14:tracePt t="55584" x="2300288" y="4894263"/>
          <p14:tracePt t="55840" x="2308225" y="4894263"/>
          <p14:tracePt t="55847" x="2320925" y="4891088"/>
          <p14:tracePt t="55856" x="2332038" y="4891088"/>
          <p14:tracePt t="55864" x="2344738" y="4878388"/>
          <p14:tracePt t="55872" x="2357438" y="4878388"/>
          <p14:tracePt t="55880" x="2362200" y="4870450"/>
          <p14:tracePt t="55887" x="2373313" y="4870450"/>
          <p14:tracePt t="55901" x="2386013" y="4857750"/>
          <p14:tracePt t="55903" x="2398713" y="4852988"/>
          <p14:tracePt t="55912" x="2411413" y="4845050"/>
          <p14:tracePt t="55920" x="2432050" y="4832350"/>
          <p14:tracePt t="55926" x="2447925" y="4819650"/>
          <p14:tracePt t="55934" x="2468563" y="4816475"/>
          <p14:tracePt t="55944" x="2486025" y="4808538"/>
          <p14:tracePt t="55952" x="2506663" y="4795838"/>
          <p14:tracePt t="55958" x="2517775" y="4791075"/>
          <p14:tracePt t="55967" x="2535238" y="4783138"/>
          <p14:tracePt t="55973" x="2543175" y="4778375"/>
          <p14:tracePt t="55998" x="2543175" y="4770438"/>
          <p14:tracePt t="56683" x="2538413" y="4770438"/>
          <p14:tracePt t="56788" x="2538413" y="4775200"/>
          <p14:tracePt t="56795" x="2555875" y="4783138"/>
          <p14:tracePt t="56804" x="2605088" y="4799013"/>
          <p14:tracePt t="56812" x="2671763" y="4808538"/>
          <p14:tracePt t="56820" x="2757488" y="4808538"/>
          <p14:tracePt t="56828" x="2840038" y="4808538"/>
          <p14:tracePt t="56836" x="2927350" y="4791075"/>
          <p14:tracePt t="56844" x="2981325" y="4778375"/>
          <p14:tracePt t="56851" x="3030538" y="4770438"/>
          <p14:tracePt t="56859" x="3067050" y="4767263"/>
          <p14:tracePt t="56870" x="3092450" y="4757738"/>
          <p14:tracePt t="56876" x="3116263" y="4754563"/>
          <p14:tracePt t="56884" x="3125788" y="4754563"/>
          <p14:tracePt t="56902" x="3128963" y="4754563"/>
          <p14:tracePt t="56932" x="3128963" y="4746625"/>
          <p14:tracePt t="57156" x="3141663" y="4746625"/>
          <p14:tracePt t="57161" x="3190875" y="4746625"/>
          <p14:tracePt t="57170" x="3241675" y="4749800"/>
          <p14:tracePt t="57180" x="3298825" y="4770438"/>
          <p14:tracePt t="57187" x="3373438" y="4787900"/>
          <p14:tracePt t="57194" x="3448050" y="4799013"/>
          <p14:tracePt t="57201" x="3525838" y="4808538"/>
          <p14:tracePt t="57210" x="3613150" y="4819650"/>
          <p14:tracePt t="57218" x="3686175" y="4824413"/>
          <p14:tracePt t="57226" x="3757613" y="4837113"/>
          <p14:tracePt t="57235" x="3810000" y="4837113"/>
          <p14:tracePt t="57241" x="3860800" y="4845050"/>
          <p14:tracePt t="57250" x="3897313" y="4845050"/>
          <p14:tracePt t="57257" x="3917950" y="4845050"/>
          <p14:tracePt t="57266" x="3943350" y="4845050"/>
          <p14:tracePt t="57274" x="3954463" y="4845050"/>
          <p14:tracePt t="57281" x="3967163" y="4845050"/>
          <p14:tracePt t="57289" x="3971925" y="4845050"/>
          <p14:tracePt t="57305" x="3979863" y="4845050"/>
          <p14:tracePt t="57386" x="3984625" y="4845050"/>
          <p14:tracePt t="57434" x="3992563" y="4845050"/>
          <p14:tracePt t="57449" x="3995738" y="4845050"/>
          <p14:tracePt t="57466" x="4005263" y="4845050"/>
          <p14:tracePt t="57474" x="4008438" y="4845050"/>
          <p14:tracePt t="57482" x="4016375" y="4845050"/>
          <p14:tracePt t="57490" x="4021138" y="4845050"/>
          <p14:tracePt t="57498" x="4029075" y="4845050"/>
          <p14:tracePt t="57513" x="4033838" y="4845050"/>
          <p14:tracePt t="57530" x="4041775" y="4840288"/>
          <p14:tracePt t="57554" x="4046538" y="4840288"/>
          <p14:tracePt t="57666" x="4046538" y="4832350"/>
          <p14:tracePt t="57673" x="4054475" y="4832350"/>
          <p14:tracePt t="57984" x="4041775" y="4832350"/>
          <p14:tracePt t="57991" x="4025900" y="4837113"/>
          <p14:tracePt t="57999" x="4005263" y="4845050"/>
          <p14:tracePt t="58008" x="3979863" y="4857750"/>
          <p14:tracePt t="58016" x="3943350" y="4870450"/>
          <p14:tracePt t="58023" x="3913188" y="4881563"/>
          <p14:tracePt t="58032" x="3863975" y="4894263"/>
          <p14:tracePt t="58040" x="3814763" y="4906963"/>
          <p14:tracePt t="58047" x="3757613" y="4922838"/>
          <p14:tracePt t="58055" x="3690938" y="4948238"/>
          <p14:tracePt t="58064" x="3616325" y="4973638"/>
          <p14:tracePt t="58071" x="3533775" y="4981575"/>
          <p14:tracePt t="58080" x="3455988" y="4984750"/>
          <p14:tracePt t="58088" x="3373438" y="4997450"/>
          <p14:tracePt t="58095" x="3298825" y="5005388"/>
          <p14:tracePt t="58104" x="3224213" y="5005388"/>
          <p14:tracePt t="58112" x="3159125" y="5005388"/>
          <p14:tracePt t="58121" x="3087688" y="5005388"/>
          <p14:tracePt t="58128" x="3022600" y="5005388"/>
          <p14:tracePt t="58137" x="2960688" y="4994275"/>
          <p14:tracePt t="58144" x="2901950" y="4968875"/>
          <p14:tracePt t="58153" x="2852738" y="4964113"/>
          <p14:tracePt t="58159" x="2811463" y="4943475"/>
          <p14:tracePt t="58169" x="2765425" y="4919663"/>
          <p14:tracePt t="58175" x="2741613" y="4894263"/>
          <p14:tracePt t="58184" x="2713038" y="4878388"/>
          <p14:tracePt t="58191" x="2700338" y="4865688"/>
          <p14:tracePt t="58200" x="2687638" y="4857750"/>
          <p14:tracePt t="58207" x="2674938" y="4845050"/>
          <p14:tracePt t="58215" x="2662238" y="4840288"/>
          <p14:tracePt t="58224" x="2651125" y="4840288"/>
          <p14:tracePt t="58232" x="2641600" y="4832350"/>
          <p14:tracePt t="58240" x="2638425" y="4829175"/>
          <p14:tracePt t="58248" x="2625725" y="4819650"/>
          <p14:tracePt t="58256" x="2613025" y="4819650"/>
          <p14:tracePt t="58264" x="2600325" y="4819650"/>
          <p14:tracePt t="58272" x="2579688" y="4819650"/>
          <p14:tracePt t="58280" x="2568575" y="4819650"/>
          <p14:tracePt t="58287" x="2555875" y="4819650"/>
          <p14:tracePt t="58296" x="2538413" y="4819650"/>
          <p14:tracePt t="58304" x="2530475" y="4819650"/>
          <p14:tracePt t="58312" x="2514600" y="4819650"/>
          <p14:tracePt t="58319" x="2506663" y="4816475"/>
          <p14:tracePt t="58327" x="2481263" y="4816475"/>
          <p14:tracePt t="58336" x="2465388" y="4816475"/>
          <p14:tracePt t="58344" x="2444750" y="4816475"/>
          <p14:tracePt t="58350" x="2414588" y="4816475"/>
          <p14:tracePt t="58360" x="2393950" y="4816475"/>
          <p14:tracePt t="58369" x="2370138" y="4816475"/>
          <p14:tracePt t="58376" x="2344738" y="4816475"/>
          <p14:tracePt t="58383" x="2316163" y="4816475"/>
          <p14:tracePt t="58392" x="2290763" y="4816475"/>
          <p14:tracePt t="58400" x="2259013" y="4816475"/>
          <p14:tracePt t="58406" x="2241550" y="4816475"/>
          <p14:tracePt t="58414" x="2220913" y="4816475"/>
          <p14:tracePt t="58423" x="2208213" y="4816475"/>
          <p14:tracePt t="58430" x="2197100" y="4816475"/>
          <p14:tracePt t="58438" x="2192338" y="4816475"/>
          <p14:tracePt t="58446" x="2184400" y="4816475"/>
          <p14:tracePt t="58853" x="2187575" y="4816475"/>
          <p14:tracePt t="58870" x="2197100" y="4816475"/>
          <p14:tracePt t="58886" x="2200275" y="4816475"/>
          <p14:tracePt t="58903" x="2208213" y="4808538"/>
          <p14:tracePt t="58917" x="2212975" y="4808538"/>
          <p14:tracePt t="58934" x="2220913" y="4808538"/>
          <p14:tracePt t="58942" x="2225675" y="4808538"/>
          <p14:tracePt t="58950" x="2233613" y="4808538"/>
          <p14:tracePt t="58957" x="2238375" y="4808538"/>
          <p14:tracePt t="58966" x="2246313" y="4808538"/>
          <p14:tracePt t="58973" x="2249488" y="4808538"/>
          <p14:tracePt t="58982" x="2270125" y="4808538"/>
          <p14:tracePt t="58990" x="2282825" y="4808538"/>
          <p14:tracePt t="58998" x="2300288" y="4808538"/>
          <p14:tracePt t="59006" x="2320925" y="4808538"/>
          <p14:tracePt t="59014" x="2336800" y="4811713"/>
          <p14:tracePt t="59021" x="2357438" y="4811713"/>
          <p14:tracePt t="59030" x="2370138" y="4819650"/>
          <p14:tracePt t="59038" x="2398713" y="4824413"/>
          <p14:tracePt t="59046" x="2419350" y="4824413"/>
          <p14:tracePt t="59054" x="2432050" y="4832350"/>
          <p14:tracePt t="59062" x="2455863" y="4837113"/>
          <p14:tracePt t="59067" x="2481263" y="4837113"/>
          <p14:tracePt t="59077" x="2493963" y="4845050"/>
          <p14:tracePt t="59084" x="2509838" y="4845050"/>
          <p14:tracePt t="59091" x="2530475" y="4849813"/>
          <p14:tracePt t="59100" x="2547938" y="4849813"/>
          <p14:tracePt t="59107" x="2559050" y="4857750"/>
          <p14:tracePt t="59117" x="2571750" y="4857750"/>
          <p14:tracePt t="59123" x="2584450" y="4857750"/>
          <p14:tracePt t="59132" x="2592388" y="4860925"/>
          <p14:tracePt t="59140" x="2597150" y="4860925"/>
          <p14:tracePt t="59148" x="2609850" y="4860925"/>
          <p14:tracePt t="59155" x="2617788" y="4870450"/>
          <p14:tracePt t="59164" x="2630488" y="4870450"/>
          <p14:tracePt t="59172" x="2633663" y="4870450"/>
          <p14:tracePt t="59180" x="2641600" y="4873625"/>
          <p14:tracePt t="59187" x="2654300" y="4873625"/>
          <p14:tracePt t="59195" x="2659063" y="4873625"/>
          <p14:tracePt t="59204" x="2671763" y="4881563"/>
          <p14:tracePt t="59212" x="2679700" y="4881563"/>
          <p14:tracePt t="59220" x="2692400" y="4881563"/>
          <p14:tracePt t="59228" x="2695575" y="4881563"/>
          <p14:tracePt t="59236" x="2716213" y="4881563"/>
          <p14:tracePt t="59244" x="2720975" y="4881563"/>
          <p14:tracePt t="59252" x="2733675" y="4886325"/>
          <p14:tracePt t="59260" x="2744788" y="4886325"/>
          <p14:tracePt t="59267" x="2765425" y="4894263"/>
          <p14:tracePt t="59276" x="2778125" y="4894263"/>
          <p14:tracePt t="59284" x="2795588" y="4894263"/>
          <p14:tracePt t="59292" x="2806700" y="4894263"/>
          <p14:tracePt t="59300" x="2819400" y="4899025"/>
          <p14:tracePt t="59308" x="2840038" y="4906963"/>
          <p14:tracePt t="59316" x="2865438" y="4906963"/>
          <p14:tracePt t="59323" x="2889250" y="4906963"/>
          <p14:tracePt t="59332" x="2914650" y="4906963"/>
          <p14:tracePt t="59339" x="2943225" y="4906963"/>
          <p14:tracePt t="59348" x="2976563" y="4906963"/>
          <p14:tracePt t="59355" x="3017838" y="4906963"/>
          <p14:tracePt t="59364" x="3054350" y="4906963"/>
          <p14:tracePt t="59371" x="3092450" y="4906963"/>
          <p14:tracePt t="59380" x="3128963" y="4906963"/>
          <p14:tracePt t="59387" x="3175000" y="4906963"/>
          <p14:tracePt t="59396" x="3203575" y="4906963"/>
          <p14:tracePt t="59404" x="3236913" y="4906963"/>
          <p14:tracePt t="59412" x="3262313" y="4906963"/>
          <p14:tracePt t="59420" x="3286125" y="4906963"/>
          <p14:tracePt t="59427" x="3303588" y="4906963"/>
          <p14:tracePt t="59437" x="3327400" y="4906963"/>
          <p14:tracePt t="59444" x="3348038" y="4906963"/>
          <p14:tracePt t="59452" x="3360738" y="4906963"/>
          <p14:tracePt t="59460" x="3373438" y="4906963"/>
          <p14:tracePt t="59468" x="3386138" y="4906963"/>
          <p14:tracePt t="59476" x="3397250" y="4906963"/>
          <p14:tracePt t="59484" x="3409950" y="4906963"/>
          <p14:tracePt t="59492" x="3414713" y="4906963"/>
          <p14:tracePt t="59500" x="3422650" y="4906963"/>
          <p14:tracePt t="59516" x="3427413" y="4906963"/>
          <p14:tracePt t="59523" x="3435350" y="4906963"/>
          <p14:tracePt t="59540" x="3438525" y="4902200"/>
          <p14:tracePt t="59548" x="3448050" y="4902200"/>
          <p14:tracePt t="59556" x="3451225" y="4894263"/>
          <p14:tracePt t="59564" x="3459163" y="4894263"/>
          <p14:tracePt t="59572" x="3471863" y="4891088"/>
          <p14:tracePt t="59580" x="3484563" y="4881563"/>
          <p14:tracePt t="59588" x="3497263" y="4878388"/>
          <p14:tracePt t="59596" x="3513138" y="4865688"/>
          <p14:tracePt t="59604" x="3538538" y="4865688"/>
          <p14:tracePt t="59612" x="3562350" y="4852988"/>
          <p14:tracePt t="59620" x="3595688" y="4840288"/>
          <p14:tracePt t="59628" x="3636963" y="4832350"/>
          <p14:tracePt t="59636" x="3675063" y="4829175"/>
          <p14:tracePt t="59645" x="3719513" y="4816475"/>
          <p14:tracePt t="59651" x="3757613" y="4803775"/>
          <p14:tracePt t="59661" x="3806825" y="4795838"/>
          <p14:tracePt t="59667" x="3856038" y="4791075"/>
          <p14:tracePt t="59673" x="3910013" y="4770438"/>
          <p14:tracePt t="59682" x="3967163" y="4757738"/>
          <p14:tracePt t="59692" x="4029075" y="4741863"/>
          <p14:tracePt t="59700" x="4083050" y="4729163"/>
          <p14:tracePt t="59706" x="4144963" y="4716463"/>
          <p14:tracePt t="59716" x="4194175" y="4708525"/>
          <p14:tracePt t="59724" x="4243388" y="4705350"/>
          <p14:tracePt t="59730" x="4281488" y="4695825"/>
          <p14:tracePt t="59738" x="4314825" y="4679950"/>
          <p14:tracePt t="59746" x="4325938" y="4672013"/>
          <p14:tracePt t="59753" x="4343400" y="4659313"/>
          <p14:tracePt t="59762" x="4351338" y="4659313"/>
          <p14:tracePt t="59778" x="4356100" y="4659313"/>
          <p14:tracePt t="59834" x="4351338" y="4659313"/>
          <p14:tracePt t="64144" x="4325938" y="4659313"/>
          <p14:tracePt t="64152" x="4273550" y="4675188"/>
          <p14:tracePt t="64159" x="4186238" y="4700588"/>
          <p14:tracePt t="64167" x="4098925" y="4713288"/>
          <p14:tracePt t="64175" x="4000500" y="4737100"/>
          <p14:tracePt t="64184" x="3905250" y="4770438"/>
          <p14:tracePt t="64191" x="3802063" y="4799013"/>
          <p14:tracePt t="64200" x="3706813" y="4837113"/>
          <p14:tracePt t="64209" x="3595688" y="4873625"/>
          <p14:tracePt t="64216" x="3492500" y="4911725"/>
          <p14:tracePt t="64228" x="3368675" y="4948238"/>
          <p14:tracePt t="64231" x="3224213" y="4994275"/>
          <p14:tracePt t="64240" x="3087688" y="5030788"/>
          <p14:tracePt t="64248" x="2922588" y="5067300"/>
          <p14:tracePt t="64255" x="2762250" y="5108575"/>
          <p14:tracePt t="64263" x="2579688" y="5154613"/>
          <p14:tracePt t="64272" x="2382838" y="5195888"/>
          <p14:tracePt t="64280" x="2205038" y="5241925"/>
          <p14:tracePt t="64286" x="2022475" y="5278438"/>
          <p14:tracePt t="64293" x="1870075" y="5307013"/>
          <p14:tracePt t="64301" x="1712913" y="5319713"/>
          <p14:tracePt t="64310" x="1585913" y="5340350"/>
          <p14:tracePt t="64317" x="1477963" y="5345113"/>
          <p14:tracePt t="64325" x="1387475" y="5353050"/>
          <p14:tracePt t="64334" x="1292225" y="5353050"/>
          <p14:tracePt t="64344" x="1217613" y="5353050"/>
          <p14:tracePt t="64350" x="1152525" y="5353050"/>
          <p14:tracePt t="64359" x="1093788" y="5353050"/>
          <p14:tracePt t="64365" x="1044575" y="5353050"/>
          <p14:tracePt t="64374" x="1016000" y="5353050"/>
          <p14:tracePt t="64381" x="990600" y="5353050"/>
          <p14:tracePt t="64389" x="966788" y="5353050"/>
          <p14:tracePt t="64398" x="946150" y="5353050"/>
          <p14:tracePt t="64406" x="941388" y="5353050"/>
          <p14:tracePt t="64415" x="928688" y="5357813"/>
          <p14:tracePt t="64422" x="920750" y="5365750"/>
          <p14:tracePt t="64430" x="915988" y="5368925"/>
          <p14:tracePt t="64437" x="908050" y="5368925"/>
          <p14:tracePt t="64454" x="908050" y="5378450"/>
          <p14:tracePt t="64462" x="904875" y="5378450"/>
          <p14:tracePt t="64685" x="912813" y="5378450"/>
          <p14:tracePt t="64693" x="933450" y="5378450"/>
          <p14:tracePt t="64702" x="962025" y="5373688"/>
          <p14:tracePt t="64708" x="995363" y="5365750"/>
          <p14:tracePt t="64715" x="1031875" y="5365750"/>
          <p14:tracePt t="64725" x="1073150" y="5365750"/>
          <p14:tracePt t="64732" x="1111250" y="5365750"/>
          <p14:tracePt t="64741" x="1160463" y="5365750"/>
          <p14:tracePt t="64747" x="1230313" y="5365750"/>
          <p14:tracePt t="64757" x="1296988" y="5365750"/>
          <p14:tracePt t="64763" x="1370013" y="5378450"/>
          <p14:tracePt t="64773" x="1444625" y="5389563"/>
          <p14:tracePt t="64780" x="1527175" y="5394325"/>
          <p14:tracePt t="64788" x="1614488" y="5407025"/>
          <p14:tracePt t="64796" x="1700213" y="5427663"/>
          <p14:tracePt t="64803" x="1779588" y="5440363"/>
          <p14:tracePt t="64811" x="1865313" y="5451475"/>
          <p14:tracePt t="64820" x="1949450" y="5456238"/>
          <p14:tracePt t="64828" x="2022475" y="5464175"/>
          <p14:tracePt t="64836" x="2097088" y="5468938"/>
          <p14:tracePt t="64844" x="2163763" y="5468938"/>
          <p14:tracePt t="64852" x="2225675" y="5468938"/>
          <p14:tracePt t="64860" x="2274888" y="5468938"/>
          <p14:tracePt t="64868" x="2311400" y="5468938"/>
          <p14:tracePt t="64876" x="2344738" y="5468938"/>
          <p14:tracePt t="64884" x="2362200" y="5468938"/>
          <p14:tracePt t="64892" x="2370138" y="5468938"/>
          <p14:tracePt t="64963" x="2373313" y="5468938"/>
          <p14:tracePt t="64979" x="2382838" y="5468938"/>
          <p14:tracePt t="65003" x="2386013" y="5468938"/>
          <p14:tracePt t="65011" x="2398713" y="5464175"/>
          <p14:tracePt t="65032" x="2411413" y="5464175"/>
          <p14:tracePt t="65043" x="2517775" y="5461000"/>
          <p14:tracePt t="65051" x="2543175" y="5461000"/>
          <p14:tracePt t="65060" x="2571750" y="5461000"/>
          <p14:tracePt t="65068" x="2597150" y="5461000"/>
          <p14:tracePt t="65076" x="2633663" y="5461000"/>
          <p14:tracePt t="65083" x="2659063" y="5461000"/>
          <p14:tracePt t="65092" x="2682875" y="5461000"/>
          <p14:tracePt t="65100" x="2716213" y="5461000"/>
          <p14:tracePt t="65106" x="2733675" y="5461000"/>
          <p14:tracePt t="65115" x="2757488" y="5461000"/>
          <p14:tracePt t="65121" x="2770188" y="5461000"/>
          <p14:tracePt t="65132" x="2795588" y="5461000"/>
          <p14:tracePt t="65138" x="2816225" y="5461000"/>
          <p14:tracePt t="65146" x="2827338" y="5461000"/>
          <p14:tracePt t="65154" x="2840038" y="5461000"/>
          <p14:tracePt t="65162" x="2857500" y="5461000"/>
          <p14:tracePt t="65170" x="2868613" y="5461000"/>
          <p14:tracePt t="65178" x="2889250" y="5461000"/>
          <p14:tracePt t="65185" x="2906713" y="5461000"/>
          <p14:tracePt t="65193" x="2927350" y="5461000"/>
          <p14:tracePt t="65202" x="2955925" y="5461000"/>
          <p14:tracePt t="65210" x="2981325" y="5464175"/>
          <p14:tracePt t="65218" x="3005138" y="5464175"/>
          <p14:tracePt t="65228" x="3030538" y="5464175"/>
          <p14:tracePt t="65234" x="3054350" y="5464175"/>
          <p14:tracePt t="65243" x="3079750" y="5464175"/>
          <p14:tracePt t="65250" x="3113088" y="5468938"/>
          <p14:tracePt t="65259" x="3154363" y="5468938"/>
          <p14:tracePt t="65265" x="3203575" y="5468938"/>
          <p14:tracePt t="65273" x="3273425" y="5468938"/>
          <p14:tracePt t="65282" x="3324225" y="5468938"/>
          <p14:tracePt t="65290" x="3389313" y="5468938"/>
          <p14:tracePt t="65297" x="3448050" y="5476875"/>
          <p14:tracePt t="65305" x="3521075" y="5476875"/>
          <p14:tracePt t="65313" x="3587750" y="5476875"/>
          <p14:tracePt t="65321" x="3657600" y="5481638"/>
          <p14:tracePt t="65332" x="3732213" y="5481638"/>
          <p14:tracePt t="65338" x="3806825" y="5489575"/>
          <p14:tracePt t="65346" x="3871913" y="5492750"/>
          <p14:tracePt t="65353" x="3954463" y="5492750"/>
          <p14:tracePt t="65362" x="4041775" y="5492750"/>
          <p14:tracePt t="65369" x="4129088" y="5492750"/>
          <p14:tracePt t="65377" x="4214813" y="5502275"/>
          <p14:tracePt t="65386" x="4302125" y="5513388"/>
          <p14:tracePt t="65394" x="4379913" y="5513388"/>
          <p14:tracePt t="65401" x="4462463" y="5513388"/>
          <p14:tracePt t="65409" x="4554538" y="5513388"/>
          <p14:tracePt t="65418" x="4627563" y="5513388"/>
          <p14:tracePt t="65426" x="4699000" y="5513388"/>
          <p14:tracePt t="65434" x="4764088" y="5513388"/>
          <p14:tracePt t="65442" x="4822825" y="5513388"/>
          <p14:tracePt t="65449" x="4864100" y="5513388"/>
          <p14:tracePt t="65459" x="4900613" y="5513388"/>
          <p14:tracePt t="65466" x="4933950" y="5510213"/>
          <p14:tracePt t="65474" x="4957763" y="5510213"/>
          <p14:tracePt t="65482" x="4983163" y="5510213"/>
          <p14:tracePt t="65489" x="4999038" y="5510213"/>
          <p14:tracePt t="65498" x="5011738" y="5510213"/>
          <p14:tracePt t="65506" x="5024438" y="5502275"/>
          <p14:tracePt t="65514" x="5045075" y="5502275"/>
          <p14:tracePt t="65522" x="5060950" y="5502275"/>
          <p14:tracePt t="65530" x="5081588" y="5502275"/>
          <p14:tracePt t="65536" x="5099050" y="5497513"/>
          <p14:tracePt t="65543" x="5111750" y="5497513"/>
          <p14:tracePt t="65552" x="5122863" y="5497513"/>
          <p14:tracePt t="65560" x="5132388" y="5497513"/>
          <p14:tracePt t="65568" x="5135563" y="5497513"/>
          <p14:tracePt t="65576" x="5143500" y="5497513"/>
          <p14:tracePt t="65647" x="5148263" y="5497513"/>
          <p14:tracePt t="66278" x="5143500" y="5497513"/>
          <p14:tracePt t="66380" x="5148263" y="5497513"/>
          <p14:tracePt t="66389" x="5148263" y="5489575"/>
          <p14:tracePt t="66397" x="5156200" y="5489575"/>
          <p14:tracePt t="66406" x="5160963" y="5484813"/>
          <p14:tracePt t="66411" x="5168900" y="5484813"/>
          <p14:tracePt t="66422" x="5173663" y="5476875"/>
          <p14:tracePt t="66429" x="5181600" y="5476875"/>
          <p14:tracePt t="66436" x="5184775" y="5476875"/>
          <p14:tracePt t="66444" x="5184775" y="5472113"/>
          <p14:tracePt t="66452" x="5194300" y="5472113"/>
          <p14:tracePt t="66460" x="5197475" y="5472113"/>
          <p14:tracePt t="66612" x="5194300" y="5472113"/>
          <p14:tracePt t="66619" x="5189538" y="5472113"/>
          <p14:tracePt t="66627" x="5181600" y="5472113"/>
          <p14:tracePt t="66636" x="5176838" y="5472113"/>
          <p14:tracePt t="66644" x="5164138" y="5472113"/>
          <p14:tracePt t="66652" x="5156200" y="5476875"/>
          <p14:tracePt t="66660" x="5153025" y="5476875"/>
          <p14:tracePt t="66684" x="5153025" y="5481638"/>
          <p14:tracePt t="66692" x="5143500" y="5481638"/>
          <p14:tracePt t="66796" x="5184775" y="5481638"/>
          <p14:tracePt t="66803" x="5235575" y="5481638"/>
          <p14:tracePt t="66811" x="5292725" y="5481638"/>
          <p14:tracePt t="66820" x="5341938" y="5476875"/>
          <p14:tracePt t="66828" x="5395913" y="5476875"/>
          <p14:tracePt t="66833" x="5453063" y="5476875"/>
          <p14:tracePt t="66844" x="5514975" y="5476875"/>
          <p14:tracePt t="66852" x="5568950" y="5476875"/>
          <p14:tracePt t="66863" x="5630863" y="5481638"/>
          <p14:tracePt t="66867" x="5676900" y="5481638"/>
          <p14:tracePt t="66877" x="5738813" y="5481638"/>
          <p14:tracePt t="66884" x="5775325" y="5481638"/>
          <p14:tracePt t="66892" x="5813425" y="5489575"/>
          <p14:tracePt t="66900" x="5829300" y="5489575"/>
          <p14:tracePt t="66911" x="5842000" y="5489575"/>
          <p14:tracePt t="66913" x="5849938" y="5489575"/>
          <p14:tracePt t="66922" x="5854700" y="5489575"/>
          <p14:tracePt t="67017" x="5849938" y="5489575"/>
          <p14:tracePt t="67026" x="5837238" y="5489575"/>
          <p14:tracePt t="67034" x="5813425" y="5489575"/>
          <p14:tracePt t="67042" x="5800725" y="5489575"/>
          <p14:tracePt t="67049" x="5784850" y="5489575"/>
          <p14:tracePt t="67057" x="5772150" y="5489575"/>
          <p14:tracePt t="67065" x="5751513" y="5484813"/>
          <p14:tracePt t="67074" x="5734050" y="5472113"/>
          <p14:tracePt t="67082" x="5722938" y="5461000"/>
          <p14:tracePt t="67090" x="5713413" y="5448300"/>
          <p14:tracePt t="67097" x="5702300" y="5448300"/>
          <p14:tracePt t="67106" x="5697538" y="5440363"/>
          <p14:tracePt t="67138" x="5702300" y="5435600"/>
          <p14:tracePt t="67146" x="5730875" y="5427663"/>
          <p14:tracePt t="67153" x="5800725" y="5422900"/>
          <p14:tracePt t="67162" x="5888038" y="5414963"/>
          <p14:tracePt t="67170" x="5986463" y="5410200"/>
          <p14:tracePt t="67178" x="6089650" y="5410200"/>
          <p14:tracePt t="67186" x="6208713" y="5410200"/>
          <p14:tracePt t="67194" x="6321425" y="5410200"/>
          <p14:tracePt t="67202" x="6432550" y="5410200"/>
          <p14:tracePt t="67210" x="6543675" y="5410200"/>
          <p14:tracePt t="67217" x="6654800" y="5410200"/>
          <p14:tracePt t="67225" x="6765925" y="5419725"/>
          <p14:tracePt t="67234" x="6869113" y="5427663"/>
          <p14:tracePt t="67242" x="6977063" y="5440363"/>
          <p14:tracePt t="67250" x="7064375" y="5451475"/>
          <p14:tracePt t="67258" x="7138988" y="5481638"/>
          <p14:tracePt t="67266" x="7204075" y="5505450"/>
          <p14:tracePt t="67274" x="7242175" y="5518150"/>
          <p14:tracePt t="67282" x="7273925" y="5538788"/>
          <p14:tracePt t="67290" x="7286625" y="5551488"/>
          <p14:tracePt t="67297" x="7291388" y="5554663"/>
          <p14:tracePt t="67314" x="7299325" y="5564188"/>
          <p14:tracePt t="67331" x="7299325" y="5567363"/>
          <p14:tracePt t="67355" x="7299325" y="5576888"/>
          <p14:tracePt t="67543" x="7299325" y="5564188"/>
          <p14:tracePt t="67551" x="7299325" y="5551488"/>
          <p14:tracePt t="67560" x="7299325" y="5534025"/>
          <p14:tracePt t="67568" x="7299325" y="5526088"/>
          <p14:tracePt t="67576" x="7299325" y="5510213"/>
          <p14:tracePt t="67583" x="7299325" y="5502275"/>
          <p14:tracePt t="67592" x="7294563" y="5489575"/>
          <p14:tracePt t="67600" x="7286625" y="5476875"/>
          <p14:tracePt t="67608" x="7286625" y="5464175"/>
          <p14:tracePt t="67617" x="7283450" y="5448300"/>
          <p14:tracePt t="67626" x="7283450" y="5440363"/>
          <p14:tracePt t="67631" x="7273925" y="5435600"/>
          <p14:tracePt t="67639" x="7273925" y="5427663"/>
          <p14:tracePt t="67656" x="7270750" y="5422900"/>
          <p14:tracePt t="67672" x="7270750" y="5414963"/>
          <p14:tracePt t="67688" x="7262813" y="5414963"/>
          <p14:tracePt t="67712" x="7258050" y="5414963"/>
          <p14:tracePt t="67720" x="7258050" y="5410200"/>
          <p14:tracePt t="67729" x="7250113" y="5410200"/>
          <p14:tracePt t="67735" x="7245350" y="5402263"/>
          <p14:tracePt t="67745" x="7237413" y="5399088"/>
          <p14:tracePt t="67752" x="7232650" y="5399088"/>
          <p14:tracePt t="67760" x="7224713" y="5389563"/>
          <p14:tracePt t="67767" x="7221538" y="5378450"/>
          <p14:tracePt t="67775" x="7221538" y="5373688"/>
          <p14:tracePt t="67784" x="7212013" y="5365750"/>
          <p14:tracePt t="67794" x="7208838" y="5360988"/>
          <p14:tracePt t="67797" x="7200900" y="5353050"/>
          <p14:tracePt t="67806" x="7196138" y="5348288"/>
          <p14:tracePt t="67818" x="7183438" y="5337175"/>
          <p14:tracePt t="67822" x="7175500" y="5324475"/>
          <p14:tracePt t="67831" x="7170738" y="5316538"/>
          <p14:tracePt t="67838" x="7162800" y="5316538"/>
          <p14:tracePt t="67848" x="7159625" y="5303838"/>
          <p14:tracePt t="67855" x="7150100" y="5299075"/>
          <p14:tracePt t="67862" x="7150100" y="5291138"/>
          <p14:tracePt t="67870" x="7146925" y="5286375"/>
          <p14:tracePt t="67877" x="7138988" y="5286375"/>
          <p14:tracePt t="67886" x="7138988" y="5278438"/>
          <p14:tracePt t="67895" x="7134225" y="5278438"/>
          <p14:tracePt t="67927" x="7113588" y="5278438"/>
          <p14:tracePt t="67942" x="7108825" y="5278438"/>
          <p14:tracePt t="67949" x="7100888" y="5278438"/>
          <p14:tracePt t="67968" x="7097713" y="5278438"/>
          <p14:tracePt t="67982" x="7088188" y="5278438"/>
          <p14:tracePt t="67990" x="7077075" y="5278438"/>
          <p14:tracePt t="67998" x="7072313" y="5278438"/>
          <p14:tracePt t="68008" x="7059613" y="5278438"/>
          <p14:tracePt t="68013" x="7038975" y="5283200"/>
          <p14:tracePt t="68022" x="7026275" y="5283200"/>
          <p14:tracePt t="68029" x="7015163" y="5283200"/>
          <p14:tracePt t="68038" x="7002463" y="5291138"/>
          <p14:tracePt t="68045" x="6997700" y="5291138"/>
          <p14:tracePt t="68054" x="6989763" y="5291138"/>
          <p14:tracePt t="68062" x="6977063" y="5295900"/>
          <p14:tracePt t="68070" x="6973888" y="5303838"/>
          <p14:tracePt t="68078" x="6964363" y="5303838"/>
          <p14:tracePt t="68087" x="6961188" y="5307013"/>
          <p14:tracePt t="68095" x="6961188" y="5316538"/>
          <p14:tracePt t="68102" x="6953250" y="5319713"/>
          <p14:tracePt t="68109" x="6948488" y="5319713"/>
          <p14:tracePt t="68118" x="6948488" y="5327650"/>
          <p14:tracePt t="68126" x="6940550" y="5327650"/>
          <p14:tracePt t="68134" x="6935788" y="5332413"/>
          <p14:tracePt t="68158" x="6927850" y="5340350"/>
          <p14:tracePt t="68174" x="6923088" y="5345113"/>
          <p14:tracePt t="68190" x="6923088" y="5353050"/>
          <p14:tracePt t="68206" x="6915150" y="5357813"/>
          <p14:tracePt t="68229" x="6915150" y="5365750"/>
          <p14:tracePt t="68238" x="6911975" y="5365750"/>
          <p14:tracePt t="68245" x="6911975" y="5368925"/>
          <p14:tracePt t="68252" x="6911975" y="5378450"/>
          <p14:tracePt t="68270" x="6911975" y="5381625"/>
          <p14:tracePt t="68276" x="6911975" y="5389563"/>
          <p14:tracePt t="68291" x="6911975" y="5394325"/>
          <p14:tracePt t="68308" x="6911975" y="5402263"/>
          <p14:tracePt t="68324" x="6911975" y="5407025"/>
          <p14:tracePt t="68332" x="6911975" y="5414963"/>
          <p14:tracePt t="68350" x="6911975" y="5419725"/>
          <p14:tracePt t="68356" x="6915150" y="5427663"/>
          <p14:tracePt t="68364" x="6919913" y="5427663"/>
          <p14:tracePt t="68371" x="6919913" y="5430838"/>
          <p14:tracePt t="68379" x="6927850" y="5430838"/>
          <p14:tracePt t="68388" x="6927850" y="5440363"/>
          <p14:tracePt t="68396" x="6932613" y="5443538"/>
          <p14:tracePt t="68412" x="6940550" y="5443538"/>
          <p14:tracePt t="68460" x="6943725" y="5443538"/>
          <p14:tracePt t="68476" x="6943725" y="5451475"/>
          <p14:tracePt t="68486" x="6953250" y="5451475"/>
          <p14:tracePt t="68493" x="6956425" y="5456238"/>
          <p14:tracePt t="68499" x="6964363" y="5456238"/>
          <p14:tracePt t="68508" x="6969125" y="5464175"/>
          <p14:tracePt t="68515" x="6977063" y="5464175"/>
          <p14:tracePt t="68524" x="6981825" y="5464175"/>
          <p14:tracePt t="68531" x="6994525" y="5468938"/>
          <p14:tracePt t="68540" x="7005638" y="5468938"/>
          <p14:tracePt t="68548" x="7026275" y="5468938"/>
          <p14:tracePt t="68556" x="7043738" y="5468938"/>
          <p14:tracePt t="68563" x="7056438" y="5468938"/>
          <p14:tracePt t="68572" x="7067550" y="5468938"/>
          <p14:tracePt t="68579" x="7080250" y="5468938"/>
          <p14:tracePt t="68588" x="7088188" y="5468938"/>
          <p14:tracePt t="68596" x="7100888" y="5468938"/>
          <p14:tracePt t="68612" x="7105650" y="5468938"/>
          <p14:tracePt t="68620" x="7113588" y="5468938"/>
          <p14:tracePt t="68636" x="7118350" y="5468938"/>
          <p14:tracePt t="68643" x="7126288" y="5464175"/>
          <p14:tracePt t="68652" x="7129463" y="5461000"/>
          <p14:tracePt t="68659" x="7142163" y="5451475"/>
          <p14:tracePt t="68668" x="7150100" y="5448300"/>
          <p14:tracePt t="68676" x="7162800" y="5440363"/>
          <p14:tracePt t="68684" x="7167563" y="5427663"/>
          <p14:tracePt t="68692" x="7175500" y="5422900"/>
          <p14:tracePt t="68700" x="7188200" y="5414963"/>
          <p14:tracePt t="68716" x="7191375" y="5410200"/>
          <p14:tracePt t="68725" x="7191375" y="5402263"/>
          <p14:tracePt t="68754" x="7191375" y="5399088"/>
          <p14:tracePt t="68770" x="7191375" y="5389563"/>
          <p14:tracePt t="68779" x="7191375" y="5386388"/>
          <p14:tracePt t="68786" x="7191375" y="5378450"/>
          <p14:tracePt t="68804" x="7188200" y="5365750"/>
          <p14:tracePt t="68811" x="7188200" y="5360988"/>
          <p14:tracePt t="68818" x="7183438" y="5353050"/>
          <p14:tracePt t="68826" x="7175500" y="5348288"/>
          <p14:tracePt t="68833" x="7162800" y="5340350"/>
          <p14:tracePt t="68842" x="7159625" y="5327650"/>
          <p14:tracePt t="68851" x="7150100" y="5324475"/>
          <p14:tracePt t="68860" x="7138988" y="5316538"/>
          <p14:tracePt t="68865" x="7134225" y="5303838"/>
          <p14:tracePt t="68874" x="7121525" y="5303838"/>
          <p14:tracePt t="68882" x="7113588" y="5299075"/>
          <p14:tracePt t="68890" x="7108825" y="5291138"/>
          <p14:tracePt t="68912" x="7088188" y="5291138"/>
          <p14:tracePt t="68914" x="7077075" y="5291138"/>
          <p14:tracePt t="68922" x="7072313" y="5291138"/>
          <p14:tracePt t="68932" x="7064375" y="5291138"/>
          <p14:tracePt t="68938" x="7059613" y="5291138"/>
          <p14:tracePt t="68945" x="7046913" y="5291138"/>
          <p14:tracePt t="68954" x="7038975" y="5291138"/>
          <p14:tracePt t="68962" x="7035800" y="5291138"/>
          <p14:tracePt t="68970" x="7026275" y="5291138"/>
          <p14:tracePt t="68979" x="7023100" y="5291138"/>
          <p14:tracePt t="68994" x="7015163" y="5291138"/>
          <p14:tracePt t="69002" x="7010400" y="5291138"/>
          <p14:tracePt t="69017" x="7002463" y="5291138"/>
          <p14:tracePt t="69033" x="6997700" y="5291138"/>
          <p14:tracePt t="69042" x="6989763" y="5291138"/>
          <p14:tracePt t="69058" x="6985000" y="5291138"/>
          <p14:tracePt t="69066" x="6977063" y="5291138"/>
          <p14:tracePt t="69074" x="6973888" y="5291138"/>
          <p14:tracePt t="69082" x="6964363" y="5291138"/>
          <p14:tracePt t="69098" x="6961188" y="5295900"/>
          <p14:tracePt t="69113" x="6953250" y="5295900"/>
          <p14:tracePt t="69121" x="6953250" y="5303838"/>
          <p14:tracePt t="69129" x="6948488" y="5303838"/>
          <p14:tracePt t="69145" x="6940550" y="5307013"/>
          <p14:tracePt t="69154" x="6935788" y="5307013"/>
          <p14:tracePt t="69162" x="6935788" y="5316538"/>
          <p14:tracePt t="69167" x="6927850" y="5316538"/>
          <p14:tracePt t="69176" x="6923088" y="5319713"/>
          <p14:tracePt t="69183" x="6923088" y="5327650"/>
          <p14:tracePt t="69193" x="6915150" y="5327650"/>
          <p14:tracePt t="69200" x="6911975" y="5340350"/>
          <p14:tracePt t="69215" x="6902450" y="5345113"/>
          <p14:tracePt t="69227" x="6902450" y="5353050"/>
          <p14:tracePt t="69231" x="6902450" y="5357813"/>
          <p14:tracePt t="69240" x="6902450" y="5368925"/>
          <p14:tracePt t="69247" x="6902450" y="5378450"/>
          <p14:tracePt t="69258" x="6902450" y="5381625"/>
          <p14:tracePt t="69263" x="6902450" y="5389563"/>
          <p14:tracePt t="69272" x="6902450" y="5394325"/>
          <p14:tracePt t="69280" x="6902450" y="5407025"/>
          <p14:tracePt t="69288" x="6902450" y="5414963"/>
          <p14:tracePt t="69304" x="6902450" y="5419725"/>
          <p14:tracePt t="69313" x="6907213" y="5427663"/>
          <p14:tracePt t="69320" x="6915150" y="5430838"/>
          <p14:tracePt t="69336" x="6919913" y="5440363"/>
          <p14:tracePt t="69344" x="6927850" y="5443538"/>
          <p14:tracePt t="69352" x="6932613" y="5443538"/>
          <p14:tracePt t="69360" x="6943725" y="5451475"/>
          <p14:tracePt t="69368" x="6953250" y="5451475"/>
          <p14:tracePt t="69376" x="6969125" y="5456238"/>
          <p14:tracePt t="69384" x="6977063" y="5456238"/>
          <p14:tracePt t="69392" x="6989763" y="5456238"/>
          <p14:tracePt t="69400" x="7002463" y="5456238"/>
          <p14:tracePt t="69408" x="7015163" y="5456238"/>
          <p14:tracePt t="69415" x="7026275" y="5456238"/>
          <p14:tracePt t="69424" x="7038975" y="5456238"/>
          <p14:tracePt t="69432" x="7051675" y="5456238"/>
          <p14:tracePt t="69440" x="7064375" y="5451475"/>
          <p14:tracePt t="69447" x="7077075" y="5440363"/>
          <p14:tracePt t="69459" x="7088188" y="5440363"/>
          <p14:tracePt t="69463" x="7092950" y="5435600"/>
          <p14:tracePt t="69475" x="7100888" y="5435600"/>
          <p14:tracePt t="69479" x="7105650" y="5427663"/>
          <p14:tracePt t="69488" x="7113588" y="5427663"/>
          <p14:tracePt t="69496" x="7113588" y="5422900"/>
          <p14:tracePt t="69527" x="7113588" y="5414963"/>
          <p14:tracePt t="69550" x="7113588" y="5410200"/>
          <p14:tracePt t="69574" x="7113588" y="5402263"/>
          <p14:tracePt t="69614" x="7108825" y="5402263"/>
          <p14:tracePt t="69630" x="7100888" y="5402263"/>
          <p14:tracePt t="69646" x="7097713" y="5402263"/>
          <p14:tracePt t="69664" x="7088188" y="5402263"/>
          <p14:tracePt t="69694" x="7085013" y="5402263"/>
          <p14:tracePt t="71732" x="7077075" y="5402263"/>
          <p14:tracePt t="71739" x="7072313" y="5407025"/>
          <p14:tracePt t="71747" x="7059613" y="5414963"/>
          <p14:tracePt t="71756" x="7035800" y="5419725"/>
          <p14:tracePt t="71765" x="7010400" y="5430838"/>
          <p14:tracePt t="71772" x="6977063" y="5443538"/>
          <p14:tracePt t="71780" x="6940550" y="5451475"/>
          <p14:tracePt t="71787" x="6902450" y="5464175"/>
          <p14:tracePt t="71798" x="6865938" y="5468938"/>
          <p14:tracePt t="71804" x="6816725" y="5476875"/>
          <p14:tracePt t="71811" x="6791325" y="5481638"/>
          <p14:tracePt t="71822" x="6750050" y="5481638"/>
          <p14:tracePt t="71828" x="6692900" y="5489575"/>
          <p14:tracePt t="71835" x="6638925" y="5492750"/>
          <p14:tracePt t="71844" x="6564313" y="5502275"/>
          <p14:tracePt t="71852" x="6469063" y="5505450"/>
          <p14:tracePt t="71860" x="6353175" y="5505450"/>
          <p14:tracePt t="71869" x="6208713" y="5505450"/>
          <p14:tracePt t="71876" x="6035675" y="5505450"/>
          <p14:tracePt t="71883" x="5862638" y="5505450"/>
          <p14:tracePt t="71891" x="5689600" y="5502275"/>
          <p14:tracePt t="71899" x="5511800" y="5502275"/>
          <p14:tracePt t="71917" x="5181600" y="5497513"/>
          <p14:tracePt t="71924" x="5040313" y="5489575"/>
          <p14:tracePt t="71932" x="4916488" y="5489575"/>
          <p14:tracePt t="71940" x="4797425" y="5484813"/>
          <p14:tracePt t="71948" x="4699000" y="5476875"/>
          <p14:tracePt t="71955" x="4611688" y="5472113"/>
          <p14:tracePt t="71966" x="4537075" y="5464175"/>
          <p14:tracePt t="71971" x="4495800" y="5461000"/>
          <p14:tracePt t="71980" x="4462463" y="5451475"/>
          <p14:tracePt t="71988" x="4451350" y="5451475"/>
          <p14:tracePt t="71995" x="4438650" y="5451475"/>
          <p14:tracePt t="72004" x="4433888" y="5451475"/>
          <p14:tracePt t="72011" x="4425950" y="5448300"/>
          <p14:tracePt t="72052" x="4421188" y="5448300"/>
          <p14:tracePt t="72059" x="4421188" y="5440363"/>
          <p14:tracePt t="72068" x="4413250" y="5440363"/>
          <p14:tracePt t="72076" x="4400550" y="5427663"/>
          <p14:tracePt t="72084" x="4384675" y="5427663"/>
          <p14:tracePt t="72092" x="4359275" y="5414963"/>
          <p14:tracePt t="72100" x="4325938" y="5414963"/>
          <p14:tracePt t="72108" x="4276725" y="5414963"/>
          <p14:tracePt t="72116" x="4227513" y="5410200"/>
          <p14:tracePt t="72123" x="4178300" y="5399088"/>
          <p14:tracePt t="72132" x="4124325" y="5389563"/>
          <p14:tracePt t="72140" x="4075113" y="5386388"/>
          <p14:tracePt t="72149" x="4037013" y="5386388"/>
          <p14:tracePt t="72155" x="4005263" y="5373688"/>
          <p14:tracePt t="72164" x="3987800" y="5365750"/>
          <p14:tracePt t="72171" x="3975100" y="5365750"/>
          <p14:tracePt t="72180" x="3963988" y="5365750"/>
          <p14:tracePt t="72188" x="3954463" y="5360988"/>
          <p14:tracePt t="72195" x="3951288" y="5360988"/>
          <p14:tracePt t="72212" x="3943350" y="5360988"/>
          <p14:tracePt t="72274" x="3938588" y="5360988"/>
          <p14:tracePt t="72289" x="3925888" y="5360988"/>
          <p14:tracePt t="72298" x="3913188" y="5360988"/>
          <p14:tracePt t="72306" x="3892550" y="5360988"/>
          <p14:tracePt t="72314" x="3876675" y="5360988"/>
          <p14:tracePt t="72321" x="3830638" y="5360988"/>
          <p14:tracePt t="72330" x="3794125" y="5360988"/>
          <p14:tracePt t="72338" x="3752850" y="5360988"/>
          <p14:tracePt t="72345" x="3695700" y="5360988"/>
          <p14:tracePt t="72354" x="3633788" y="5360988"/>
          <p14:tracePt t="72362" x="3582988" y="5360988"/>
          <p14:tracePt t="72370" x="3559175" y="5360988"/>
          <p14:tracePt t="72377" x="3541713" y="5365750"/>
          <p14:tracePt t="72385" x="3533775" y="5365750"/>
          <p14:tracePt t="72466" x="3546475" y="5368925"/>
          <p14:tracePt t="72473" x="3562350" y="5368925"/>
          <p14:tracePt t="72481" x="3587750" y="5368925"/>
          <p14:tracePt t="72491" x="3633788" y="5368925"/>
          <p14:tracePt t="72500" x="3662363" y="5368925"/>
          <p14:tracePt t="72505" x="3706813" y="5368925"/>
          <p14:tracePt t="72514" x="3736975" y="5368925"/>
          <p14:tracePt t="72522" x="3768725" y="5368925"/>
          <p14:tracePt t="72529" x="3786188" y="5368925"/>
          <p14:tracePt t="72538" x="3806825" y="5368925"/>
          <p14:tracePt t="72546" x="3810000" y="5368925"/>
          <p14:tracePt t="72650" x="3806825" y="5368925"/>
          <p14:tracePt t="72657" x="3802063" y="5378450"/>
          <p14:tracePt t="72665" x="3794125" y="5378450"/>
          <p14:tracePt t="72682" x="3781425" y="5381625"/>
          <p14:tracePt t="72792" x="3786188" y="5381625"/>
          <p14:tracePt t="72800" x="3794125" y="5381625"/>
          <p14:tracePt t="72808" x="3819525" y="5381625"/>
          <p14:tracePt t="72816" x="3843338" y="5381625"/>
          <p14:tracePt t="72823" x="3881438" y="5381625"/>
          <p14:tracePt t="72833" x="3922713" y="5381625"/>
          <p14:tracePt t="72840" x="3979863" y="5381625"/>
          <p14:tracePt t="72848" x="4016375" y="5381625"/>
          <p14:tracePt t="72856" x="4067175" y="5381625"/>
          <p14:tracePt t="72866" x="4116388" y="5389563"/>
          <p14:tracePt t="72871" x="4165600" y="5414963"/>
          <p14:tracePt t="72880" x="4194175" y="5427663"/>
          <p14:tracePt t="72888" x="4240213" y="5440363"/>
          <p14:tracePt t="72900" x="4264025" y="5443538"/>
          <p14:tracePt t="72903" x="4289425" y="5451475"/>
          <p14:tracePt t="72912" x="4302125" y="5456238"/>
          <p14:tracePt t="72920" x="4318000" y="5456238"/>
          <p14:tracePt t="72928" x="4325938" y="5456238"/>
          <p14:tracePt t="73016" x="4330700" y="5456238"/>
          <p14:tracePt t="73023" x="4338638" y="5456238"/>
          <p14:tracePt t="73032" x="4343400" y="5456238"/>
          <p14:tracePt t="73040" x="4356100" y="5456238"/>
          <p14:tracePt t="73048" x="4364038" y="5456238"/>
          <p14:tracePt t="73055" x="4367213" y="5456238"/>
          <p14:tracePt t="73064" x="4379913" y="5456238"/>
          <p14:tracePt t="73072" x="4389438" y="5456238"/>
          <p14:tracePt t="73080" x="4392613" y="5456238"/>
          <p14:tracePt t="73095" x="4400550" y="5456238"/>
          <p14:tracePt t="73270" x="4405313" y="5456238"/>
          <p14:tracePt t="73278" x="4418013" y="5456238"/>
          <p14:tracePt t="73286" x="4430713" y="5456238"/>
          <p14:tracePt t="73294" x="4451350" y="5456238"/>
          <p14:tracePt t="73303" x="4462463" y="5456238"/>
          <p14:tracePt t="73309" x="4475163" y="5451475"/>
          <p14:tracePt t="73318" x="4487863" y="5451475"/>
          <p14:tracePt t="73326" x="4500563" y="5451475"/>
          <p14:tracePt t="73333" x="4513263" y="5440363"/>
          <p14:tracePt t="73342" x="4524375" y="5440363"/>
          <p14:tracePt t="73350" x="4529138" y="5435600"/>
          <p14:tracePt t="73358" x="4537075" y="5427663"/>
          <p14:tracePt t="73367" x="4537075" y="5414963"/>
          <p14:tracePt t="73374" x="4541838" y="5402263"/>
          <p14:tracePt t="73382" x="4541838" y="5399088"/>
          <p14:tracePt t="73390" x="4541838" y="5378450"/>
          <p14:tracePt t="73398" x="4541838" y="5360988"/>
          <p14:tracePt t="73405" x="4541838" y="5348288"/>
          <p14:tracePt t="73414" x="4524375" y="5324475"/>
          <p14:tracePt t="73421" x="4495800" y="5299075"/>
          <p14:tracePt t="73430" x="4462463" y="5275263"/>
          <p14:tracePt t="73438" x="4413250" y="5249863"/>
          <p14:tracePt t="73446" x="4351338" y="5224463"/>
          <p14:tracePt t="73454" x="4284663" y="5192713"/>
          <p14:tracePt t="73462" x="4214813" y="5175250"/>
          <p14:tracePt t="73470" x="4160838" y="5167313"/>
          <p14:tracePt t="73478" x="4111625" y="5167313"/>
          <p14:tracePt t="73486" x="4062413" y="5167313"/>
          <p14:tracePt t="73493" x="4025900" y="5167313"/>
          <p14:tracePt t="73501" x="3979863" y="5167313"/>
          <p14:tracePt t="73510" x="3954463" y="5167313"/>
          <p14:tracePt t="73518" x="3930650" y="5167313"/>
          <p14:tracePt t="73526" x="3913188" y="5172075"/>
          <p14:tracePt t="73533" x="3902075" y="5180013"/>
          <p14:tracePt t="73542" x="3876675" y="5192713"/>
          <p14:tracePt t="73550" x="3863975" y="5195888"/>
          <p14:tracePt t="73558" x="3840163" y="5195888"/>
          <p14:tracePt t="73567" x="3827463" y="5203825"/>
          <p14:tracePt t="73573" x="3806825" y="5216525"/>
          <p14:tracePt t="73582" x="3794125" y="5221288"/>
          <p14:tracePt t="73590" x="3781425" y="5229225"/>
          <p14:tracePt t="73598" x="3768725" y="5233988"/>
          <p14:tracePt t="73605" x="3765550" y="5241925"/>
          <p14:tracePt t="73614" x="3757613" y="5245100"/>
          <p14:tracePt t="73619" x="3752850" y="5254625"/>
          <p14:tracePt t="73628" x="3744913" y="5257800"/>
          <p14:tracePt t="73635" x="3740150" y="5265738"/>
          <p14:tracePt t="73643" x="3740150" y="5278438"/>
          <p14:tracePt t="73651" x="3740150" y="5291138"/>
          <p14:tracePt t="73660" x="3740150" y="5303838"/>
          <p14:tracePt t="73668" x="3740150" y="5319713"/>
          <p14:tracePt t="73676" x="3744913" y="5340350"/>
          <p14:tracePt t="73684" x="3768725" y="5357813"/>
          <p14:tracePt t="73692" x="3819525" y="5389563"/>
          <p14:tracePt t="73701" x="3868738" y="5414963"/>
          <p14:tracePt t="73707" x="3933825" y="5440363"/>
          <p14:tracePt t="73717" x="4008438" y="5464175"/>
          <p14:tracePt t="73723" x="4078288" y="5464175"/>
          <p14:tracePt t="73731" x="4152900" y="5468938"/>
          <p14:tracePt t="73740" x="4206875" y="5468938"/>
          <p14:tracePt t="73748" x="4256088" y="5468938"/>
          <p14:tracePt t="73755" x="4302125" y="5468938"/>
          <p14:tracePt t="73763" x="4325938" y="5468938"/>
          <p14:tracePt t="73772" x="4351338" y="5461000"/>
          <p14:tracePt t="73780" x="4364038" y="5451475"/>
          <p14:tracePt t="73788" x="4376738" y="5451475"/>
          <p14:tracePt t="73795" x="4379913" y="5448300"/>
          <p14:tracePt t="73812" x="4379913" y="5440363"/>
          <p14:tracePt t="73828" x="4379913" y="5435600"/>
          <p14:tracePt t="73843" x="4379913" y="5427663"/>
          <p14:tracePt t="73868" x="4376738" y="5427663"/>
          <p14:tracePt t="73876" x="4364038" y="5427663"/>
          <p14:tracePt t="73884" x="4359275" y="5427663"/>
          <p14:tracePt t="73902" x="4325938" y="5430838"/>
          <p14:tracePt t="73907" x="4310063" y="5443538"/>
          <p14:tracePt t="73918" x="4273550" y="5456238"/>
          <p14:tracePt t="73924" x="4214813" y="5481638"/>
          <p14:tracePt t="73932" x="4152900" y="5518150"/>
          <p14:tracePt t="73941" x="4075113" y="5551488"/>
          <p14:tracePt t="73948" x="3979863" y="5580063"/>
          <p14:tracePt t="73956" x="3881438" y="5613400"/>
          <p14:tracePt t="73963" x="3778250" y="5649913"/>
          <p14:tracePt t="73972" x="3665538" y="5680075"/>
          <p14:tracePt t="73980" x="3546475" y="5729288"/>
          <p14:tracePt t="73988" x="3430588" y="5753100"/>
          <p14:tracePt t="73996" x="3335338" y="5791200"/>
          <p14:tracePt t="74004" x="3236913" y="5815013"/>
          <p14:tracePt t="74012" x="3162300" y="5824538"/>
          <p14:tracePt t="74019" x="3108325" y="5827713"/>
          <p14:tracePt t="74028" x="3074988" y="5835650"/>
          <p14:tracePt t="74034" x="3046413" y="5835650"/>
          <p14:tracePt t="74044" x="3025775" y="5835650"/>
          <p14:tracePt t="74051" x="3013075" y="5835650"/>
          <p14:tracePt t="74060" x="3001963" y="5835650"/>
          <p14:tracePt t="74068" x="2997200" y="5835650"/>
          <p14:tracePt t="74076" x="2984500" y="5835650"/>
          <p14:tracePt t="74083" x="2976563" y="5835650"/>
          <p14:tracePt t="74090" x="2963863" y="5819775"/>
          <p14:tracePt t="74098" x="2951163" y="5807075"/>
          <p14:tracePt t="74106" x="2935288" y="5794375"/>
          <p14:tracePt t="74114" x="2914650" y="5773738"/>
          <p14:tracePt t="74122" x="2886075" y="5757863"/>
          <p14:tracePt t="74130" x="2847975" y="5724525"/>
          <p14:tracePt t="74138" x="2824163" y="5700713"/>
          <p14:tracePt t="74146" x="2790825" y="5675313"/>
          <p14:tracePt t="74154" x="2774950" y="5659438"/>
          <p14:tracePt t="74162" x="2749550" y="5638800"/>
          <p14:tracePt t="74169" x="2728913" y="5626100"/>
          <p14:tracePt t="74178" x="2716213" y="5621338"/>
          <p14:tracePt t="74185" x="2692400" y="5608638"/>
          <p14:tracePt t="74194" x="2687638" y="5600700"/>
          <p14:tracePt t="74201" x="2667000" y="5588000"/>
          <p14:tracePt t="74210" x="2662238" y="5588000"/>
          <p14:tracePt t="74218" x="2654300" y="5584825"/>
          <p14:tracePt t="74226" x="2641600" y="5584825"/>
          <p14:tracePt t="74233" x="2630488" y="5576888"/>
          <p14:tracePt t="74242" x="2617788" y="5576888"/>
          <p14:tracePt t="74251" x="2600325" y="5576888"/>
          <p14:tracePt t="74258" x="2579688" y="5572125"/>
          <p14:tracePt t="74267" x="2563813" y="5564188"/>
          <p14:tracePt t="74274" x="2538413" y="5564188"/>
          <p14:tracePt t="74282" x="2517775" y="5559425"/>
          <p14:tracePt t="74290" x="2501900" y="5551488"/>
          <p14:tracePt t="74298" x="2476500" y="5551488"/>
          <p14:tracePt t="74306" x="2455863" y="5546725"/>
          <p14:tracePt t="74314" x="2432050" y="5546725"/>
          <p14:tracePt t="74321" x="2414588" y="5546725"/>
          <p14:tracePt t="74330" x="2393950" y="5546725"/>
          <p14:tracePt t="74338" x="2382838" y="5546725"/>
          <p14:tracePt t="74346" x="2365375" y="5546725"/>
          <p14:tracePt t="74353" x="2352675" y="5546725"/>
          <p14:tracePt t="74362" x="2341563" y="5546725"/>
          <p14:tracePt t="74369" x="2320925" y="5546725"/>
          <p14:tracePt t="74378" x="2303463" y="5551488"/>
          <p14:tracePt t="74385" x="2282825" y="5554663"/>
          <p14:tracePt t="74394" x="2270125" y="5554663"/>
          <p14:tracePt t="74401" x="2254250" y="5564188"/>
          <p14:tracePt t="74410" x="2241550" y="5564188"/>
          <p14:tracePt t="74418" x="2228850" y="5564188"/>
          <p14:tracePt t="74425" x="2220913" y="5567363"/>
          <p14:tracePt t="74441" x="2217738" y="5567363"/>
          <p14:tracePt t="74447" x="2208213" y="5576888"/>
          <p14:tracePt t="74488" x="2208213" y="5580063"/>
          <p14:tracePt t="74535" x="2212975" y="5580063"/>
          <p14:tracePt t="87722" x="2270125" y="5580063"/>
          <p14:tracePt t="87729" x="2370138" y="5572125"/>
          <p14:tracePt t="87738" x="2493963" y="5559425"/>
          <p14:tracePt t="87746" x="2617788" y="5559425"/>
          <p14:tracePt t="87753" x="2744788" y="5559425"/>
          <p14:tracePt t="87761" x="2852738" y="5559425"/>
          <p14:tracePt t="87770" x="2951163" y="5559425"/>
          <p14:tracePt t="87776" x="3079750" y="5564188"/>
          <p14:tracePt t="87783" x="3203575" y="5567363"/>
          <p14:tracePt t="87794" x="3327400" y="5588000"/>
          <p14:tracePt t="87800" x="3471863" y="5618163"/>
          <p14:tracePt t="87808" x="3621088" y="5641975"/>
          <p14:tracePt t="87816" x="3768725" y="5654675"/>
          <p14:tracePt t="87823" x="3933825" y="5675313"/>
          <p14:tracePt t="87831" x="4090988" y="5691188"/>
          <p14:tracePt t="87840" x="4243388" y="5700713"/>
          <p14:tracePt t="87848" x="4413250" y="5700713"/>
          <p14:tracePt t="87856" x="4565650" y="5716588"/>
          <p14:tracePt t="87864" x="4702175" y="5716588"/>
          <p14:tracePt t="87872" x="4826000" y="5716588"/>
          <p14:tracePt t="87881" x="4933950" y="5708650"/>
          <p14:tracePt t="87889" x="5008563" y="5700713"/>
          <p14:tracePt t="87897" x="5057775" y="5688013"/>
          <p14:tracePt t="87931" x="5218113" y="5588000"/>
          <p14:tracePt t="87938" x="5280025" y="5564188"/>
          <p14:tracePt t="87944" x="5334000" y="5534025"/>
          <p14:tracePt t="87952" x="5391150" y="5522913"/>
          <p14:tracePt t="87960" x="5457825" y="5502275"/>
          <p14:tracePt t="87968" x="5527675" y="5484813"/>
          <p14:tracePt t="87976" x="5594350" y="5464175"/>
          <p14:tracePt t="87983" x="5668963" y="5451475"/>
          <p14:tracePt t="87992" x="5738813" y="5448300"/>
          <p14:tracePt t="88000" x="5813425" y="5440363"/>
          <p14:tracePt t="88008" x="5878513" y="5435600"/>
          <p14:tracePt t="88015" x="5961063" y="5414963"/>
          <p14:tracePt t="88023" x="6061075" y="5410200"/>
          <p14:tracePt t="88031" x="6164263" y="5399088"/>
          <p14:tracePt t="88040" x="6288088" y="5378450"/>
          <p14:tracePt t="88048" x="6432550" y="5360988"/>
          <p14:tracePt t="88056" x="6572250" y="5353050"/>
          <p14:tracePt t="88064" x="6716713" y="5348288"/>
          <p14:tracePt t="88071" x="6853238" y="5340350"/>
          <p14:tracePt t="88080" x="6977063" y="5327650"/>
          <p14:tracePt t="88088" x="7077075" y="5316538"/>
          <p14:tracePt t="88096" x="7175500" y="5299075"/>
          <p14:tracePt t="88106" x="7253288" y="5286375"/>
          <p14:tracePt t="88112" x="7327900" y="5275263"/>
          <p14:tracePt t="88120" x="7386638" y="5265738"/>
          <p14:tracePt t="88128" x="7448550" y="5262563"/>
          <p14:tracePt t="88135" x="7485063" y="5262563"/>
          <p14:tracePt t="88144" x="7521575" y="5254625"/>
          <p14:tracePt t="88152" x="7539038" y="5254625"/>
          <p14:tracePt t="88160" x="7551738" y="5254625"/>
          <p14:tracePt t="88168" x="7559675" y="5254625"/>
          <p14:tracePt t="88175" x="7559675" y="5249863"/>
          <p14:tracePt t="88384" x="7554913" y="5249863"/>
          <p14:tracePt t="88389" x="7542213" y="5249863"/>
          <p14:tracePt t="88398" x="7534275" y="5249863"/>
          <p14:tracePt t="88408" x="7521575" y="5249863"/>
          <p14:tracePt t="88414" x="7505700" y="5249863"/>
          <p14:tracePt t="88422" x="7493000" y="5249863"/>
          <p14:tracePt t="88431" x="7472363" y="5249863"/>
          <p14:tracePt t="88440" x="7448550" y="5249863"/>
          <p14:tracePt t="88446" x="7407275" y="5249863"/>
          <p14:tracePt t="88453" x="7361238" y="5249863"/>
          <p14:tracePt t="88462" x="7312025" y="5249863"/>
          <p14:tracePt t="88470" x="7262813" y="5249863"/>
          <p14:tracePt t="88478" x="7212013" y="5249863"/>
          <p14:tracePt t="88488" x="7159625" y="5254625"/>
          <p14:tracePt t="88493" x="7097713" y="5254625"/>
          <p14:tracePt t="88501" x="7059613" y="5254625"/>
          <p14:tracePt t="88510" x="7015163" y="5254625"/>
          <p14:tracePt t="88518" x="6997700" y="5257800"/>
          <p14:tracePt t="88526" x="6985000" y="5257800"/>
          <p14:tracePt t="88533" x="6973888" y="5265738"/>
          <p14:tracePt t="88552" x="6964363" y="5265738"/>
          <p14:tracePt t="88567" x="6964363" y="5270500"/>
          <p14:tracePt t="88582" x="6964363" y="5278438"/>
          <p14:tracePt t="88598" x="6964363" y="5283200"/>
          <p14:tracePt t="88606" x="6964363" y="5291138"/>
          <p14:tracePt t="88615" x="6964363" y="5295900"/>
          <p14:tracePt t="88622" x="6964363" y="5307013"/>
          <p14:tracePt t="88632" x="6964363" y="5316538"/>
          <p14:tracePt t="88637" x="6964363" y="5319713"/>
          <p14:tracePt t="88647" x="6964363" y="5327650"/>
          <p14:tracePt t="88662" x="6964363" y="5340350"/>
          <p14:tracePt t="88670" x="6977063" y="5345113"/>
          <p14:tracePt t="88677" x="6977063" y="5353050"/>
          <p14:tracePt t="88686" x="6981825" y="5357813"/>
          <p14:tracePt t="88694" x="6989763" y="5365750"/>
          <p14:tracePt t="88701" x="6994525" y="5368925"/>
          <p14:tracePt t="88710" x="7002463" y="5378450"/>
          <p14:tracePt t="88717" x="7015163" y="5378450"/>
          <p14:tracePt t="88725" x="7026275" y="5378450"/>
          <p14:tracePt t="88733" x="7038975" y="5378450"/>
          <p14:tracePt t="88742" x="7056438" y="5378450"/>
          <p14:tracePt t="88749" x="7067550" y="5378450"/>
          <p14:tracePt t="88757" x="7088188" y="5378450"/>
          <p14:tracePt t="88766" x="7092950" y="5378450"/>
          <p14:tracePt t="88774" x="7113588" y="5373688"/>
          <p14:tracePt t="88782" x="7118350" y="5365750"/>
          <p14:tracePt t="88790" x="7129463" y="5360988"/>
          <p14:tracePt t="88799" x="7129463" y="5353050"/>
          <p14:tracePt t="88806" x="7142163" y="5353050"/>
          <p14:tracePt t="88822" x="7150100" y="5348288"/>
          <p14:tracePt t="88837" x="7150100" y="5340350"/>
          <p14:tracePt t="88846" x="7150100" y="5337175"/>
          <p14:tracePt t="88853" x="7150100" y="5327650"/>
          <p14:tracePt t="88861" x="7150100" y="5324475"/>
          <p14:tracePt t="88867" x="7150100" y="5311775"/>
          <p14:tracePt t="88875" x="7150100" y="5303838"/>
          <p14:tracePt t="88886" x="7150100" y="5299075"/>
          <p14:tracePt t="88894" x="7150100" y="5291138"/>
          <p14:tracePt t="88902" x="7150100" y="5286375"/>
          <p14:tracePt t="88916" x="7146925" y="5278438"/>
          <p14:tracePt t="88931" x="7138988" y="5275263"/>
          <p14:tracePt t="88940" x="7134225" y="5275263"/>
          <p14:tracePt t="88948" x="7126288" y="5275263"/>
          <p14:tracePt t="88955" x="7113588" y="5275263"/>
          <p14:tracePt t="88964" x="7100888" y="5275263"/>
          <p14:tracePt t="88972" x="7097713" y="5275263"/>
          <p14:tracePt t="88981" x="7077075" y="5275263"/>
          <p14:tracePt t="88987" x="7072313" y="5275263"/>
          <p14:tracePt t="88996" x="7059613" y="5278438"/>
          <p14:tracePt t="89004" x="7046913" y="5283200"/>
          <p14:tracePt t="89012" x="7035800" y="5291138"/>
          <p14:tracePt t="89020" x="7026275" y="5295900"/>
          <p14:tracePt t="89027" x="7023100" y="5303838"/>
          <p14:tracePt t="89036" x="7015163" y="5316538"/>
          <p14:tracePt t="89046" x="7015163" y="5319713"/>
          <p14:tracePt t="89052" x="7015163" y="5327650"/>
          <p14:tracePt t="89060" x="7015163" y="5332413"/>
          <p14:tracePt t="89068" x="7015163" y="5345113"/>
          <p14:tracePt t="89075" x="7015163" y="5353050"/>
          <p14:tracePt t="89083" x="7015163" y="5365750"/>
          <p14:tracePt t="89092" x="7015163" y="5378450"/>
          <p14:tracePt t="89099" x="7015163" y="5381625"/>
          <p14:tracePt t="89108" x="7015163" y="5389563"/>
          <p14:tracePt t="89115" x="7015163" y="5394325"/>
          <p14:tracePt t="89124" x="7018338" y="5402263"/>
          <p14:tracePt t="89134" x="7026275" y="5414963"/>
          <p14:tracePt t="89140" x="7031038" y="5419725"/>
          <p14:tracePt t="89148" x="7043738" y="5419725"/>
          <p14:tracePt t="89156" x="7051675" y="5427663"/>
          <p14:tracePt t="89166" x="7064375" y="5440363"/>
          <p14:tracePt t="89171" x="7077075" y="5440363"/>
          <p14:tracePt t="89180" x="7088188" y="5440363"/>
          <p14:tracePt t="89188" x="7100888" y="5440363"/>
          <p14:tracePt t="89199" x="7113588" y="5440363"/>
          <p14:tracePt t="89204" x="7126288" y="5440363"/>
          <p14:tracePt t="89212" x="7138988" y="5435600"/>
          <p14:tracePt t="89220" x="7142163" y="5427663"/>
          <p14:tracePt t="89227" x="7150100" y="5427663"/>
          <p14:tracePt t="89235" x="7154863" y="5422900"/>
          <p14:tracePt t="89244" x="7162800" y="5410200"/>
          <p14:tracePt t="89251" x="7162800" y="5399088"/>
          <p14:tracePt t="89260" x="7167563" y="5389563"/>
          <p14:tracePt t="89267" x="7175500" y="5386388"/>
          <p14:tracePt t="89276" x="7175500" y="5373688"/>
          <p14:tracePt t="89284" x="7175500" y="5365750"/>
          <p14:tracePt t="89292" x="7175500" y="5348288"/>
          <p14:tracePt t="89300" x="7175500" y="5340350"/>
          <p14:tracePt t="89308" x="7175500" y="5337175"/>
          <p14:tracePt t="89317" x="7175500" y="5327650"/>
          <p14:tracePt t="89324" x="7170738" y="5316538"/>
          <p14:tracePt t="89340" x="7162800" y="5311775"/>
          <p14:tracePt t="89347" x="7159625" y="5311775"/>
          <p14:tracePt t="89356" x="7159625" y="5303838"/>
          <p14:tracePt t="89364" x="7150100" y="5303838"/>
          <p14:tracePt t="89372" x="7146925" y="5303838"/>
          <p14:tracePt t="89380" x="7138988" y="5299075"/>
          <p14:tracePt t="89388" x="7134225" y="5299075"/>
          <p14:tracePt t="89404" x="7126288" y="5299075"/>
          <p14:tracePt t="89420" x="7121525" y="5299075"/>
          <p14:tracePt t="89451" x="7113588" y="5299075"/>
          <p14:tracePt t="89492" x="7108825" y="5299075"/>
          <p14:tracePt t="89497" x="7108825" y="5303838"/>
          <p14:tracePt t="89524" x="7100888" y="5303838"/>
          <p14:tracePt t="89530" x="7100888" y="5307013"/>
          <p14:tracePt t="89538" x="7097713" y="5316538"/>
          <p14:tracePt t="89546" x="7088188" y="5319713"/>
          <p14:tracePt t="89553" x="7085013" y="5332413"/>
          <p14:tracePt t="89561" x="7085013" y="5340350"/>
          <p14:tracePt t="89570" x="7077075" y="5340350"/>
          <p14:tracePt t="89578" x="7077075" y="5345113"/>
          <p14:tracePt t="89585" x="7072313" y="5353050"/>
          <p14:tracePt t="89594" x="7072313" y="5357813"/>
          <p14:tracePt t="89601" x="7072313" y="5365750"/>
          <p14:tracePt t="89620" x="7072313" y="5368925"/>
          <p14:tracePt t="89626" x="7072313" y="5378450"/>
          <p14:tracePt t="89633" x="7072313" y="5381625"/>
          <p14:tracePt t="89649" x="7072313" y="5389563"/>
          <p14:tracePt t="89658" x="7072313" y="5394325"/>
          <p14:tracePt t="89666" x="7072313" y="5402263"/>
          <p14:tracePt t="103294" x="6997700" y="5203825"/>
          <p14:tracePt t="103301" x="6899275" y="5014913"/>
          <p14:tracePt t="103310" x="6778625" y="4816475"/>
          <p14:tracePt t="103318" x="6651625" y="4597400"/>
          <p14:tracePt t="103326" x="6507163" y="4370388"/>
          <p14:tracePt t="103336" x="6383338" y="4187825"/>
          <p14:tracePt t="103342" x="6259513" y="4002088"/>
          <p14:tracePt t="103350" x="6143625" y="3813175"/>
          <p14:tracePt t="103358" x="6035675" y="3625850"/>
          <p14:tracePt t="103366" x="5919788" y="3465513"/>
          <p14:tracePt t="103373" x="5800725" y="3321050"/>
          <p14:tracePt t="103381" x="5697538" y="3184525"/>
          <p14:tracePt t="103390" x="5602288" y="3055938"/>
          <p14:tracePt t="103398" x="5503863" y="2957513"/>
          <p14:tracePt t="103406" x="5411788" y="2862263"/>
          <p14:tracePt t="103414" x="5326063" y="2771775"/>
          <p14:tracePt t="103421" x="5256213" y="2701925"/>
          <p14:tracePt t="103430" x="5205413" y="2651125"/>
          <p14:tracePt t="103438" x="5168900" y="2627313"/>
          <p14:tracePt t="103445" x="5153025" y="2614613"/>
          <p14:tracePt t="103454" x="5143500" y="2609850"/>
          <p14:tracePt t="103494" x="5140325" y="2609850"/>
          <p14:tracePt t="103526" x="5140325" y="2614613"/>
          <p14:tracePt t="103534" x="5140325" y="2619375"/>
          <p14:tracePt t="103542" x="5140325" y="2627313"/>
          <p14:tracePt t="103550" x="5140325" y="2630488"/>
          <p14:tracePt t="103558" x="5140325" y="2640013"/>
          <p14:tracePt t="103565" x="5140325" y="2643188"/>
          <p14:tracePt t="103574" x="5140325" y="2651125"/>
          <p14:tracePt t="103582" x="5143500" y="2651125"/>
          <p14:tracePt t="103598" x="5143500" y="2655888"/>
          <p14:tracePt t="103790" x="5156200" y="2655888"/>
          <p14:tracePt t="104260" x="5153025" y="2668588"/>
          <p14:tracePt t="104283" x="5143500" y="2668588"/>
          <p14:tracePt t="104299" x="5140325" y="2676525"/>
          <p14:tracePt t="104307" x="5132388" y="2676525"/>
          <p14:tracePt t="104315" x="5132388" y="2681288"/>
          <p14:tracePt t="104323" x="5127625" y="2681288"/>
          <p14:tracePt t="104340" x="5127625" y="2689225"/>
          <p14:tracePt t="104347" x="5119688" y="2689225"/>
          <p14:tracePt t="104356" x="5119688" y="2692400"/>
          <p14:tracePt t="104364" x="5106988" y="2701925"/>
          <p14:tracePt t="104372" x="5102225" y="2705100"/>
          <p14:tracePt t="104380" x="5094288" y="2717800"/>
          <p14:tracePt t="104388" x="5091113" y="2730500"/>
          <p14:tracePt t="104396" x="5078413" y="2738438"/>
          <p14:tracePt t="104404" x="5065713" y="2754313"/>
          <p14:tracePt t="104412" x="5053013" y="2767013"/>
          <p14:tracePt t="104420" x="5045075" y="2792413"/>
          <p14:tracePt t="104425" x="5032375" y="2816225"/>
          <p14:tracePt t="104436" x="5016500" y="2849563"/>
          <p14:tracePt t="104444" x="5003800" y="2862263"/>
          <p14:tracePt t="104452" x="4991100" y="2900363"/>
          <p14:tracePt t="104460" x="4970463" y="2911475"/>
          <p14:tracePt t="104467" x="4957763" y="2936875"/>
          <p14:tracePt t="104476" x="4954588" y="2973388"/>
          <p14:tracePt t="104482" x="4941888" y="3003550"/>
          <p14:tracePt t="104490" x="4929188" y="3035300"/>
          <p14:tracePt t="104500" x="4916488" y="3076575"/>
          <p14:tracePt t="104508" x="4916488" y="3114675"/>
          <p14:tracePt t="104515" x="4905375" y="3138488"/>
          <p14:tracePt t="104524" x="4905375" y="3159125"/>
          <p14:tracePt t="104530" x="4905375" y="3184525"/>
          <p14:tracePt t="104537" x="4895850" y="3197225"/>
          <p14:tracePt t="104548" x="4895850" y="3213100"/>
          <p14:tracePt t="104555" x="4895850" y="3225800"/>
          <p14:tracePt t="104563" x="4895850" y="3238500"/>
          <p14:tracePt t="104580" x="4895850" y="3246438"/>
          <p14:tracePt t="104594" x="4895850" y="3251200"/>
          <p14:tracePt t="104602" x="4895850" y="3259138"/>
          <p14:tracePt t="104617" x="4895850" y="3262313"/>
          <p14:tracePt t="104625" x="4895850" y="3271838"/>
          <p14:tracePt t="104633" x="4895850" y="3275013"/>
          <p14:tracePt t="104642" x="4895850" y="3282950"/>
          <p14:tracePt t="104657" x="4895850" y="3287713"/>
          <p14:tracePt t="104665" x="4895850" y="3295650"/>
          <p14:tracePt t="104674" x="4895850" y="3308350"/>
          <p14:tracePt t="104681" x="4895850" y="3321050"/>
          <p14:tracePt t="104690" x="4895850" y="3333750"/>
          <p14:tracePt t="104698" x="4895850" y="3346450"/>
          <p14:tracePt t="104706" x="4884738" y="3357563"/>
          <p14:tracePt t="104714" x="4867275" y="3382963"/>
          <p14:tracePt t="104721" x="4846638" y="3387725"/>
          <p14:tracePt t="104731" x="4830763" y="3408363"/>
          <p14:tracePt t="104738" x="4805363" y="3419475"/>
          <p14:tracePt t="104746" x="4772025" y="3436938"/>
          <p14:tracePt t="104754" x="4748213" y="3449638"/>
          <p14:tracePt t="104765" x="4722813" y="3460750"/>
          <p14:tracePt t="104771" x="4686300" y="3473450"/>
          <p14:tracePt t="104779" x="4660900" y="3486150"/>
          <p14:tracePt t="104785" x="4619625" y="3498850"/>
          <p14:tracePt t="104794" x="4570413" y="3506788"/>
          <p14:tracePt t="104802" x="4521200" y="3511550"/>
          <p14:tracePt t="104811" x="4471988" y="3522663"/>
          <p14:tracePt t="104818" x="4413250" y="3532188"/>
          <p14:tracePt t="104825" x="4364038" y="3535363"/>
          <p14:tracePt t="104833" x="4310063" y="3543300"/>
          <p14:tracePt t="104842" x="4264025" y="3543300"/>
          <p14:tracePt t="104850" x="4235450" y="3543300"/>
          <p14:tracePt t="104858" x="4214813" y="3543300"/>
          <p14:tracePt t="104865" x="4202113" y="3548063"/>
          <p14:tracePt t="104873" x="4198938" y="3548063"/>
          <p14:tracePt t="104921" x="4198938" y="3556000"/>
          <p14:tracePt t="104946" x="4198938" y="3568700"/>
          <p14:tracePt t="104954" x="4198938" y="3573463"/>
          <p14:tracePt t="104963" x="4202113" y="3594100"/>
          <p14:tracePt t="104970" x="4206875" y="3597275"/>
          <p14:tracePt t="104977" x="4219575" y="3609975"/>
          <p14:tracePt t="104986" x="4227513" y="3630613"/>
          <p14:tracePt t="104994" x="4240213" y="3643313"/>
          <p14:tracePt t="105001" x="4252913" y="3656013"/>
          <p14:tracePt t="105010" x="4256088" y="3667125"/>
          <p14:tracePt t="105018" x="4276725" y="3679825"/>
          <p14:tracePt t="105025" x="4289425" y="3692525"/>
          <p14:tracePt t="105033" x="4302125" y="3708400"/>
          <p14:tracePt t="105042" x="4318000" y="3708400"/>
          <p14:tracePt t="105050" x="4325938" y="3717925"/>
          <p14:tracePt t="105057" x="4338638" y="3717925"/>
          <p14:tracePt t="105065" x="4343400" y="3717925"/>
          <p14:tracePt t="105074" x="4351338" y="3717925"/>
          <p14:tracePt t="105090" x="4351338" y="3713163"/>
          <p14:tracePt t="105106" x="4351338" y="3705225"/>
          <p14:tracePt t="105113" x="4351338" y="3692525"/>
          <p14:tracePt t="105121" x="4351338" y="3687763"/>
          <p14:tracePt t="105130" x="4351338" y="3679825"/>
          <p14:tracePt t="105138" x="4351338" y="3676650"/>
          <p14:tracePt t="105147" x="4351338" y="3667125"/>
          <p14:tracePt t="105154" x="4351338" y="3663950"/>
          <p14:tracePt t="105170" x="4346575" y="3656013"/>
          <p14:tracePt t="105178" x="4346575" y="3651250"/>
          <p14:tracePt t="105185" x="4338638" y="3651250"/>
          <p14:tracePt t="105202" x="4335463" y="3651250"/>
          <p14:tracePt t="105216" x="4322763" y="3651250"/>
          <p14:tracePt t="105226" x="4314825" y="3651250"/>
          <p14:tracePt t="105233" x="4310063" y="3651250"/>
          <p14:tracePt t="105242" x="4302125" y="3651250"/>
          <p14:tracePt t="105250" x="4297363" y="3651250"/>
          <p14:tracePt t="105257" x="4284663" y="3656013"/>
          <p14:tracePt t="105265" x="4276725" y="3659188"/>
          <p14:tracePt t="105274" x="4264025" y="3671888"/>
          <p14:tracePt t="105282" x="4260850" y="3679825"/>
          <p14:tracePt t="105287" x="4252913" y="3692525"/>
          <p14:tracePt t="105296" x="4248150" y="3705225"/>
          <p14:tracePt t="105306" x="4248150" y="3721100"/>
          <p14:tracePt t="105314" x="4248150" y="3733800"/>
          <p14:tracePt t="105320" x="4248150" y="3754438"/>
          <p14:tracePt t="105328" x="4248150" y="3759200"/>
          <p14:tracePt t="105336" x="4248150" y="3770313"/>
          <p14:tracePt t="105344" x="4248150" y="3779838"/>
          <p14:tracePt t="105354" x="4252913" y="3783013"/>
          <p14:tracePt t="105360" x="4252913" y="3792538"/>
          <p14:tracePt t="105368" x="4256088" y="3795713"/>
          <p14:tracePt t="105375" x="4264025" y="3803650"/>
          <p14:tracePt t="105383" x="4268788" y="3803650"/>
          <p14:tracePt t="105392" x="4276725" y="3803650"/>
          <p14:tracePt t="105399" x="4281488" y="3803650"/>
          <p14:tracePt t="105408" x="4289425" y="3803650"/>
          <p14:tracePt t="105417" x="4294188" y="3803650"/>
          <p14:tracePt t="105423" x="4302125" y="3800475"/>
          <p14:tracePt t="105432" x="4305300" y="3800475"/>
          <p14:tracePt t="105440" x="4305300" y="3792538"/>
          <p14:tracePt t="105448" x="4314825" y="3787775"/>
          <p14:tracePt t="105456" x="4314825" y="3779838"/>
          <p14:tracePt t="105464" x="4318000" y="3775075"/>
          <p14:tracePt t="105472" x="4318000" y="3762375"/>
          <p14:tracePt t="105479" x="4318000" y="3749675"/>
          <p14:tracePt t="105488" x="4325938" y="3729038"/>
          <p14:tracePt t="105497" x="4325938" y="3717925"/>
          <p14:tracePt t="105504" x="4325938" y="3705225"/>
          <p14:tracePt t="105512" x="4325938" y="3692525"/>
          <p14:tracePt t="105519" x="4322763" y="3687763"/>
          <p14:tracePt t="105536" x="4314825" y="3679825"/>
          <p14:tracePt t="105551" x="4310063" y="3679825"/>
          <p14:tracePt t="105567" x="4302125" y="3679825"/>
          <p14:tracePt t="105575" x="4297363" y="3679825"/>
          <p14:tracePt t="105583" x="4284663" y="3679825"/>
          <p14:tracePt t="105592" x="4276725" y="3684588"/>
          <p14:tracePt t="105600" x="4273550" y="3692525"/>
          <p14:tracePt t="105608" x="4260850" y="3705225"/>
          <p14:tracePt t="105615" x="4252913" y="3717925"/>
          <p14:tracePt t="105623" x="4248150" y="3733800"/>
          <p14:tracePt t="105632" x="4235450" y="3767138"/>
          <p14:tracePt t="105640" x="4235450" y="3779838"/>
          <p14:tracePt t="105649" x="4235450" y="3803650"/>
          <p14:tracePt t="105655" x="4235450" y="3833813"/>
          <p14:tracePt t="105664" x="4235450" y="3854450"/>
          <p14:tracePt t="105671" x="4235450" y="3878263"/>
          <p14:tracePt t="105679" x="4235450" y="3890963"/>
          <p14:tracePt t="105688" x="4235450" y="3903663"/>
          <p14:tracePt t="105697" x="4235450" y="3906838"/>
          <p14:tracePt t="105703" x="4243388" y="3916363"/>
          <p14:tracePt t="105713" x="4252913" y="3916363"/>
          <p14:tracePt t="105720" x="4264025" y="3927475"/>
          <p14:tracePt t="105727" x="4276725" y="3927475"/>
          <p14:tracePt t="105735" x="4289425" y="3927475"/>
          <p14:tracePt t="105745" x="4302125" y="3927475"/>
          <p14:tracePt t="105752" x="4314825" y="3924300"/>
          <p14:tracePt t="105759" x="4325938" y="3916363"/>
          <p14:tracePt t="105767" x="4325938" y="3911600"/>
          <p14:tracePt t="105777" x="4330700" y="3903663"/>
          <p14:tracePt t="105783" x="4338638" y="3903663"/>
          <p14:tracePt t="105791" x="4338638" y="3898900"/>
          <p14:tracePt t="105800" x="4338638" y="3886200"/>
          <p14:tracePt t="105808" x="4343400" y="3878263"/>
          <p14:tracePt t="105815" x="4343400" y="3875088"/>
          <p14:tracePt t="105824" x="4343400" y="3862388"/>
          <p14:tracePt t="105840" x="4343400" y="3849688"/>
          <p14:tracePt t="105943" x="4343400" y="3857625"/>
          <p14:tracePt t="105951" x="4338638" y="3857625"/>
          <p14:tracePt t="105959" x="4338638" y="3865563"/>
          <p14:tracePt t="105967" x="4338638" y="3870325"/>
          <p14:tracePt t="105976" x="4338638" y="3878263"/>
          <p14:tracePt t="105992" x="4338638" y="3890963"/>
          <p14:tracePt t="106000" x="4338638" y="3895725"/>
          <p14:tracePt t="106015" x="4338638" y="3903663"/>
          <p14:tracePt t="106032" x="4338638" y="3906838"/>
          <p14:tracePt t="106040" x="4351338" y="3916363"/>
          <p14:tracePt t="106054" x="4356100" y="3916363"/>
          <p14:tracePt t="106062" x="4364038" y="3916363"/>
          <p14:tracePt t="106072" x="4367213" y="3916363"/>
          <p14:tracePt t="106078" x="4376738" y="3916363"/>
          <p14:tracePt t="106086" x="4379913" y="3916363"/>
          <p14:tracePt t="106093" x="4392613" y="3916363"/>
          <p14:tracePt t="106101" x="4392613" y="3911600"/>
          <p14:tracePt t="106110" x="4400550" y="3911600"/>
          <p14:tracePt t="106118" x="4400550" y="3903663"/>
          <p14:tracePt t="106126" x="4400550" y="3898900"/>
          <p14:tracePt t="106133" x="4400550" y="3886200"/>
          <p14:tracePt t="106142" x="4400550" y="3878263"/>
          <p14:tracePt t="106149" x="4400550" y="3865563"/>
          <p14:tracePt t="106166" x="4400550" y="3862388"/>
          <p14:tracePt t="107420" x="4397375" y="3862388"/>
          <p14:tracePt t="107427" x="4389438" y="3862388"/>
          <p14:tracePt t="107435" x="4376738" y="3862388"/>
          <p14:tracePt t="107444" x="4364038" y="3862388"/>
          <p14:tracePt t="107451" x="4338638" y="3862388"/>
          <p14:tracePt t="107458" x="4322763" y="3862388"/>
          <p14:tracePt t="107467" x="4289425" y="3862388"/>
          <p14:tracePt t="107476" x="4260850" y="3862388"/>
          <p14:tracePt t="107482" x="4202113" y="3862388"/>
          <p14:tracePt t="107490" x="4165600" y="3862388"/>
          <p14:tracePt t="107499" x="4103688" y="3870325"/>
          <p14:tracePt t="107506" x="4049713" y="3878263"/>
          <p14:tracePt t="107514" x="3975100" y="3878263"/>
          <p14:tracePt t="107521" x="3892550" y="3878263"/>
          <p14:tracePt t="107530" x="3806825" y="3878263"/>
          <p14:tracePt t="107538" x="3716338" y="3878263"/>
          <p14:tracePt t="107546" x="3629025" y="3878263"/>
          <p14:tracePt t="107553" x="3533775" y="3878263"/>
          <p14:tracePt t="107562" x="3430588" y="3883025"/>
          <p14:tracePt t="107569" x="3306763" y="3883025"/>
          <p14:tracePt t="107578" x="3170238" y="3890963"/>
          <p14:tracePt t="107585" x="3025775" y="3895725"/>
          <p14:tracePt t="107594" x="2886075" y="3906838"/>
          <p14:tracePt t="107601" x="2741613" y="3932238"/>
          <p14:tracePt t="107610" x="2589213" y="3940175"/>
          <p14:tracePt t="107618" x="2439988" y="3957638"/>
          <p14:tracePt t="107626" x="2290763" y="3981450"/>
          <p14:tracePt t="107634" x="2135188" y="4002088"/>
          <p14:tracePt t="107641" x="1993900" y="4019550"/>
          <p14:tracePt t="107649" x="1857375" y="4027488"/>
          <p14:tracePt t="107660" x="1720850" y="4040188"/>
          <p14:tracePt t="107666" x="1601788" y="4064000"/>
          <p14:tracePt t="107674" x="1498600" y="4076700"/>
          <p14:tracePt t="107682" x="1403350" y="4081463"/>
          <p14:tracePt t="107691" x="1328738" y="4081463"/>
          <p14:tracePt t="107699" x="1300163" y="4081463"/>
          <p14:tracePt t="107705" x="1287463" y="4081463"/>
          <p14:tracePt t="108027" x="1276350" y="4081463"/>
          <p14:tracePt t="108033" x="1255713" y="4071938"/>
          <p14:tracePt t="108042" x="1230313" y="4048125"/>
          <p14:tracePt t="108050" x="1193800" y="4014788"/>
          <p14:tracePt t="108058" x="1152525" y="3986213"/>
          <p14:tracePt t="108067" x="1101725" y="3952875"/>
          <p14:tracePt t="108074" x="1052513" y="3927475"/>
          <p14:tracePt t="108083" x="990600" y="3898900"/>
          <p14:tracePt t="108090" x="954088" y="3878263"/>
          <p14:tracePt t="108099" x="920750" y="3862388"/>
          <p14:tracePt t="108106" x="904875" y="3849688"/>
          <p14:tracePt t="108114" x="892175" y="3841750"/>
          <p14:tracePt t="108121" x="884238" y="3841750"/>
          <p14:tracePt t="108295" x="884238" y="3836988"/>
          <p14:tracePt t="108305" x="895350" y="3836988"/>
          <p14:tracePt t="108311" x="912813" y="3836988"/>
          <p14:tracePt t="108319" x="933450" y="3836988"/>
          <p14:tracePt t="108328" x="969963" y="3836988"/>
          <p14:tracePt t="108336" x="1019175" y="3836988"/>
          <p14:tracePt t="108344" x="1060450" y="3841750"/>
          <p14:tracePt t="108351" x="1122363" y="3854450"/>
          <p14:tracePt t="108360" x="1193800" y="3857625"/>
          <p14:tracePt t="108367" x="1258888" y="3870325"/>
          <p14:tracePt t="108376" x="1333500" y="3883025"/>
          <p14:tracePt t="108384" x="1408113" y="3895725"/>
          <p14:tracePt t="108392" x="1477963" y="3906838"/>
          <p14:tracePt t="108399" x="1552575" y="3916363"/>
          <p14:tracePt t="108408" x="1617663" y="3916363"/>
          <p14:tracePt t="108416" x="1668463" y="3919538"/>
          <p14:tracePt t="108424" x="1704975" y="3932238"/>
          <p14:tracePt t="108433" x="1741488" y="3932238"/>
          <p14:tracePt t="108440" x="1766888" y="3932238"/>
          <p14:tracePt t="108449" x="1787525" y="3940175"/>
          <p14:tracePt t="108456" x="1792288" y="3944938"/>
          <p14:tracePt t="108464" x="1803400" y="3957638"/>
          <p14:tracePt t="108472" x="1812925" y="3957638"/>
          <p14:tracePt t="108480" x="1816100" y="3965575"/>
          <p14:tracePt t="108496" x="1824038" y="3968750"/>
          <p14:tracePt t="108504" x="1828800" y="3978275"/>
          <p14:tracePt t="108512" x="1836738" y="3989388"/>
          <p14:tracePt t="108520" x="1841500" y="3994150"/>
          <p14:tracePt t="108528" x="1849438" y="4002088"/>
          <p14:tracePt t="108535" x="1854200" y="4006850"/>
          <p14:tracePt t="108544" x="1865313" y="4014788"/>
          <p14:tracePt t="108552" x="1874838" y="4019550"/>
          <p14:tracePt t="108560" x="1878013" y="4027488"/>
          <p14:tracePt t="108568" x="1878013" y="4030663"/>
          <p14:tracePt t="108583" x="1878013" y="4040188"/>
          <p14:tracePt t="108592" x="1874838" y="4043363"/>
          <p14:tracePt t="108599" x="1849438" y="4056063"/>
          <p14:tracePt t="108608" x="1808163" y="4068763"/>
          <p14:tracePt t="108616" x="1771650" y="4076700"/>
          <p14:tracePt t="108624" x="1709738" y="4092575"/>
          <p14:tracePt t="108632" x="1671638" y="4105275"/>
          <p14:tracePt t="108640" x="1638300" y="4113213"/>
          <p14:tracePt t="108647" x="1597025" y="4113213"/>
          <p14:tracePt t="108656" x="1565275" y="4117975"/>
          <p14:tracePt t="108663" x="1524000" y="4125913"/>
          <p14:tracePt t="108672" x="1490663" y="4130675"/>
          <p14:tracePt t="108679" x="1452563" y="4130675"/>
          <p14:tracePt t="108688" x="1416050" y="4130675"/>
          <p14:tracePt t="108695" x="1379538" y="4138613"/>
          <p14:tracePt t="108703" x="1349375" y="4143375"/>
          <p14:tracePt t="108712" x="1325563" y="4143375"/>
          <p14:tracePt t="108720" x="1292225" y="4151313"/>
          <p14:tracePt t="108728" x="1276350" y="4151313"/>
          <p14:tracePt t="108736" x="1263650" y="4151313"/>
          <p14:tracePt t="108744" x="1243013" y="4154488"/>
          <p14:tracePt t="108751" x="1238250" y="4154488"/>
          <p14:tracePt t="108760" x="1230313" y="4154488"/>
          <p14:tracePt t="108864" x="1235075" y="4154488"/>
          <p14:tracePt t="108871" x="1255713" y="4154488"/>
          <p14:tracePt t="108879" x="1271588" y="4154488"/>
          <p14:tracePt t="108888" x="1296988" y="4151313"/>
          <p14:tracePt t="108896" x="1333500" y="4138613"/>
          <p14:tracePt t="108918" x="1457325" y="4102100"/>
          <p14:tracePt t="108931" x="1503363" y="4084638"/>
          <p14:tracePt t="108933" x="1539875" y="4071938"/>
          <p14:tracePt t="108944" x="1568450" y="4051300"/>
          <p14:tracePt t="108949" x="1589088" y="4040188"/>
          <p14:tracePt t="108958" x="1601788" y="4035425"/>
          <p14:tracePt t="108966" x="1606550" y="4027488"/>
          <p14:tracePt t="109013" x="1606550" y="4022725"/>
          <p14:tracePt t="109038" x="1606550" y="4014788"/>
          <p14:tracePt t="109046" x="1597025" y="4014788"/>
          <p14:tracePt t="109053" x="1585913" y="4014788"/>
          <p14:tracePt t="109062" x="1576388" y="4014788"/>
          <p14:tracePt t="109070" x="1565275" y="4014788"/>
          <p14:tracePt t="109078" x="1552575" y="4014788"/>
          <p14:tracePt t="109085" x="1547813" y="4019550"/>
          <p14:tracePt t="109094" x="1539875" y="4027488"/>
          <p14:tracePt t="109104" x="1535113" y="4027488"/>
          <p14:tracePt t="109110" x="1527175" y="4027488"/>
          <p14:tracePt t="109118" x="1524000" y="4027488"/>
          <p14:tracePt t="109126" x="1524000" y="4030663"/>
          <p14:tracePt t="109134" x="1514475" y="4030663"/>
          <p14:tracePt t="109150" x="1511300" y="4040188"/>
          <p14:tracePt t="109182" x="1503363" y="4040188"/>
          <p14:tracePt t="109380" x="1503363" y="4043363"/>
          <p14:tracePt t="109387" x="1498600" y="4043363"/>
          <p14:tracePt t="109396" x="1485900" y="4043363"/>
          <p14:tracePt t="109403" x="1473200" y="4051300"/>
          <p14:tracePt t="109412" x="1452563" y="4056063"/>
          <p14:tracePt t="109419" x="1436688" y="4064000"/>
          <p14:tracePt t="109428" x="1416050" y="4076700"/>
          <p14:tracePt t="109435" x="1403350" y="4076700"/>
          <p14:tracePt t="109443" x="1387475" y="4081463"/>
          <p14:tracePt t="109451" x="1374775" y="4081463"/>
          <p14:tracePt t="109460" x="1362075" y="4089400"/>
          <p14:tracePt t="109468" x="1354138" y="4092575"/>
          <p14:tracePt t="109478" x="1349375" y="4092575"/>
          <p14:tracePt t="109588" x="1349375" y="4102100"/>
          <p14:tracePt t="110113" x="1349375" y="4089400"/>
          <p14:tracePt t="110122" x="1349375" y="4060825"/>
          <p14:tracePt t="110130" x="1349375" y="4022725"/>
          <p14:tracePt t="110137" x="1349375" y="3989388"/>
          <p14:tracePt t="110145" x="1349375" y="3965575"/>
          <p14:tracePt t="110153" x="1349375" y="3940175"/>
          <p14:tracePt t="110162" x="1349375" y="3924300"/>
          <p14:tracePt t="110169" x="1349375" y="3903663"/>
          <p14:tracePt t="110180" x="1341438" y="3886200"/>
          <p14:tracePt t="110185" x="1338263" y="3865563"/>
          <p14:tracePt t="110194" x="1338263" y="3854450"/>
          <p14:tracePt t="110202" x="1328738" y="3849688"/>
          <p14:tracePt t="110210" x="1328738" y="3841750"/>
          <p14:tracePt t="110228" x="1328738" y="3836988"/>
          <p14:tracePt t="110313" x="1325563" y="3836988"/>
          <p14:tracePt t="110338" x="1317625" y="3836988"/>
          <p14:tracePt t="110369" x="1312863" y="3836988"/>
          <p14:tracePt t="110385" x="1312863" y="3841750"/>
          <p14:tracePt t="110400" x="1304925" y="3841750"/>
          <p14:tracePt t="110410" x="1304925" y="3844925"/>
          <p14:tracePt t="110426" x="1300163" y="3854450"/>
          <p14:tracePt t="111508" x="1308100" y="3854450"/>
          <p14:tracePt t="111516" x="1346200" y="3849688"/>
          <p14:tracePt t="111523" x="1428750" y="3816350"/>
          <p14:tracePt t="111532" x="1519238" y="3792538"/>
          <p14:tracePt t="111540" x="1643063" y="3762375"/>
          <p14:tracePt t="111548" x="1787525" y="3729038"/>
          <p14:tracePt t="111555" x="1949450" y="3717925"/>
          <p14:tracePt t="111564" x="2146300" y="3700463"/>
          <p14:tracePt t="111572" x="2370138" y="3679825"/>
          <p14:tracePt t="111580" x="2609850" y="3656013"/>
          <p14:tracePt t="111588" x="2868613" y="3643313"/>
          <p14:tracePt t="111596" x="3175000" y="3638550"/>
          <p14:tracePt t="111604" x="3427413" y="3638550"/>
          <p14:tracePt t="111612" x="3711575" y="3638550"/>
          <p14:tracePt t="111620" x="3967163" y="3630613"/>
          <p14:tracePt t="111627" x="4214813" y="3630613"/>
          <p14:tracePt t="111636" x="4451350" y="3625850"/>
          <p14:tracePt t="111644" x="4665663" y="3625850"/>
          <p14:tracePt t="111653" x="4859338" y="3625850"/>
          <p14:tracePt t="111660" x="5019675" y="3630613"/>
          <p14:tracePt t="111668" x="5168900" y="3646488"/>
          <p14:tracePt t="111676" x="5272088" y="3659188"/>
          <p14:tracePt t="111684" x="5359400" y="3671888"/>
          <p14:tracePt t="111692" x="5408613" y="3684588"/>
          <p14:tracePt t="111700" x="5432425" y="3697288"/>
          <p14:tracePt t="111708" x="5441950" y="3705225"/>
          <p14:tracePt t="111853" x="5437188" y="3705225"/>
          <p14:tracePt t="111859" x="5429250" y="3705225"/>
          <p14:tracePt t="111867" x="5416550" y="3708400"/>
          <p14:tracePt t="111876" x="5391150" y="3717925"/>
          <p14:tracePt t="111884" x="5367338" y="3729038"/>
          <p14:tracePt t="111892" x="5326063" y="3741738"/>
          <p14:tracePt t="111901" x="5276850" y="3759200"/>
          <p14:tracePt t="111920" x="5156200" y="3779838"/>
          <p14:tracePt t="111922" x="5094288" y="3783013"/>
          <p14:tracePt t="111931" x="5029200" y="3795713"/>
          <p14:tracePt t="111938" x="4970463" y="3803650"/>
          <p14:tracePt t="111946" x="4916488" y="3829050"/>
          <p14:tracePt t="111955" x="4879975" y="3833813"/>
          <p14:tracePt t="111962" x="4859338" y="3833813"/>
          <p14:tracePt t="111970" x="4846638" y="3833813"/>
          <p14:tracePt t="111978" x="4843463" y="3833813"/>
          <p14:tracePt t="112034" x="4851400" y="3833813"/>
          <p14:tracePt t="112042" x="4859338" y="3833813"/>
          <p14:tracePt t="112049" x="4872038" y="3829050"/>
          <p14:tracePt t="112058" x="4875213" y="3829050"/>
          <p14:tracePt t="112066" x="4884738" y="3824288"/>
          <p14:tracePt t="112074" x="4887913" y="3824288"/>
          <p14:tracePt t="112083" x="4900613" y="3824288"/>
          <p14:tracePt t="112090" x="4908550" y="3816350"/>
          <p14:tracePt t="112114" x="4913313" y="3816350"/>
          <p14:tracePt t="112441" x="4908550" y="3833813"/>
          <p14:tracePt t="112450" x="4905375" y="3857625"/>
          <p14:tracePt t="112458" x="4892675" y="3890963"/>
          <p14:tracePt t="112466" x="4867275" y="3932238"/>
          <p14:tracePt t="112474" x="4843463" y="3978275"/>
          <p14:tracePt t="112482" x="4818063" y="4002088"/>
          <p14:tracePt t="112491" x="4784725" y="4043363"/>
          <p14:tracePt t="112498" x="4743450" y="4105275"/>
          <p14:tracePt t="112504" x="4694238" y="4187825"/>
          <p14:tracePt t="112512" x="4648200" y="4254500"/>
          <p14:tracePt t="112520" x="4606925" y="4337050"/>
          <p14:tracePt t="112528" x="4562475" y="4403725"/>
          <p14:tracePt t="112536" x="4524375" y="4473575"/>
          <p14:tracePt t="112544" x="4487863" y="4522788"/>
          <p14:tracePt t="112552" x="4459288" y="4584700"/>
          <p14:tracePt t="112560" x="4433888" y="4625975"/>
          <p14:tracePt t="112568" x="4421188" y="4651375"/>
          <p14:tracePt t="112576" x="4410075" y="4675188"/>
          <p14:tracePt t="112583" x="4400550" y="4687888"/>
          <p14:tracePt t="112592" x="4397375" y="4708525"/>
          <p14:tracePt t="112607" x="4397375" y="4713288"/>
          <p14:tracePt t="112791" x="4400550" y="4713288"/>
          <p14:tracePt t="112799" x="4405313" y="4713288"/>
          <p14:tracePt t="112816" x="4413250" y="4713288"/>
          <p14:tracePt t="112823" x="4413250" y="4708525"/>
          <p14:tracePt t="112832" x="4418013" y="4708525"/>
          <p14:tracePt t="112864" x="4425950" y="4708525"/>
          <p14:tracePt t="112880" x="4425950" y="4705350"/>
          <p14:tracePt t="112974" x="4421188" y="4705350"/>
          <p14:tracePt t="112985" x="4413250" y="4713288"/>
          <p14:tracePt t="112992" x="4413250" y="4721225"/>
          <p14:tracePt t="113000" x="4400550" y="4725988"/>
          <p14:tracePt t="113007" x="4389438" y="4737100"/>
          <p14:tracePt t="113016" x="4384675" y="4749800"/>
          <p14:tracePt t="113023" x="4364038" y="4762500"/>
          <p14:tracePt t="113032" x="4351338" y="4775200"/>
          <p14:tracePt t="113039" x="4325938" y="4795838"/>
          <p14:tracePt t="113046" x="4297363" y="4811713"/>
          <p14:tracePt t="113057" x="4273550" y="4824413"/>
          <p14:tracePt t="113063" x="4227513" y="4857750"/>
          <p14:tracePt t="113070" x="4186238" y="4886325"/>
          <p14:tracePt t="113078" x="4137025" y="4899025"/>
          <p14:tracePt t="113087" x="4103688" y="4919663"/>
          <p14:tracePt t="113094" x="4062413" y="4948238"/>
          <p14:tracePt t="113105" x="4029075" y="4968875"/>
          <p14:tracePt t="113109" x="4016375" y="4973638"/>
          <p14:tracePt t="113118" x="4013200" y="4981575"/>
          <p14:tracePt t="113126" x="4005263" y="4981575"/>
          <p14:tracePt t="113134" x="4000500" y="4984750"/>
          <p14:tracePt t="113150" x="3992563" y="4994275"/>
          <p14:tracePt t="113157" x="3987800" y="4994275"/>
          <p14:tracePt t="113166" x="3975100" y="4997450"/>
          <p14:tracePt t="113173" x="3967163" y="5005388"/>
          <p14:tracePt t="113181" x="3963988" y="5010150"/>
          <p14:tracePt t="113189" x="3954463" y="5010150"/>
          <p14:tracePt t="113198" x="3951288" y="5022850"/>
          <p14:tracePt t="113205" x="3943350" y="5022850"/>
          <p14:tracePt t="113261" x="3938588" y="5022850"/>
          <p14:tracePt t="113310" x="3930650" y="5022850"/>
          <p14:tracePt t="113317" x="3925888" y="5030788"/>
          <p14:tracePt t="113326" x="3917950" y="5035550"/>
          <p14:tracePt t="113334" x="3913188" y="5035550"/>
          <p14:tracePt t="113341" x="3892550" y="5035550"/>
          <p14:tracePt t="113350" x="3868738" y="5035550"/>
          <p14:tracePt t="113358" x="3830638" y="5035550"/>
          <p14:tracePt t="113366" x="3781425" y="5026025"/>
          <p14:tracePt t="113374" x="3706813" y="4994275"/>
          <p14:tracePt t="113382" x="3629025" y="4956175"/>
          <p14:tracePt t="113389" x="3541713" y="4927600"/>
          <p14:tracePt t="113398" x="3448050" y="4894263"/>
          <p14:tracePt t="113406" x="3360738" y="4857750"/>
          <p14:tracePt t="113414" x="3282950" y="4832350"/>
          <p14:tracePt t="113422" x="3211513" y="4803775"/>
          <p14:tracePt t="113429" x="3159125" y="4770438"/>
          <p14:tracePt t="113437" x="3113088" y="4757738"/>
          <p14:tracePt t="113446" x="3087688" y="4741863"/>
          <p14:tracePt t="113454" x="3071813" y="4729163"/>
          <p14:tracePt t="113462" x="3063875" y="4721225"/>
          <p14:tracePt t="113471" x="3063875" y="4708525"/>
          <p14:tracePt t="113478" x="3063875" y="4705350"/>
          <p14:tracePt t="113486" x="3063875" y="4692650"/>
          <p14:tracePt t="113493" x="3063875" y="4679950"/>
          <p14:tracePt t="113502" x="3074988" y="4659313"/>
          <p14:tracePt t="113509" x="3105150" y="4630738"/>
          <p14:tracePt t="113518" x="3141663" y="4597400"/>
          <p14:tracePt t="113525" x="3187700" y="4568825"/>
          <p14:tracePt t="113534" x="3249613" y="4522788"/>
          <p14:tracePt t="113541" x="3311525" y="4486275"/>
          <p14:tracePt t="113550" x="3365500" y="4448175"/>
          <p14:tracePt t="113557" x="3427413" y="4398963"/>
          <p14:tracePt t="113566" x="3484563" y="4373563"/>
          <p14:tracePt t="113573" x="3546475" y="4337050"/>
          <p14:tracePt t="113582" x="3587750" y="4311650"/>
          <p14:tracePt t="113590" x="3633788" y="4295775"/>
          <p14:tracePt t="113598" x="3670300" y="4283075"/>
          <p14:tracePt t="113606" x="3698875" y="4270375"/>
          <p14:tracePt t="113612" x="3724275" y="4262438"/>
          <p14:tracePt t="113620" x="3744913" y="4262438"/>
          <p14:tracePt t="113630" x="3748088" y="4259263"/>
          <p14:tracePt t="113636" x="3760788" y="4249738"/>
          <p14:tracePt t="113651" x="3760788" y="4246563"/>
          <p14:tracePt t="113683" x="3757613" y="4246563"/>
          <p14:tracePt t="113691" x="3744913" y="4246563"/>
          <p14:tracePt t="113700" x="3719513" y="4246563"/>
          <p14:tracePt t="113707" x="3703638" y="4246563"/>
          <p14:tracePt t="113716" x="3683000" y="4246563"/>
          <p14:tracePt t="113723" x="3657600" y="4246563"/>
          <p14:tracePt t="113732" x="3641725" y="4246563"/>
          <p14:tracePt t="113739" x="3621088" y="4249738"/>
          <p14:tracePt t="113748" x="3603625" y="4254500"/>
          <p14:tracePt t="113755" x="3582988" y="4262438"/>
          <p14:tracePt t="113764" x="3559175" y="4262438"/>
          <p14:tracePt t="113772" x="3541713" y="4262438"/>
          <p14:tracePt t="113780" x="3517900" y="4262438"/>
          <p14:tracePt t="113788" x="3492500" y="4262438"/>
          <p14:tracePt t="113796" x="3468688" y="4262438"/>
          <p14:tracePt t="113804" x="3443288" y="4262438"/>
          <p14:tracePt t="113812" x="3409950" y="4262438"/>
          <p14:tracePt t="113820" x="3381375" y="4262438"/>
          <p14:tracePt t="113828" x="3355975" y="4262438"/>
          <p14:tracePt t="113836" x="3332163" y="4259263"/>
          <p14:tracePt t="113844" x="3311525" y="4259263"/>
          <p14:tracePt t="113851" x="3294063" y="4249738"/>
          <p14:tracePt t="113860" x="3282950" y="4246563"/>
          <p14:tracePt t="113867" x="3270250" y="4238625"/>
          <p14:tracePt t="113876" x="3262313" y="4233863"/>
          <p14:tracePt t="113884" x="3257550" y="4233863"/>
          <p14:tracePt t="113891" x="3257550" y="4225925"/>
          <p14:tracePt t="113905" x="3249613" y="4221163"/>
          <p14:tracePt t="113909" x="3249613" y="4213225"/>
          <p14:tracePt t="113923" x="3244850" y="4208463"/>
          <p14:tracePt t="113948" x="3244850" y="4200525"/>
          <p14:tracePt t="113955" x="3236913" y="4200525"/>
          <p14:tracePt t="113963" x="3236913" y="4195763"/>
          <p14:tracePt t="113971" x="3224213" y="4195763"/>
          <p14:tracePt t="113980" x="3211513" y="4184650"/>
          <p14:tracePt t="113988" x="3187700" y="4171950"/>
          <p14:tracePt t="113996" x="3159125" y="4151313"/>
          <p14:tracePt t="114004" x="3108325" y="4146550"/>
          <p14:tracePt t="114011" x="3051175" y="4138613"/>
          <p14:tracePt t="114020" x="2984500" y="4125913"/>
          <p14:tracePt t="114028" x="2914650" y="4125913"/>
          <p14:tracePt t="114035" x="2840038" y="4122738"/>
          <p14:tracePt t="114044" x="2762250" y="4113213"/>
          <p14:tracePt t="114052" x="2692400" y="4113213"/>
          <p14:tracePt t="114060" x="2625725" y="4097338"/>
          <p14:tracePt t="114068" x="2568575" y="4097338"/>
          <p14:tracePt t="114076" x="2517775" y="4097338"/>
          <p14:tracePt t="114084" x="2468563" y="4097338"/>
          <p14:tracePt t="114091" x="2432050" y="4097338"/>
          <p14:tracePt t="114100" x="2406650" y="4097338"/>
          <p14:tracePt t="114107" x="2382838" y="4097338"/>
          <p14:tracePt t="114116" x="2365375" y="4089400"/>
          <p14:tracePt t="114123" x="2357438" y="4084638"/>
          <p14:tracePt t="114132" x="2344738" y="4084638"/>
          <p14:tracePt t="114139" x="2341563" y="4084638"/>
          <p14:tracePt t="114172" x="2341563" y="4076700"/>
          <p14:tracePt t="114251" x="2344738" y="4064000"/>
          <p14:tracePt t="114258" x="2349500" y="4060825"/>
          <p14:tracePt t="114265" x="2362200" y="4051300"/>
          <p14:tracePt t="114273" x="2373313" y="4040188"/>
          <p14:tracePt t="114282" x="2386013" y="4027488"/>
          <p14:tracePt t="114289" x="2393950" y="4022725"/>
          <p14:tracePt t="114298" x="2398713" y="4014788"/>
          <p14:tracePt t="114305" x="2398713" y="4010025"/>
          <p14:tracePt t="114314" x="2398713" y="3989388"/>
          <p14:tracePt t="114322" x="2398713" y="3973513"/>
          <p14:tracePt t="114330" x="2398713" y="3952875"/>
          <p14:tracePt t="114338" x="2398713" y="3940175"/>
          <p14:tracePt t="114346" x="2398713" y="3927475"/>
          <p14:tracePt t="114354" x="2398713" y="3924300"/>
          <p14:tracePt t="114362" x="2393950" y="3911600"/>
          <p14:tracePt t="114370" x="2393950" y="3903663"/>
          <p14:tracePt t="114378" x="2390775" y="3890963"/>
          <p14:tracePt t="114385" x="2378075" y="3878263"/>
          <p14:tracePt t="114394" x="2378075" y="3865563"/>
          <p14:tracePt t="114402" x="2370138" y="3862388"/>
          <p14:tracePt t="114410" x="2370138" y="3849688"/>
          <p14:tracePt t="114418" x="2370138" y="3841750"/>
          <p14:tracePt t="114425" x="2370138" y="3836988"/>
          <p14:tracePt t="114434" x="2370138" y="3824288"/>
          <p14:tracePt t="114442" x="2382838" y="3816350"/>
          <p14:tracePt t="114450" x="2393950" y="3813175"/>
          <p14:tracePt t="114458" x="2419350" y="3792538"/>
          <p14:tracePt t="114466" x="2444750" y="3775075"/>
          <p14:tracePt t="114473" x="2473325" y="3754438"/>
          <p14:tracePt t="114482" x="2509838" y="3729038"/>
          <p14:tracePt t="114490" x="2547938" y="3717925"/>
          <p14:tracePt t="114497" x="2579688" y="3700463"/>
          <p14:tracePt t="114506" x="2617788" y="3687763"/>
          <p14:tracePt t="114513" x="2654300" y="3663950"/>
          <p14:tracePt t="114523" x="2679700" y="3651250"/>
          <p14:tracePt t="114530" x="2716213" y="3630613"/>
          <p14:tracePt t="114538" x="2741613" y="3617913"/>
          <p14:tracePt t="114546" x="2757488" y="3614738"/>
          <p14:tracePt t="114554" x="2770188" y="3605213"/>
          <p14:tracePt t="114562" x="2790825" y="3602038"/>
          <p14:tracePt t="114570" x="2803525" y="3602038"/>
          <p14:tracePt t="114578" x="2816225" y="3594100"/>
          <p14:tracePt t="114586" x="2819400" y="3594100"/>
          <p14:tracePt t="114594" x="2827338" y="3594100"/>
          <p14:tracePt t="114602" x="2840038" y="3594100"/>
          <p14:tracePt t="114626" x="2844800" y="3594100"/>
          <p14:tracePt t="114651" x="2852738" y="3594100"/>
          <p14:tracePt t="114666" x="2857500" y="3594100"/>
          <p14:tracePt t="114682" x="2868613" y="3594100"/>
          <p14:tracePt t="114690" x="2878138" y="3594100"/>
          <p14:tracePt t="114698" x="2901950" y="3594100"/>
          <p14:tracePt t="114705" x="2919413" y="3597275"/>
          <p14:tracePt t="114714" x="2951163" y="3605213"/>
          <p14:tracePt t="114722" x="2976563" y="3617913"/>
          <p14:tracePt t="114730" x="3005138" y="3622675"/>
          <p14:tracePt t="114738" x="3051175" y="3635375"/>
          <p14:tracePt t="114746" x="3079750" y="3643313"/>
          <p14:tracePt t="114754" x="3125788" y="3659188"/>
          <p14:tracePt t="114762" x="3162300" y="3671888"/>
          <p14:tracePt t="114770" x="3203575" y="3684588"/>
          <p14:tracePt t="114778" x="3241675" y="3692525"/>
          <p14:tracePt t="114786" x="3298825" y="3697288"/>
          <p14:tracePt t="114794" x="3348038" y="3705225"/>
          <p14:tracePt t="114802" x="3409950" y="3705225"/>
          <p14:tracePt t="114810" x="3476625" y="3708400"/>
          <p14:tracePt t="114815" x="3551238" y="3708400"/>
          <p14:tracePt t="114825" x="3633788" y="3708400"/>
          <p14:tracePt t="114834" x="3711575" y="3721100"/>
          <p14:tracePt t="114841" x="3794125" y="3721100"/>
          <p14:tracePt t="114850" x="3884613" y="3721100"/>
          <p14:tracePt t="114856" x="3967163" y="3721100"/>
          <p14:tracePt t="114864" x="4054475" y="3721100"/>
          <p14:tracePt t="114872" x="4144963" y="3721100"/>
          <p14:tracePt t="114879" x="4240213" y="3717925"/>
          <p14:tracePt t="114888" x="4338638" y="3713163"/>
          <p14:tracePt t="114896" x="4418013" y="3705225"/>
          <p14:tracePt t="114905" x="4513263" y="3705225"/>
          <p14:tracePt t="114912" x="4598988" y="3705225"/>
          <p14:tracePt t="114919" x="4689475" y="3705225"/>
          <p14:tracePt t="114939" x="4846638" y="3700463"/>
          <p14:tracePt t="114954" x="4995863" y="3700463"/>
          <p14:tracePt t="114960" x="5070475" y="3700463"/>
          <p14:tracePt t="114967" x="5148263" y="3700463"/>
          <p14:tracePt t="114975" x="5230813" y="3700463"/>
          <p14:tracePt t="114984" x="5305425" y="3700463"/>
          <p14:tracePt t="114991" x="5370513" y="3700463"/>
          <p14:tracePt t="115000" x="5441950" y="3700463"/>
          <p14:tracePt t="115008" x="5507038" y="3700463"/>
          <p14:tracePt t="115016" x="5568950" y="3700463"/>
          <p14:tracePt t="115023" x="5618163" y="3700463"/>
          <p14:tracePt t="115032" x="5668963" y="3705225"/>
          <p14:tracePt t="115040" x="5702300" y="3708400"/>
          <p14:tracePt t="115048" x="5730875" y="3717925"/>
          <p14:tracePt t="115055" x="5743575" y="3717925"/>
          <p14:tracePt t="115064" x="5764213" y="3717925"/>
          <p14:tracePt t="115072" x="5775325" y="3717925"/>
          <p14:tracePt t="115080" x="5780088" y="3717925"/>
          <p14:tracePt t="115088" x="5788025" y="3721100"/>
          <p14:tracePt t="115264" x="5788025" y="3729038"/>
          <p14:tracePt t="115272" x="5788025" y="3741738"/>
          <p14:tracePt t="115280" x="5788025" y="3759200"/>
          <p14:tracePt t="115288" x="5788025" y="3767138"/>
          <p14:tracePt t="115295" x="5788025" y="3783013"/>
          <p14:tracePt t="115301" x="5784850" y="3795713"/>
          <p14:tracePt t="115312" x="5784850" y="3816350"/>
          <p14:tracePt t="115319" x="5772150" y="3833813"/>
          <p14:tracePt t="115328" x="5772150" y="3857625"/>
          <p14:tracePt t="115335" x="5772150" y="3870325"/>
          <p14:tracePt t="115344" x="5772150" y="3883025"/>
          <p14:tracePt t="115352" x="5772150" y="3895725"/>
          <p14:tracePt t="115357" x="5772150" y="3916363"/>
          <p14:tracePt t="115376" x="5772150" y="3919538"/>
          <p14:tracePt t="115382" x="5775325" y="3919538"/>
          <p14:tracePt t="115398" x="5780088" y="3919538"/>
          <p14:tracePt t="115693" x="5788025" y="3919538"/>
          <p14:tracePt t="126970" x="5734050" y="3862388"/>
          <p14:tracePt t="126977" x="5622925" y="3749675"/>
          <p14:tracePt t="126985" x="5437188" y="3605213"/>
          <p14:tracePt t="126994" x="5164138" y="3419475"/>
          <p14:tracePt t="127001" x="4772025" y="3168650"/>
          <p14:tracePt t="127010" x="4364038" y="2887663"/>
          <p14:tracePt t="127017" x="3913188" y="2609850"/>
          <p14:tracePt t="127026" x="3468688" y="2349500"/>
          <p14:tracePt t="127035" x="3022600" y="2081213"/>
          <p14:tracePt t="127041" x="2576513" y="1841500"/>
          <p14:tracePt t="127051" x="2146300" y="1624013"/>
          <p14:tracePt t="127057" x="1720850" y="1420813"/>
          <p14:tracePt t="127068" x="1317625" y="1227138"/>
          <p14:tracePt t="127105" x="296863" y="706438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1193D-BCB3-2940-A7A7-A129B1B88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90" y="108223"/>
            <a:ext cx="8632924" cy="837597"/>
          </a:xfrm>
        </p:spPr>
        <p:txBody>
          <a:bodyPr>
            <a:noAutofit/>
          </a:bodyPr>
          <a:lstStyle/>
          <a:p>
            <a:r>
              <a:rPr lang="nb-NO" sz="3600" b="1" dirty="0"/>
              <a:t>Implisitt skatt</a:t>
            </a:r>
            <a:endParaRPr lang="nb-NO" sz="197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58FAC-7ED7-2742-A856-B27309BE1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98" y="1404366"/>
            <a:ext cx="8780958" cy="6048673"/>
          </a:xfrm>
        </p:spPr>
        <p:txBody>
          <a:bodyPr>
            <a:normAutofit/>
          </a:bodyPr>
          <a:lstStyle/>
          <a:p>
            <a:r>
              <a:rPr lang="nb-NO" sz="2400" dirty="0"/>
              <a:t>Nominell (før skatt) avkastningen på skattefavoriserte aktiva </a:t>
            </a:r>
            <a:r>
              <a:rPr lang="nb-NO" sz="2400" dirty="0">
                <a:solidFill>
                  <a:srgbClr val="FF0000"/>
                </a:solidFill>
              </a:rPr>
              <a:t>er lavere </a:t>
            </a:r>
            <a:r>
              <a:rPr lang="nb-NO" sz="2400" dirty="0"/>
              <a:t>enn for aktiva som er fullt ut skattlagt (gitt lik risiko)</a:t>
            </a:r>
          </a:p>
          <a:p>
            <a:endParaRPr lang="nb-NO" sz="2400" dirty="0"/>
          </a:p>
          <a:p>
            <a:r>
              <a:rPr lang="nb-NO" sz="2400" dirty="0"/>
              <a:t>I likevekt må to like risikable aktiva gi samme avkastning. </a:t>
            </a:r>
            <a:r>
              <a:rPr lang="nb-NO" sz="2400" dirty="0">
                <a:solidFill>
                  <a:srgbClr val="FF0000"/>
                </a:solidFill>
              </a:rPr>
              <a:t>Skattefavoriserte investeringer i samme risikoklasse bærer derfor en implisitt skatt i forhold til skattlagte investeringer.</a:t>
            </a:r>
          </a:p>
          <a:p>
            <a:endParaRPr lang="nb-NO" sz="2400" dirty="0"/>
          </a:p>
          <a:p>
            <a:r>
              <a:rPr lang="nb-NO" altLang="nb-NO" sz="2400" dirty="0"/>
              <a:t>Den implisitte skatten oppstår fordi skattefavorisering øker etterspørselen etter den favoriserte aksjen. Det øker prisen på objektet og senker dermed avkastningen (</a:t>
            </a:r>
            <a:r>
              <a:rPr lang="nb-NO" altLang="nb-NO" sz="2400" dirty="0" err="1"/>
              <a:t>f.eks</a:t>
            </a:r>
            <a:r>
              <a:rPr lang="nb-NO" altLang="nb-NO" sz="2400" dirty="0"/>
              <a:t> utbytte/kostpris aksje faller). Fallet i avkastning er en implisitt skatt.</a:t>
            </a:r>
          </a:p>
          <a:p>
            <a:endParaRPr lang="nb-NO" sz="1970" dirty="0"/>
          </a:p>
          <a:p>
            <a:endParaRPr lang="nb-NO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663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567"/>
    </mc:Choice>
    <mc:Fallback xmlns="">
      <p:transition spd="slow" advTm="1475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FC03B-2FF7-0B4F-93A7-D45257FD7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50" y="180231"/>
            <a:ext cx="9649072" cy="712879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nb-NO" altLang="nb-NO" sz="34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nb-NO" altLang="nb-NO" sz="3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nb-NO" altLang="nb-NO" sz="3400" dirty="0">
                <a:solidFill>
                  <a:srgbClr val="FFFF00"/>
                </a:solidFill>
              </a:rPr>
              <a:t>Skattlagte </a:t>
            </a:r>
            <a:r>
              <a:rPr lang="nb-NO" altLang="nb-NO" sz="3200" dirty="0">
                <a:solidFill>
                  <a:srgbClr val="FFFF00"/>
                </a:solidFill>
              </a:rPr>
              <a:t>investeringer</a:t>
            </a:r>
            <a:r>
              <a:rPr lang="nb-NO" altLang="nb-NO" sz="3400" dirty="0">
                <a:solidFill>
                  <a:srgbClr val="FFFF00"/>
                </a:solidFill>
              </a:rPr>
              <a:t> bærer en </a:t>
            </a:r>
            <a:r>
              <a:rPr lang="nb-NO" altLang="nb-NO" sz="3400" i="1" dirty="0">
                <a:solidFill>
                  <a:srgbClr val="FFFF00"/>
                </a:solidFill>
              </a:rPr>
              <a:t>eksplisitt skatt</a:t>
            </a:r>
            <a:r>
              <a:rPr lang="nb-NO" altLang="nb-NO" sz="3400" dirty="0">
                <a:solidFill>
                  <a:srgbClr val="FFFF00"/>
                </a:solidFill>
              </a:rPr>
              <a:t>.</a:t>
            </a:r>
          </a:p>
          <a:p>
            <a:pPr marL="0" indent="0">
              <a:buNone/>
            </a:pPr>
            <a:endParaRPr lang="nb-NO" altLang="nb-NO" sz="3400" i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nb-NO" altLang="nb-NO" sz="3400" i="1" dirty="0">
                <a:solidFill>
                  <a:srgbClr val="FFFF00"/>
                </a:solidFill>
              </a:rPr>
              <a:t>Eksplisitte skatter gir skatteinntekt til staten.</a:t>
            </a:r>
            <a:endParaRPr lang="nb-NO" sz="3400" dirty="0">
              <a:solidFill>
                <a:srgbClr val="FFFF00"/>
              </a:solidFill>
            </a:endParaRPr>
          </a:p>
          <a:p>
            <a:endParaRPr lang="nb-NO" sz="3400" dirty="0">
              <a:solidFill>
                <a:schemeClr val="bg1"/>
              </a:solidFill>
            </a:endParaRPr>
          </a:p>
          <a:p>
            <a:endParaRPr lang="nb-NO" sz="3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b-NO" sz="3400" dirty="0">
                <a:solidFill>
                  <a:schemeClr val="bg1"/>
                </a:solidFill>
              </a:rPr>
              <a:t>→ En skattefri investering har lavere nominell avkastning enn en skattlagt investering gitt lik risiko fordi i likevekt må de gi samme avkastning . </a:t>
            </a:r>
          </a:p>
          <a:p>
            <a:endParaRPr lang="nb-NO" sz="2400" dirty="0"/>
          </a:p>
          <a:p>
            <a:pPr marL="0" indent="0">
              <a:buNone/>
            </a:pPr>
            <a:endParaRPr lang="nb-NO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931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086"/>
    </mc:Choice>
    <mc:Fallback xmlns="">
      <p:transition spd="slow" advTm="1040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93964-24D0-4DD9-3150-24CF23342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74" y="1448206"/>
            <a:ext cx="9217024" cy="5976664"/>
          </a:xfrm>
        </p:spPr>
        <p:txBody>
          <a:bodyPr>
            <a:normAutofit lnSpcReduction="10000"/>
          </a:bodyPr>
          <a:lstStyle/>
          <a:p>
            <a:r>
              <a:rPr lang="nb-NO" sz="3600" dirty="0">
                <a:solidFill>
                  <a:schemeClr val="bg1"/>
                </a:solidFill>
              </a:rPr>
              <a:t>En utsteder av skattefrie obligasjoner tjener på at den nominelle avkastningen (renten) blir lavere enn avkastningen på obligasjoner med samme risiko.</a:t>
            </a:r>
          </a:p>
          <a:p>
            <a:endParaRPr lang="nb-NO" sz="3600" dirty="0">
              <a:solidFill>
                <a:schemeClr val="bg1"/>
              </a:solidFill>
            </a:endParaRPr>
          </a:p>
          <a:p>
            <a:r>
              <a:rPr lang="nb-NO" sz="3600" dirty="0">
                <a:solidFill>
                  <a:schemeClr val="bg1"/>
                </a:solidFill>
              </a:rPr>
              <a:t>Utsteder tjener på skattefritaket fordi utsteder må betale lavere renter til de som kjøper obligasjonen enn om renteinntektene var skattlagt på kjøpers hånd</a:t>
            </a:r>
            <a:r>
              <a:rPr lang="nb-NO" sz="3600" dirty="0"/>
              <a:t>. </a:t>
            </a:r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7641D-022F-6CC6-2ACB-EFA70B7E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DC8-1D0B-4B83-8CF0-4F24D54506BB}" type="slidenum">
              <a:rPr lang="nb-NO" smtClean="0"/>
              <a:pPr/>
              <a:t>23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99243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5864-D98F-9045-9F23-C65575759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183" y="540271"/>
            <a:ext cx="8632924" cy="435769"/>
          </a:xfrm>
        </p:spPr>
        <p:txBody>
          <a:bodyPr>
            <a:noAutofit/>
          </a:bodyPr>
          <a:lstStyle/>
          <a:p>
            <a:r>
              <a:rPr lang="nb-NO" sz="3200" dirty="0">
                <a:solidFill>
                  <a:srgbClr val="FFFF00"/>
                </a:solidFill>
              </a:rPr>
              <a:t>Formel implisitt skatt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BB2DCB-A62D-194E-91D8-DF465A39BB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2067" y="1476375"/>
                <a:ext cx="9549484" cy="576063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nb-NO" sz="3300" dirty="0">
                    <a:solidFill>
                      <a:schemeClr val="bg1"/>
                    </a:solidFill>
                  </a:rPr>
                  <a:t>La </a:t>
                </a:r>
                <a:r>
                  <a:rPr lang="nb-NO" sz="3300" i="1" dirty="0">
                    <a:solidFill>
                      <a:srgbClr val="FFFF00"/>
                    </a:solidFill>
                  </a:rPr>
                  <a:t>R</a:t>
                </a:r>
                <a:r>
                  <a:rPr lang="nb-NO" sz="3300" dirty="0">
                    <a:solidFill>
                      <a:schemeClr val="bg1"/>
                    </a:solidFill>
                  </a:rPr>
                  <a:t> være nominell avkastning før skatt på en fullt ut skattlagt investering </a:t>
                </a:r>
              </a:p>
              <a:p>
                <a:pPr marL="0" indent="0">
                  <a:buNone/>
                </a:pPr>
                <a:endParaRPr lang="nb-NO" sz="33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nb-NO" sz="3300" dirty="0">
                    <a:solidFill>
                      <a:schemeClr val="bg1"/>
                    </a:solidFill>
                  </a:rPr>
                  <a:t>La </a:t>
                </a:r>
                <a:r>
                  <a:rPr lang="nb-NO" sz="3300" i="1" dirty="0">
                    <a:solidFill>
                      <a:srgbClr val="FFFF00"/>
                    </a:solidFill>
                  </a:rPr>
                  <a:t>r</a:t>
                </a:r>
                <a:r>
                  <a:rPr lang="nb-NO" sz="3300" dirty="0">
                    <a:solidFill>
                      <a:schemeClr val="bg1"/>
                    </a:solidFill>
                  </a:rPr>
                  <a:t> være nominell avkastning på den skattefrie investeringen (begge med samme risiko). </a:t>
                </a:r>
              </a:p>
              <a:p>
                <a:endParaRPr lang="nb-NO" sz="3300" dirty="0">
                  <a:solidFill>
                    <a:schemeClr val="bg1"/>
                  </a:solidFill>
                </a:endParaRPr>
              </a:p>
              <a:p>
                <a:r>
                  <a:rPr lang="nb-NO" sz="3300" dirty="0">
                    <a:solidFill>
                      <a:schemeClr val="bg1"/>
                    </a:solidFill>
                  </a:rPr>
                  <a:t>Den implisitte skatten </a:t>
                </a:r>
                <a:r>
                  <a:rPr lang="nb-NO" sz="3300" i="1" dirty="0">
                    <a:solidFill>
                      <a:srgbClr val="FFFF00"/>
                    </a:solidFill>
                  </a:rPr>
                  <a:t>T</a:t>
                </a:r>
                <a:r>
                  <a:rPr lang="nb-NO" sz="3300" i="1" dirty="0">
                    <a:solidFill>
                      <a:schemeClr val="bg1"/>
                    </a:solidFill>
                  </a:rPr>
                  <a:t> </a:t>
                </a:r>
                <a:r>
                  <a:rPr lang="nb-NO" sz="3300" dirty="0">
                    <a:solidFill>
                      <a:schemeClr val="bg1"/>
                    </a:solidFill>
                  </a:rPr>
                  <a:t> </a:t>
                </a:r>
                <a:r>
                  <a:rPr lang="nb-NO" sz="3300" i="1" dirty="0">
                    <a:solidFill>
                      <a:schemeClr val="bg1"/>
                    </a:solidFill>
                  </a:rPr>
                  <a:t>finnes slik</a:t>
                </a:r>
              </a:p>
              <a:p>
                <a:endParaRPr lang="nb-NO" sz="3300" i="1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3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nb-NO" sz="33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sz="33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33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nb-NO" sz="33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b-NO" sz="33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nb-NO" sz="33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nb-NO" sz="3300" i="1" dirty="0">
                  <a:solidFill>
                    <a:srgbClr val="FFFF00"/>
                  </a:solidFill>
                </a:endParaRPr>
              </a:p>
              <a:p>
                <a:endParaRPr lang="nb-NO" sz="3000" i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BB2DCB-A62D-194E-91D8-DF465A39BB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67" y="1476375"/>
                <a:ext cx="9549484" cy="5760639"/>
              </a:xfrm>
              <a:blipFill>
                <a:blip r:embed="rId3"/>
                <a:stretch>
                  <a:fillRect l="-2489" t="-1693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0943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084"/>
    </mc:Choice>
    <mc:Fallback xmlns="">
      <p:transition spd="slow" advTm="129084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CF1C-EF22-1C47-9093-937894A6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74" y="297780"/>
            <a:ext cx="8632924" cy="458517"/>
          </a:xfrm>
        </p:spPr>
        <p:txBody>
          <a:bodyPr>
            <a:normAutofit/>
          </a:bodyPr>
          <a:lstStyle/>
          <a:p>
            <a:r>
              <a:rPr lang="nb-NO" sz="2956" dirty="0"/>
              <a:t>Eksempel: To like risikable obligasjoner A og B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242B5C-076B-A746-8E05-94CF189FA5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0059" y="1260351"/>
                <a:ext cx="9614862" cy="6120680"/>
              </a:xfrm>
            </p:spPr>
            <p:txBody>
              <a:bodyPr>
                <a:normAutofit/>
              </a:bodyPr>
              <a:lstStyle/>
              <a:p>
                <a:r>
                  <a:rPr lang="nb-NO" sz="2600" dirty="0"/>
                  <a:t>Obligasjon A er skattlagt og har nominell avkastning på 8%</a:t>
                </a:r>
              </a:p>
              <a:p>
                <a:r>
                  <a:rPr lang="nb-NO" sz="2600" dirty="0"/>
                  <a:t> Obligasjon B er skattefri med nominell avkastning 6%</a:t>
                </a:r>
              </a:p>
              <a:p>
                <a:r>
                  <a:rPr lang="nb-NO" sz="2600" dirty="0"/>
                  <a:t> </a:t>
                </a:r>
              </a:p>
              <a:p>
                <a:pPr marL="0" indent="0">
                  <a:buNone/>
                </a:pPr>
                <a:r>
                  <a:rPr lang="nb-NO" sz="2600" dirty="0"/>
                  <a:t>Den implisitte skattesatsen (T) på skattefri obligasjon B er</a:t>
                </a:r>
              </a:p>
              <a:p>
                <a:pPr marL="0" indent="0" algn="ctr">
                  <a:buNone/>
                </a:pPr>
                <a:r>
                  <a:rPr lang="nb-NO" sz="2600" dirty="0"/>
                  <a:t>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8%−6%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8%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=25%</m:t>
                    </m:r>
                  </m:oMath>
                </a14:m>
                <a:endParaRPr lang="en-GB" sz="2600" dirty="0"/>
              </a:p>
              <a:p>
                <a:endParaRPr lang="nb-NO" sz="2600" dirty="0"/>
              </a:p>
              <a:p>
                <a:r>
                  <a:rPr lang="nb-NO" sz="2600" dirty="0"/>
                  <a:t>Hvordan forstå formelen? La </a:t>
                </a:r>
                <a:r>
                  <a:rPr lang="nb-NO" sz="2600" dirty="0">
                    <a:solidFill>
                      <a:srgbClr val="FF0000"/>
                    </a:solidFill>
                  </a:rPr>
                  <a:t>t</a:t>
                </a:r>
                <a:r>
                  <a:rPr lang="nb-NO" sz="2600" dirty="0"/>
                  <a:t> være skatt på obligasjon A som er skattlagt. I likevekt må: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%</m:t>
                      </m:r>
                      <m:d>
                        <m:dPr>
                          <m:ctrlPr>
                            <a:rPr lang="en-US" sz="2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%      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     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8%−6%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8%</m:t>
                          </m:r>
                        </m:den>
                      </m:f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=25%</m:t>
                      </m:r>
                    </m:oMath>
                  </m:oMathPara>
                </a14:m>
                <a:endParaRPr lang="nb-NO" sz="2600" dirty="0"/>
              </a:p>
              <a:p>
                <a:endParaRPr lang="nb-NO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242B5C-076B-A746-8E05-94CF189FA5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059" y="1260351"/>
                <a:ext cx="9614862" cy="6120680"/>
              </a:xfrm>
              <a:blipFill>
                <a:blip r:embed="rId3"/>
                <a:stretch>
                  <a:fillRect l="-2093" t="-896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53065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324"/>
    </mc:Choice>
    <mc:Fallback xmlns="">
      <p:transition spd="slow" advTm="863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7656-9DC1-9B4D-82D9-348099772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130" y="468263"/>
            <a:ext cx="8632924" cy="384705"/>
          </a:xfrm>
        </p:spPr>
        <p:txBody>
          <a:bodyPr>
            <a:normAutofit fontScale="90000"/>
          </a:bodyPr>
          <a:lstStyle/>
          <a:p>
            <a:r>
              <a:rPr lang="nb-NO" sz="2627" dirty="0"/>
              <a:t>Eksempel (forts.)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1DBFF-4678-CB43-9E73-F28C4F656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132" y="1188343"/>
            <a:ext cx="9068990" cy="6048672"/>
          </a:xfrm>
        </p:spPr>
        <p:txBody>
          <a:bodyPr>
            <a:noAutofit/>
          </a:bodyPr>
          <a:lstStyle/>
          <a:p>
            <a:r>
              <a:rPr lang="nb-NO" sz="2200" dirty="0"/>
              <a:t>A gir nominell avkastning før skatt på 8% mens B som er skattefri gir 6%. Den implisitte skatten på B er 25%</a:t>
            </a:r>
          </a:p>
          <a:p>
            <a:endParaRPr lang="nb-NO" sz="2200" dirty="0"/>
          </a:p>
          <a:p>
            <a:r>
              <a:rPr lang="nb-NO" sz="2200" b="1" dirty="0"/>
              <a:t>Anta at skattyters marginalskatt er </a:t>
            </a:r>
            <a:r>
              <a:rPr lang="nb-NO" sz="2200" b="1" dirty="0">
                <a:solidFill>
                  <a:srgbClr val="FF0000"/>
                </a:solidFill>
              </a:rPr>
              <a:t>30%</a:t>
            </a:r>
          </a:p>
          <a:p>
            <a:pPr lvl="1">
              <a:buFont typeface="System Font Regular"/>
              <a:buChar char="→"/>
            </a:pPr>
            <a:r>
              <a:rPr lang="nb-NO" dirty="0"/>
              <a:t> Skattlagt obligasjon A: avkastning </a:t>
            </a:r>
            <a:r>
              <a:rPr lang="nb-NO" i="1" dirty="0"/>
              <a:t>etter skatt </a:t>
            </a:r>
            <a:r>
              <a:rPr lang="nb-NO" dirty="0"/>
              <a:t>på 8%*(100% - </a:t>
            </a:r>
            <a:r>
              <a:rPr lang="nb-NO" dirty="0">
                <a:solidFill>
                  <a:srgbClr val="FF0000"/>
                </a:solidFill>
              </a:rPr>
              <a:t>30%</a:t>
            </a:r>
            <a:r>
              <a:rPr lang="nb-NO" dirty="0"/>
              <a:t>) = 5.6% </a:t>
            </a:r>
          </a:p>
          <a:p>
            <a:pPr lvl="1">
              <a:buFont typeface="System Font Regular"/>
              <a:buChar char="→"/>
            </a:pPr>
            <a:r>
              <a:rPr lang="nb-NO" dirty="0"/>
              <a:t> Skattefri obligasjon B: avkastning på 6% etter skatt</a:t>
            </a:r>
          </a:p>
          <a:p>
            <a:pPr lvl="1">
              <a:buFont typeface="System Font Regular"/>
              <a:buChar char="→"/>
            </a:pPr>
            <a:r>
              <a:rPr lang="nb-NO" dirty="0"/>
              <a:t> </a:t>
            </a:r>
            <a:r>
              <a:rPr lang="nb-NO" b="1" dirty="0">
                <a:solidFill>
                  <a:srgbClr val="0070C0"/>
                </a:solidFill>
              </a:rPr>
              <a:t>Investor </a:t>
            </a:r>
            <a:r>
              <a:rPr lang="nb-NO" b="1" i="1" dirty="0">
                <a:solidFill>
                  <a:srgbClr val="0070C0"/>
                </a:solidFill>
              </a:rPr>
              <a:t>velger B</a:t>
            </a:r>
            <a:r>
              <a:rPr lang="nb-NO" b="1" dirty="0">
                <a:solidFill>
                  <a:srgbClr val="0070C0"/>
                </a:solidFill>
              </a:rPr>
              <a:t> fordi den gir høyest avkastning</a:t>
            </a:r>
          </a:p>
          <a:p>
            <a:endParaRPr lang="nb-NO" sz="2200" dirty="0"/>
          </a:p>
          <a:p>
            <a:r>
              <a:rPr lang="nb-NO" sz="2200" b="1" dirty="0"/>
              <a:t>Anta nå at skattyters marginalskatt er </a:t>
            </a:r>
            <a:r>
              <a:rPr lang="nb-NO" sz="2200" b="1" dirty="0">
                <a:solidFill>
                  <a:srgbClr val="FF0000"/>
                </a:solidFill>
              </a:rPr>
              <a:t>20%</a:t>
            </a:r>
          </a:p>
          <a:p>
            <a:pPr lvl="1">
              <a:buFont typeface="System Font Regular"/>
              <a:buChar char="→"/>
            </a:pPr>
            <a:r>
              <a:rPr lang="nb-NO" dirty="0"/>
              <a:t>Skattlagt obligasjon A: avkastning etter skatt på 8%*(100% - </a:t>
            </a:r>
            <a:r>
              <a:rPr lang="nb-NO" dirty="0">
                <a:solidFill>
                  <a:srgbClr val="FF0000"/>
                </a:solidFill>
              </a:rPr>
              <a:t>20%</a:t>
            </a:r>
            <a:r>
              <a:rPr lang="nb-NO" dirty="0"/>
              <a:t>) = 6.4% </a:t>
            </a:r>
          </a:p>
          <a:p>
            <a:pPr lvl="1">
              <a:buFont typeface="System Font Regular"/>
              <a:buChar char="→"/>
            </a:pPr>
            <a:r>
              <a:rPr lang="nb-NO" dirty="0"/>
              <a:t> Skattefri obligasjon B: avkastning etter skatt på 6%</a:t>
            </a:r>
          </a:p>
          <a:p>
            <a:pPr lvl="1">
              <a:buFont typeface="System Font Regular"/>
              <a:buChar char="→"/>
            </a:pPr>
            <a:r>
              <a:rPr lang="nb-NO" b="1" dirty="0">
                <a:solidFill>
                  <a:srgbClr val="0070C0"/>
                </a:solidFill>
              </a:rPr>
              <a:t> Investor </a:t>
            </a:r>
            <a:r>
              <a:rPr lang="nb-NO" b="1" i="1" dirty="0">
                <a:solidFill>
                  <a:srgbClr val="0070C0"/>
                </a:solidFill>
              </a:rPr>
              <a:t>velger A</a:t>
            </a:r>
            <a:r>
              <a:rPr lang="nb-NO" b="1" dirty="0">
                <a:solidFill>
                  <a:srgbClr val="0070C0"/>
                </a:solidFill>
              </a:rPr>
              <a:t> fordi den gir høyest avkastning</a:t>
            </a:r>
          </a:p>
          <a:p>
            <a:endParaRPr lang="nb-NO" sz="2200" b="1" dirty="0">
              <a:solidFill>
                <a:srgbClr val="0070C0"/>
              </a:solidFill>
            </a:endParaRPr>
          </a:p>
          <a:p>
            <a:r>
              <a:rPr lang="nb-NO" sz="2200" b="1" dirty="0">
                <a:solidFill>
                  <a:srgbClr val="0070C0"/>
                </a:solidFill>
              </a:rPr>
              <a:t>Skattyters marginalskatt betyr noe for valg av investering. Høyere marginalskatt gjør den skattefrie investeringen mer attraktiv.</a:t>
            </a:r>
            <a:endParaRPr lang="nb-NO" sz="2200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654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728"/>
    </mc:Choice>
    <mc:Fallback xmlns="">
      <p:transition spd="slow" advTm="717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6BB42-709B-DFBB-3E54-9B7C00EAF5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noProof="0" dirty="0"/>
              <a:t>Risikojustering av aktiva og skatt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2C5B2-E6A5-0736-97A1-13660A5E1F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b-NO" sz="4000" noProof="0" dirty="0"/>
              <a:t>(appendiks)</a:t>
            </a:r>
          </a:p>
        </p:txBody>
      </p:sp>
    </p:spTree>
    <p:extLst>
      <p:ext uri="{BB962C8B-B14F-4D97-AF65-F5344CB8AC3E}">
        <p14:creationId xmlns:p14="http://schemas.microsoft.com/office/powerpoint/2010/main" val="712017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FAA2E-7574-1B27-EF66-CDFC3AE00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82" y="180231"/>
            <a:ext cx="7992888" cy="825551"/>
          </a:xfrm>
        </p:spPr>
        <p:txBody>
          <a:bodyPr>
            <a:normAutofit/>
          </a:bodyPr>
          <a:lstStyle/>
          <a:p>
            <a:r>
              <a:rPr lang="nb-NO" sz="3200" dirty="0"/>
              <a:t>Investering i aksje </a:t>
            </a:r>
            <a:r>
              <a:rPr lang="nb-NO" sz="3200" dirty="0" err="1"/>
              <a:t>vs</a:t>
            </a:r>
            <a:r>
              <a:rPr lang="nb-NO" sz="3200" dirty="0"/>
              <a:t> statsobligasjon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611B29-0898-27CA-5552-CCDC15F6D1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8132" y="1869289"/>
                <a:ext cx="8632924" cy="4719654"/>
              </a:xfrm>
            </p:spPr>
            <p:txBody>
              <a:bodyPr>
                <a:normAutofit/>
              </a:bodyPr>
              <a:lstStyle/>
              <a:p>
                <a:r>
                  <a:rPr lang="nb-NO" dirty="0"/>
                  <a:t>En investor vurderer to alternativer:</a:t>
                </a:r>
              </a:p>
              <a:p>
                <a:endParaRPr lang="nb-NO" dirty="0"/>
              </a:p>
              <a:p>
                <a:pPr marL="422281" indent="-422281">
                  <a:buFont typeface="+mj-lt"/>
                  <a:buAutoNum type="arabicPeriod"/>
                </a:pPr>
                <a:r>
                  <a:rPr lang="nb-NO" dirty="0"/>
                  <a:t>Risiko-fri investering: En statsobligasjon med en fast risikofri avkastning lik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4%</m:t>
                    </m:r>
                  </m:oMath>
                </a14:m>
                <a:endParaRPr lang="en-US" b="0" dirty="0"/>
              </a:p>
              <a:p>
                <a:endParaRPr lang="nb-NO" dirty="0"/>
              </a:p>
              <a:p>
                <a:pPr marL="0" indent="0">
                  <a:buNone/>
                </a:pPr>
                <a:r>
                  <a:rPr lang="nb-NO" dirty="0"/>
                  <a:t>2. En aksje med en forventet avkastning enten i form av kursstigning eller utbytte på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=10%</m:t>
                    </m:r>
                  </m:oMath>
                </a14:m>
                <a:r>
                  <a:rPr lang="nb-NO" dirty="0"/>
                  <a:t>, men med et  standardavvik på </a:t>
                </a:r>
                <a14:m>
                  <m:oMath xmlns:m="http://schemas.openxmlformats.org/officeDocument/2006/math">
                    <m:r>
                      <a:rPr lang="nb-N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=20%</m:t>
                    </m:r>
                  </m:oMath>
                </a14:m>
                <a:r>
                  <a:rPr lang="nb-NO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611B29-0898-27CA-5552-CCDC15F6D1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132" y="1869289"/>
                <a:ext cx="8632924" cy="4719654"/>
              </a:xfrm>
              <a:blipFill>
                <a:blip r:embed="rId2"/>
                <a:stretch>
                  <a:fillRect l="-2542" t="-1163" r="-127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7498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4E935-8B81-BAE1-D736-92A1CA7DB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32" y="1265302"/>
            <a:ext cx="8632924" cy="647717"/>
          </a:xfrm>
        </p:spPr>
        <p:txBody>
          <a:bodyPr>
            <a:noAutofit/>
          </a:bodyPr>
          <a:lstStyle/>
          <a:p>
            <a:r>
              <a:rPr lang="nb-NO" sz="3200" dirty="0"/>
              <a:t>Hvordan skal vi vurdere de to investeringene?</a:t>
            </a:r>
            <a:br>
              <a:rPr lang="nb-NO" sz="3200" dirty="0"/>
            </a:br>
            <a:endParaRPr lang="nb-NO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16DEB-FAEA-8C4D-9F1B-08F79B2D3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132" y="1836416"/>
            <a:ext cx="8632924" cy="4200194"/>
          </a:xfrm>
        </p:spPr>
        <p:txBody>
          <a:bodyPr/>
          <a:lstStyle/>
          <a:p>
            <a:endParaRPr lang="nb-NO" sz="2135" dirty="0"/>
          </a:p>
          <a:p>
            <a:r>
              <a:rPr lang="nb-N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 må </a:t>
            </a:r>
            <a:r>
              <a:rPr lang="nb-N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risikojustere</a:t>
            </a:r>
            <a:r>
              <a:rPr lang="nb-N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to alternative investeringene</a:t>
            </a:r>
          </a:p>
          <a:p>
            <a:pPr lvl="1"/>
            <a:r>
              <a:rPr lang="nb-NO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Forventet avkastning og risikopremie</a:t>
            </a:r>
          </a:p>
          <a:p>
            <a:pPr lvl="1"/>
            <a:r>
              <a:rPr lang="nb-NO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Sikkerhetsekvivalens (CE)</a:t>
            </a:r>
          </a:p>
          <a:p>
            <a:pPr lvl="1"/>
            <a:r>
              <a:rPr lang="nb-NO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Sharpe</a:t>
            </a:r>
            <a:r>
              <a:rPr lang="nb-NO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-ratio</a:t>
            </a:r>
          </a:p>
          <a:p>
            <a:pPr lvl="1"/>
            <a:r>
              <a:rPr lang="nb-NO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Kapitalverdimodellen (CAPM)</a:t>
            </a:r>
            <a:endParaRPr lang="nb-N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6265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91AC-2656-6C15-62EE-E1D888E20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82" y="468263"/>
            <a:ext cx="7920880" cy="754418"/>
          </a:xfrm>
        </p:spPr>
        <p:txBody>
          <a:bodyPr>
            <a:normAutofit/>
          </a:bodyPr>
          <a:lstStyle/>
          <a:p>
            <a:r>
              <a:rPr lang="nb-NO" sz="2627" dirty="0"/>
              <a:t>Forventet avkastning og risikopremie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420EB9-6FE2-08B6-2AD4-4100ACFD0D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8132" y="1692399"/>
                <a:ext cx="8632924" cy="51125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noProof="0" smtClean="0">
                          <a:latin typeface="Cambria Math" panose="02040503050406030204" pitchFamily="18" charset="0"/>
                        </a:rPr>
                        <m:t>𝑅𝑖𝑠𝑖𝑘𝑜𝑝𝑟𝑒𝑚𝑖𝑒</m:t>
                      </m:r>
                      <m:r>
                        <a:rPr lang="nb-N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b="0" i="1" noProof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nb-N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b="0" i="1" noProof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nb-NO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nb-N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noProof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nb-NO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nb-NO" b="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nb-NO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b="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 risikonøytral investor velger det risikable aktivumet hvis </a:t>
                </a:r>
                <a14:m>
                  <m:oMath xmlns:m="http://schemas.openxmlformats.org/officeDocument/2006/math">
                    <m:r>
                      <a:rPr lang="nb-NO" b="0" i="1" noProof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nb-N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nb-NO" b="0" i="1" noProof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nb-NO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b="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nb-NO" b="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nb-NO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b="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b-NO" b="0" i="1" noProof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nb-NO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=10%</m:t>
                    </m:r>
                    <m:r>
                      <a:rPr lang="nb-NO" b="0" i="1" noProof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nb-NO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b="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=4%</m:t>
                    </m:r>
                  </m:oMath>
                </a14:m>
                <a:endParaRPr lang="en-US" b="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nb-NO" b="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 risikonøytral investor velger den risikable aksjen.</a:t>
                </a:r>
                <a:endParaRPr lang="nb-NO" b="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nb-NO" sz="1478" kern="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nb-NO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420EB9-6FE2-08B6-2AD4-4100ACFD0D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132" y="1692399"/>
                <a:ext cx="8632924" cy="5112568"/>
              </a:xfrm>
              <a:blipFill>
                <a:blip r:embed="rId2"/>
                <a:stretch>
                  <a:fillRect l="-233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6102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934A-E1F1-8D33-54BA-1B797567F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90" y="324247"/>
            <a:ext cx="8632924" cy="669582"/>
          </a:xfrm>
        </p:spPr>
        <p:txBody>
          <a:bodyPr>
            <a:noAutofit/>
          </a:bodyPr>
          <a:lstStyle/>
          <a:p>
            <a:r>
              <a:rPr lang="nb-NO" sz="2800" dirty="0" err="1"/>
              <a:t>Sharpe</a:t>
            </a:r>
            <a:r>
              <a:rPr lang="nb-NO" sz="2800" dirty="0"/>
              <a:t>-ratio (SR): ekstraavkastningen pr enhet risiko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97C01-6CFF-85DF-8E2D-F07F1A12F7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3395" y="1188343"/>
                <a:ext cx="9371719" cy="597666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𝑆h𝑎𝑟𝑝𝑒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10%−4%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20%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b-NO" sz="2400" dirty="0"/>
                  <a:t> standardavviket til det risikable alternativet (aksjen). </a:t>
                </a:r>
              </a:p>
              <a:p>
                <a:pPr marL="0" indent="0">
                  <a:buNone/>
                </a:pPr>
                <a:endParaRPr lang="nb-NO" sz="2400" dirty="0"/>
              </a:p>
              <a:p>
                <a:r>
                  <a:rPr lang="nb-NO" sz="2400" dirty="0"/>
                  <a:t>Jo høyere SR, jo bedre er den </a:t>
                </a:r>
                <a:r>
                  <a:rPr lang="nb-NO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risikojusterte</a:t>
                </a:r>
                <a:r>
                  <a:rPr lang="nb-NO" sz="2400" dirty="0"/>
                  <a:t> avkastningen. </a:t>
                </a:r>
                <a:endParaRPr lang="nb-NO" b="1" dirty="0"/>
              </a:p>
              <a:p>
                <a:pPr lvl="1"/>
                <a:r>
                  <a:rPr lang="nb-NO" b="1" dirty="0"/>
                  <a:t>0 - 1:</a:t>
                </a:r>
                <a:r>
                  <a:rPr lang="nb-NO" dirty="0"/>
                  <a:t> Moderat risikojustert avkastning</a:t>
                </a:r>
              </a:p>
              <a:p>
                <a:pPr lvl="1"/>
                <a:r>
                  <a:rPr lang="nb-NO" b="1" dirty="0"/>
                  <a:t>1 - 2:</a:t>
                </a:r>
                <a:r>
                  <a:rPr lang="nb-NO" dirty="0"/>
                  <a:t> God risikojustert avkastning</a:t>
                </a:r>
              </a:p>
              <a:p>
                <a:pPr lvl="1"/>
                <a:r>
                  <a:rPr lang="nb-NO" b="1" dirty="0"/>
                  <a:t>&gt;2:</a:t>
                </a:r>
                <a:r>
                  <a:rPr lang="nb-NO" dirty="0"/>
                  <a:t> Svært god risikojustert avkastning</a:t>
                </a:r>
              </a:p>
              <a:p>
                <a:pPr lvl="1"/>
                <a:endParaRPr lang="nb-NO" sz="2400" dirty="0"/>
              </a:p>
              <a:p>
                <a:r>
                  <a:rPr lang="nb-NO" sz="2400" dirty="0"/>
                  <a:t>En SR= </a:t>
                </a:r>
                <a:r>
                  <a:rPr lang="nb-NO" sz="2400" b="1" dirty="0"/>
                  <a:t>0.30 </a:t>
                </a:r>
                <a:r>
                  <a:rPr lang="nb-NO" sz="2400" dirty="0"/>
                  <a:t>er bare litt over risikofri avkastning. En investor, som er villig til å ta noe risiko, vil kanskje velge aksjen, men en moderat risikoavers investor vil foretrekke den risikofrie obligasjonen.</a:t>
                </a:r>
              </a:p>
              <a:p>
                <a:pPr marL="0" indent="0">
                  <a:buNone/>
                </a:pPr>
                <a:endParaRPr lang="nb-NO" sz="197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97C01-6CFF-85DF-8E2D-F07F1A12F7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3395" y="1188343"/>
                <a:ext cx="9371719" cy="5976663"/>
              </a:xfrm>
              <a:blipFill>
                <a:blip r:embed="rId2"/>
                <a:stretch>
                  <a:fillRect l="-182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17927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EFE0A-5E50-1019-6732-3A4FEA959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32" y="108224"/>
            <a:ext cx="8632924" cy="648072"/>
          </a:xfrm>
        </p:spPr>
        <p:txBody>
          <a:bodyPr>
            <a:normAutofit/>
          </a:bodyPr>
          <a:lstStyle/>
          <a:p>
            <a:r>
              <a:rPr lang="nb-NO" sz="262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Sikkerhetsekvivalens (</a:t>
            </a:r>
            <a:r>
              <a:rPr lang="nb-NO" sz="2627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Certainty</a:t>
            </a:r>
            <a:r>
              <a:rPr lang="nb-NO" sz="262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b-NO" sz="2627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Equivalent</a:t>
            </a:r>
            <a:r>
              <a:rPr lang="nb-NO" sz="262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(CE))</a:t>
            </a:r>
            <a:endParaRPr lang="nb-NO" sz="262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22FD93-0E68-CCA3-EB5B-C88B6F37B4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8132" y="1332359"/>
                <a:ext cx="8632924" cy="532859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nb-NO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 en metode for å verdsette usikre kontantstrømmer ved å justere dem slik at de reflekterer en sikker (risikofri) verdi som en investor ville akseptere i stedet for den usikre avkastningen.</a:t>
                </a:r>
              </a:p>
              <a:p>
                <a:pPr marL="375361" lvl="1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375361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𝐶𝐸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600" b="0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h𝑣𝑜𝑟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𝑟𝑖𝑠𝑖𝑘𝑜𝑎𝑣𝑒𝑟𝑠𝑗𝑜𝑛𝑠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𝑘𝑜𝑒𝑓𝑓𝑖𝑠𝑖𝑒𝑛𝑡</m:t>
                      </m:r>
                    </m:oMath>
                  </m:oMathPara>
                </a14:m>
                <a:endParaRPr lang="en-US" b="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75361" lvl="1" indent="0">
                  <a:buNone/>
                </a:pPr>
                <a:endParaRPr lang="nb-NO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Risikoaversjon påvirker hvor mye investoren trekker fra den forventede avkastningen. A er en subjektiv parameter</a:t>
                </a:r>
              </a:p>
              <a:p>
                <a:endParaRPr lang="nb-NO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Passer for analyser med </a:t>
                </a:r>
                <a:r>
                  <a:rPr lang="nb-NO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risikoaverse</a:t>
                </a:r>
                <a:r>
                  <a:rPr lang="nb-NO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investorer som skal vurdere en risikable investering og hvor varians er et godt risikomål.</a:t>
                </a:r>
              </a:p>
              <a:p>
                <a:endParaRPr lang="nb-NO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nb-NO" sz="197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22FD93-0E68-CCA3-EB5B-C88B6F37B4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132" y="1332359"/>
                <a:ext cx="8632924" cy="5328591"/>
              </a:xfrm>
              <a:blipFill>
                <a:blip r:embed="rId2"/>
                <a:stretch>
                  <a:fillRect l="-2189" t="-1831" r="-1766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00886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63A84-40A1-8213-029C-01FF30BA1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98" y="324247"/>
            <a:ext cx="8632924" cy="640429"/>
          </a:xfrm>
        </p:spPr>
        <p:txBody>
          <a:bodyPr>
            <a:normAutofit/>
          </a:bodyPr>
          <a:lstStyle/>
          <a:p>
            <a:r>
              <a:rPr lang="nb-NO" sz="2800" dirty="0" err="1"/>
              <a:t>Certainty</a:t>
            </a:r>
            <a:r>
              <a:rPr lang="nb-NO" sz="2800" dirty="0"/>
              <a:t> </a:t>
            </a:r>
            <a:r>
              <a:rPr lang="nb-NO" sz="2800" dirty="0" err="1"/>
              <a:t>Equivalent</a:t>
            </a:r>
            <a:r>
              <a:rPr lang="nb-NO" sz="2800" dirty="0"/>
              <a:t> (CE): aksje eller obligasjon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3B9CDE-BA05-D9BB-2CD3-506DCE5A3C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0058" y="1260351"/>
                <a:ext cx="9622630" cy="5760639"/>
              </a:xfrm>
            </p:spPr>
            <p:txBody>
              <a:bodyPr>
                <a:normAutofit/>
              </a:bodyPr>
              <a:lstStyle/>
              <a:p>
                <a:r>
                  <a:rPr lang="nb-NO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=3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𝑣𝑖𝑙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𝑣𝑎𝑟𝑖𝑒𝑟𝑒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𝑒𝑡𝑡𝑒𝑟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𝑖𝑛𝑣𝑒𝑠𝑡𝑜𝑟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=0.1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10%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standardavviket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20%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og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variansen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0.2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=0.04</m:t>
                    </m:r>
                  </m:oMath>
                </a14:m>
                <a:endParaRPr lang="nb-NO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𝐶𝐸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=0.1−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∙3∙0.04=0.1−0.06=0.04 (4%)</m:t>
                      </m:r>
                    </m:oMath>
                  </m:oMathPara>
                </a14:m>
                <a:endParaRPr lang="nb-NO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nb-NO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CE = 4 % → En risikoavers investor vil foretrekke en garantert avkastning på 4 % framfor den risikable investeringen.</a:t>
                </a:r>
              </a:p>
              <a:p>
                <a:endParaRPr lang="nb-NO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nb-NO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(lav risikoaversjon får vi CE =0.08 (8%). Siden 8 % er mye høyere enn den risikofrie renten på 4 %, vil investoren sannsynligvis investere i aksjen.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3B9CDE-BA05-D9BB-2CD3-506DCE5A3C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058" y="1260351"/>
                <a:ext cx="9622630" cy="5760639"/>
              </a:xfrm>
              <a:blipFill>
                <a:blip r:embed="rId2"/>
                <a:stretch>
                  <a:fillRect l="-1838" t="-741" r="-1458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485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5BE4-FD51-D0D8-CE89-8151F502F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98" y="252239"/>
            <a:ext cx="8632924" cy="717475"/>
          </a:xfrm>
        </p:spPr>
        <p:txBody>
          <a:bodyPr>
            <a:normAutofit/>
          </a:bodyPr>
          <a:lstStyle/>
          <a:p>
            <a:r>
              <a:rPr lang="nb-NO" sz="3200" dirty="0"/>
              <a:t>Kapitalverdimodellen (CAPM - modellen)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9F367-E2A3-FAFA-CA39-3B837F4E11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8132" y="1188343"/>
                <a:ext cx="8632924" cy="6048672"/>
              </a:xfrm>
            </p:spPr>
            <p:txBody>
              <a:bodyPr>
                <a:noAutofit/>
              </a:bodyPr>
              <a:lstStyle/>
              <a:p>
                <a:r>
                  <a:rPr lang="nb-NO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CAPM = forventede avkastningen på en risikabel investering basert på systematisk risiko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nb-NO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nb-NO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</a:t>
                </a:r>
                <a:r>
                  <a:rPr lang="en-US" sz="2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markedsavkastningen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r>
                  <a:rPr lang="nb-NO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risikopremien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nb-NO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aksjens risiko relativt til markedet</a:t>
                </a:r>
              </a:p>
              <a:p>
                <a:pPr marL="0" indent="0">
                  <a:buNone/>
                </a:pPr>
                <a:endParaRPr lang="nb-NO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Hvis aksjen har 𝛽=1.2 dvs. at den svinger 20 % mer enn markedet:</a:t>
                </a:r>
              </a:p>
              <a:p>
                <a:endParaRPr lang="nb-NO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=0.04+1.2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0.1−0.04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=0.112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11.2%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nb-NO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nb-NO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Investoren bør forvente en avkastning på 11.2 % </a:t>
                </a:r>
                <a:r>
                  <a:rPr lang="nb-NO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gittat</a:t>
                </a:r>
                <a:r>
                  <a:rPr lang="nb-NO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markedsrisikoen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=0.1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10%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nb-NO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og en beta på 1.2. Hvis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 lavere enn forventet avkasting (10%) er trolig aksjen overvurdert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9F367-E2A3-FAFA-CA39-3B837F4E11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132" y="1188343"/>
                <a:ext cx="8632924" cy="6048672"/>
              </a:xfrm>
              <a:blipFill>
                <a:blip r:embed="rId2"/>
                <a:stretch>
                  <a:fillRect l="-2048" t="-706" r="-1554" b="-5544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93058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DBBD4-23F7-CFA2-7FB2-74BB4A65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82" y="612279"/>
            <a:ext cx="8632924" cy="472799"/>
          </a:xfrm>
        </p:spPr>
        <p:txBody>
          <a:bodyPr>
            <a:normAutofit fontScale="90000"/>
          </a:bodyPr>
          <a:lstStyle/>
          <a:p>
            <a:r>
              <a:rPr lang="nb-NO" sz="3200" dirty="0"/>
              <a:t>Oppsummert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11E5-1D3A-99D3-3BCB-38D650E4E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132" y="1404367"/>
            <a:ext cx="8632924" cy="5256584"/>
          </a:xfrm>
        </p:spPr>
        <p:txBody>
          <a:bodyPr>
            <a:normAutofit fontScale="92500" lnSpcReduction="20000"/>
          </a:bodyPr>
          <a:lstStyle/>
          <a:p>
            <a:r>
              <a:rPr lang="nb-N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CAPM gir en objektiv vurdering av avkastning basert på markedet, mens CE reflekterer den subjektive verdien av avkastningen for en spesifikk investor.</a:t>
            </a:r>
          </a:p>
          <a:p>
            <a:endParaRPr lang="nb-N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b-N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Dersom CE er høyere enn CAPM-forventet avkastning, vil investoren velge aksjen. I vårt tilfelle er CE (4%) lavere enn CAPM (11.2%) og investoren </a:t>
            </a:r>
            <a:r>
              <a:rPr lang="nb-NO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velger den risikofrie obligasjonen</a:t>
            </a:r>
            <a:endParaRPr lang="nb-N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nb-N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b-N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Sharpe</a:t>
            </a:r>
            <a:r>
              <a:rPr lang="nb-N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-ratioen måler hvor mye meravkastning (over den risikofrie renten) en investor får per enhet risiko (målt som standardavvik). </a:t>
            </a:r>
            <a:r>
              <a:rPr lang="nb-NO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Sharpe</a:t>
            </a:r>
            <a:r>
              <a:rPr lang="nb-N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ratio på 0.3 gir en såpass moderat meravkastning at </a:t>
            </a:r>
            <a:r>
              <a:rPr lang="nb-NO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investor trolig velger obligasjonen</a:t>
            </a:r>
            <a:endParaRPr lang="nb-N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nb-NO" sz="2299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nb-NO" sz="2299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nb-N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398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53E17-F9AC-365A-C7B5-681E8039F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82" y="180231"/>
            <a:ext cx="8632924" cy="669582"/>
          </a:xfrm>
        </p:spPr>
        <p:txBody>
          <a:bodyPr>
            <a:normAutofit/>
          </a:bodyPr>
          <a:lstStyle/>
          <a:p>
            <a:r>
              <a:rPr lang="nb-NO" sz="3200" dirty="0"/>
              <a:t>Avkastning etter skatt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D88FA-96A1-BFF0-E364-C896C007E5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0098" y="1188343"/>
                <a:ext cx="8780958" cy="5832647"/>
              </a:xfrm>
            </p:spPr>
            <p:txBody>
              <a:bodyPr>
                <a:normAutofit fontScale="25000" lnSpcReduction="20000"/>
              </a:bodyPr>
              <a:lstStyle/>
              <a:p>
                <a:r>
                  <a:rPr lang="nb-NO" sz="9600" noProof="0" dirty="0"/>
                  <a:t>Etter-skatt avkastning obligasjon:</a:t>
                </a:r>
              </a:p>
              <a:p>
                <a:pPr lvl="1"/>
                <a:r>
                  <a:rPr lang="nb-NO" sz="9000" noProof="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b-NO" sz="900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b-NO" sz="9000" b="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9000" b="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nb-NO" sz="90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nb-NO" sz="9000" b="0" i="1" noProof="0" smtClean="0">
                        <a:latin typeface="Cambria Math" panose="02040503050406030204" pitchFamily="18" charset="0"/>
                      </a:rPr>
                      <m:t>=4%</m:t>
                    </m:r>
                    <m:r>
                      <a:rPr lang="nb-NO" sz="9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nb-NO" sz="90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sz="9000" b="0" i="1" noProof="0" smtClean="0">
                            <a:latin typeface="Cambria Math" panose="02040503050406030204" pitchFamily="18" charset="0"/>
                          </a:rPr>
                          <m:t>100%−22%</m:t>
                        </m:r>
                      </m:e>
                    </m:d>
                    <m:r>
                      <a:rPr lang="nb-NO" sz="9000" b="0" i="1" noProof="0" smtClean="0">
                        <a:latin typeface="Cambria Math" panose="02040503050406030204" pitchFamily="18" charset="0"/>
                      </a:rPr>
                      <m:t>=3.12%</m:t>
                    </m:r>
                  </m:oMath>
                </a14:m>
                <a:endParaRPr lang="nb-NO" sz="9000" b="0" noProof="0" dirty="0"/>
              </a:p>
              <a:p>
                <a:endParaRPr lang="nb-NO" sz="9600" noProof="0" dirty="0"/>
              </a:p>
              <a:p>
                <a:r>
                  <a:rPr lang="nb-NO" sz="9600" noProof="0" dirty="0"/>
                  <a:t>Etter-skatt avkastning aksjegevinst:</a:t>
                </a:r>
              </a:p>
              <a:p>
                <a:pPr lvl="1"/>
                <a:r>
                  <a:rPr lang="nb-NO" sz="9000" noProof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b-NO" sz="90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sz="9000" b="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nb-NO" sz="90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nb-NO" sz="9000" b="0" i="1" noProof="0" smtClean="0">
                        <a:latin typeface="Cambria Math" panose="02040503050406030204" pitchFamily="18" charset="0"/>
                      </a:rPr>
                      <m:t>=10%</m:t>
                    </m:r>
                    <m:r>
                      <a:rPr lang="nb-NO" sz="9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nb-NO" sz="9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sz="9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100%−37,84%</m:t>
                        </m:r>
                      </m:e>
                    </m:d>
                    <m:r>
                      <a:rPr lang="nb-NO" sz="9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=6,2%</m:t>
                    </m:r>
                  </m:oMath>
                </a14:m>
                <a:endParaRPr lang="nb-NO" sz="9000" b="0" noProof="0" dirty="0">
                  <a:ea typeface="Cambria Math" panose="02040503050406030204" pitchFamily="18" charset="0"/>
                </a:endParaRPr>
              </a:p>
              <a:p>
                <a:endParaRPr lang="nb-NO" sz="9600" noProof="0" dirty="0"/>
              </a:p>
              <a:p>
                <a:r>
                  <a:rPr lang="nb-NO" sz="9600" noProof="0" dirty="0"/>
                  <a:t>Skattesystemet favoriserer renteinntekt. </a:t>
                </a:r>
              </a:p>
              <a:p>
                <a:endParaRPr lang="nb-NO" sz="9600" dirty="0"/>
              </a:p>
              <a:p>
                <a:pPr>
                  <a:buFont typeface="Arial" panose="020B0604020202020204" pitchFamily="34" charset="0"/>
                  <a:buChar char="→"/>
                </a:pPr>
                <a:r>
                  <a:rPr lang="nb-NO" sz="9600" noProof="0" dirty="0"/>
                  <a:t> Med skatt reduseres avkastningen på obligasjonen relativt sett mindre enn for aksjen. Forsterker valget av å investere i obligasjonen når de to investeringene </a:t>
                </a:r>
                <a:r>
                  <a:rPr lang="nb-NO" sz="9600" noProof="0" dirty="0" err="1"/>
                  <a:t>risikojusteres</a:t>
                </a:r>
                <a:r>
                  <a:rPr lang="nb-NO" sz="9600" noProof="0" dirty="0"/>
                  <a:t>.</a:t>
                </a:r>
              </a:p>
              <a:p>
                <a:pPr>
                  <a:buFont typeface="Arial" panose="020B0604020202020204" pitchFamily="34" charset="0"/>
                  <a:buChar char="→"/>
                </a:pPr>
                <a:endParaRPr lang="nb-NO" sz="9600" dirty="0"/>
              </a:p>
              <a:p>
                <a:pPr>
                  <a:buFont typeface="Arial" panose="020B0604020202020204" pitchFamily="34" charset="0"/>
                  <a:buChar char="→"/>
                </a:pPr>
                <a:r>
                  <a:rPr lang="nb-NO" sz="9600" noProof="0" dirty="0"/>
                  <a:t>Vi burde ha lagt til grunn etter skatt størrelser når vi risikojusterte.</a:t>
                </a:r>
              </a:p>
              <a:p>
                <a:endParaRPr lang="nb-NO" sz="8000" dirty="0"/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D88FA-96A1-BFF0-E364-C896C007E5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0098" y="1188343"/>
                <a:ext cx="8780958" cy="5832647"/>
              </a:xfrm>
              <a:blipFill>
                <a:blip r:embed="rId2"/>
                <a:stretch>
                  <a:fillRect l="-2014" t="-1776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88264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6|41.9|27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3|20.4|18|7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8.3|62|3.4|14.1|15.8|5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13.1|15.7|43.9|68.3|11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5|67.5|29.6|23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14.9|1.1|13.3|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6.2|14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9.8|4.4|1|23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|21.2|38.6|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2|22.8|1.3|12.6|9.9|13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0.2|5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21.6|50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12.9|30.6|7.3|2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9|10.1|16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4.9|4|6.3|25"/>
</p:tagLst>
</file>

<file path=ppt/theme/theme1.xml><?xml version="1.0" encoding="utf-8"?>
<a:theme xmlns:a="http://schemas.openxmlformats.org/drawingml/2006/main" name="NHH_PPT_hvit_mal kun logo">
  <a:themeElements>
    <a:clrScheme name="NHH">
      <a:dk1>
        <a:sysClr val="windowText" lastClr="000000"/>
      </a:dk1>
      <a:lt1>
        <a:sysClr val="window" lastClr="FFFFFF"/>
      </a:lt1>
      <a:dk2>
        <a:srgbClr val="003A54"/>
      </a:dk2>
      <a:lt2>
        <a:srgbClr val="C9CACC"/>
      </a:lt2>
      <a:accent1>
        <a:srgbClr val="D1520F"/>
      </a:accent1>
      <a:accent2>
        <a:srgbClr val="C9CACC"/>
      </a:accent2>
      <a:accent3>
        <a:srgbClr val="919295"/>
      </a:accent3>
      <a:accent4>
        <a:srgbClr val="C8E1E4"/>
      </a:accent4>
      <a:accent5>
        <a:srgbClr val="A1C5CA"/>
      </a:accent5>
      <a:accent6>
        <a:srgbClr val="BEB7AD"/>
      </a:accent6>
      <a:hlink>
        <a:srgbClr val="0000FF"/>
      </a:hlink>
      <a:folHlink>
        <a:srgbClr val="800080"/>
      </a:folHlink>
    </a:clrScheme>
    <a:fontScheme name="Office klassisk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rgbClr val="00314A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800" dirty="0" err="1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9109439179B544F8D88A46EC3854F27" ma:contentTypeVersion="5" ma:contentTypeDescription="Opprett et nytt dokument." ma:contentTypeScope="" ma:versionID="4bb9f8282ca7a551f0ba10e91695f6c3">
  <xsd:schema xmlns:xsd="http://www.w3.org/2001/XMLSchema" xmlns:xs="http://www.w3.org/2001/XMLSchema" xmlns:p="http://schemas.microsoft.com/office/2006/metadata/properties" xmlns:ns3="8a8bec52-5105-40cc-af25-cf9a7795bbdd" xmlns:ns4="a13eb870-6bde-4369-b1d2-97daffbf40d2" targetNamespace="http://schemas.microsoft.com/office/2006/metadata/properties" ma:root="true" ma:fieldsID="0142e39be93c634f04cae096ed1f1d11" ns3:_="" ns4:_="">
    <xsd:import namespace="8a8bec52-5105-40cc-af25-cf9a7795bbdd"/>
    <xsd:import namespace="a13eb870-6bde-4369-b1d2-97daffbf40d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8bec52-5105-40cc-af25-cf9a7795b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eb870-6bde-4369-b1d2-97daffbf40d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4A1135-6791-4710-9DAC-A4544232A7D8}">
  <ds:schemaRefs>
    <ds:schemaRef ds:uri="http://purl.org/dc/terms/"/>
    <ds:schemaRef ds:uri="8a8bec52-5105-40cc-af25-cf9a7795bbdd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a13eb870-6bde-4369-b1d2-97daffbf40d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317AE3B-7E94-419B-95C5-2754CC963B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8bec52-5105-40cc-af25-cf9a7795bbdd"/>
    <ds:schemaRef ds:uri="a13eb870-6bde-4369-b1d2-97daffbf4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AFFAAD9-D00B-4185-9F53-4A9C6BAD90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NHH_PPT_hvit_mal kun logo</Template>
  <TotalTime>55835</TotalTime>
  <Words>2472</Words>
  <Application>Microsoft Office PowerPoint</Application>
  <PresentationFormat>Custom</PresentationFormat>
  <Paragraphs>326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Cambria</vt:lpstr>
      <vt:lpstr>Cambria Math</vt:lpstr>
      <vt:lpstr>Courier New</vt:lpstr>
      <vt:lpstr>Georgia</vt:lpstr>
      <vt:lpstr>System Font Regular</vt:lpstr>
      <vt:lpstr>Times New Roman</vt:lpstr>
      <vt:lpstr>NHH_PPT_hvit_mal kun logo</vt:lpstr>
      <vt:lpstr>Skatt, Risiko og Ulike Spareformer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Porteføljeinvesteringer, risiko og skatt</vt:lpstr>
      <vt:lpstr>Porteføljeinvesteringer: En enkel modell</vt:lpstr>
      <vt:lpstr>PowerPoint Presentation</vt:lpstr>
      <vt:lpstr>Vi er investert optimalt ved: E[U^′ (Y)" " x_1 ]=0</vt:lpstr>
      <vt:lpstr>E[U^′′ (Y)  ∂Y/∂t x_1 ]=0 </vt:lpstr>
      <vt:lpstr>E[U^′′ (Y){(∂a_1)/∂t x_1^2 (1-t)}]-E[U^′′ (Y) a_1 x_1^2 ]=0 </vt:lpstr>
      <vt:lpstr>Vårt resultat: (∂a_1)/∂t=a_1/((1-t))&gt;0</vt:lpstr>
      <vt:lpstr>Hvordan påvirker antagelsen om null i avkastning på det sikre aktivumet resultatet?</vt:lpstr>
      <vt:lpstr>Spareprodukter</vt:lpstr>
      <vt:lpstr>Investering 1 (banksparing) </vt:lpstr>
      <vt:lpstr>Investering 2 (sparing med skatteutsettelse)</vt:lpstr>
      <vt:lpstr>Investering 3 (pensjonsinvestering):  Skattefradrag og skattekreditt</vt:lpstr>
      <vt:lpstr>Sammenlikner de tre investeringene</vt:lpstr>
      <vt:lpstr>Hva hvis skatten endres over tid med pensjonssparing (V_3)</vt:lpstr>
      <vt:lpstr>Implisitt skatt</vt:lpstr>
      <vt:lpstr>PowerPoint Presentation</vt:lpstr>
      <vt:lpstr>PowerPoint Presentation</vt:lpstr>
      <vt:lpstr>Formel implisitt skatt</vt:lpstr>
      <vt:lpstr>Eksempel: To like risikable obligasjoner A og B </vt:lpstr>
      <vt:lpstr>Eksempel (forts.)</vt:lpstr>
      <vt:lpstr>Risikojustering av aktiva og skatt</vt:lpstr>
      <vt:lpstr>Investering i aksje vs statsobligasjon</vt:lpstr>
      <vt:lpstr>Hvordan skal vi vurdere de to investeringene? </vt:lpstr>
      <vt:lpstr>Forventet avkastning og risikopremie</vt:lpstr>
      <vt:lpstr>Sharpe-ratio (SR): ekstraavkastningen pr enhet risiko </vt:lpstr>
      <vt:lpstr>Sikkerhetsekvivalens (Certainty Equivalent (CE))</vt:lpstr>
      <vt:lpstr>Certainty Equivalent (CE): aksje eller obligasjon ?</vt:lpstr>
      <vt:lpstr>Kapitalverdimodellen (CAPM - modellen)</vt:lpstr>
      <vt:lpstr>Oppsummert</vt:lpstr>
      <vt:lpstr>Avkastning etter skatt</vt:lpstr>
    </vt:vector>
  </TitlesOfParts>
  <Company>Norges Handelshøyskole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Skatt og ulike investeringsformer</dc:title>
  <dc:creator>Guttorm Schjelderup</dc:creator>
  <dc:description>Template by addpoint.no</dc:description>
  <cp:lastModifiedBy>Guttorm Schjelderup</cp:lastModifiedBy>
  <cp:revision>134</cp:revision>
  <cp:lastPrinted>2023-09-20T11:13:01Z</cp:lastPrinted>
  <dcterms:created xsi:type="dcterms:W3CDTF">2015-08-10T13:41:33Z</dcterms:created>
  <dcterms:modified xsi:type="dcterms:W3CDTF">2025-09-17T09:32:38Z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by">
    <vt:lpwstr>addpoint.no</vt:lpwstr>
  </property>
  <property fmtid="{D5CDD505-2E9C-101B-9397-08002B2CF9AE}" pid="3" name="ContentTypeId">
    <vt:lpwstr>0x01010039109439179B544F8D88A46EC3854F27</vt:lpwstr>
  </property>
</Properties>
</file>