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6" r:id="rId2"/>
    <p:sldId id="396" r:id="rId3"/>
    <p:sldId id="441" r:id="rId4"/>
    <p:sldId id="609" r:id="rId5"/>
    <p:sldId id="444" r:id="rId6"/>
    <p:sldId id="621" r:id="rId7"/>
    <p:sldId id="591" r:id="rId8"/>
    <p:sldId id="371" r:id="rId9"/>
    <p:sldId id="613" r:id="rId10"/>
    <p:sldId id="598" r:id="rId11"/>
    <p:sldId id="622" r:id="rId12"/>
    <p:sldId id="380" r:id="rId13"/>
    <p:sldId id="623" r:id="rId14"/>
    <p:sldId id="592" r:id="rId15"/>
    <p:sldId id="614" r:id="rId16"/>
    <p:sldId id="617" r:id="rId17"/>
    <p:sldId id="618" r:id="rId18"/>
    <p:sldId id="596" r:id="rId19"/>
    <p:sldId id="619" r:id="rId20"/>
    <p:sldId id="612" r:id="rId21"/>
    <p:sldId id="379" r:id="rId22"/>
    <p:sldId id="593" r:id="rId23"/>
    <p:sldId id="594" r:id="rId24"/>
    <p:sldId id="597" r:id="rId25"/>
    <p:sldId id="601" r:id="rId26"/>
    <p:sldId id="602" r:id="rId27"/>
    <p:sldId id="579" r:id="rId28"/>
    <p:sldId id="603" r:id="rId29"/>
    <p:sldId id="628" r:id="rId30"/>
    <p:sldId id="626" r:id="rId31"/>
    <p:sldId id="604" r:id="rId32"/>
    <p:sldId id="605" r:id="rId33"/>
    <p:sldId id="401" r:id="rId34"/>
    <p:sldId id="627" r:id="rId35"/>
    <p:sldId id="629" r:id="rId36"/>
    <p:sldId id="402" r:id="rId37"/>
    <p:sldId id="261" r:id="rId38"/>
    <p:sldId id="406" r:id="rId39"/>
    <p:sldId id="267" r:id="rId40"/>
    <p:sldId id="576" r:id="rId41"/>
    <p:sldId id="577" r:id="rId42"/>
    <p:sldId id="264" r:id="rId43"/>
    <p:sldId id="266" r:id="rId44"/>
    <p:sldId id="409" r:id="rId45"/>
    <p:sldId id="408" r:id="rId46"/>
    <p:sldId id="586" r:id="rId47"/>
    <p:sldId id="449" r:id="rId48"/>
    <p:sldId id="607" r:id="rId49"/>
    <p:sldId id="569" r:id="rId50"/>
    <p:sldId id="411" r:id="rId51"/>
    <p:sldId id="615" r:id="rId52"/>
    <p:sldId id="608" r:id="rId53"/>
    <p:sldId id="413" r:id="rId54"/>
    <p:sldId id="616" r:id="rId55"/>
    <p:sldId id="416" r:id="rId56"/>
    <p:sldId id="620" r:id="rId57"/>
    <p:sldId id="418" r:id="rId58"/>
    <p:sldId id="426" r:id="rId59"/>
    <p:sldId id="357" r:id="rId60"/>
    <p:sldId id="587" r:id="rId61"/>
    <p:sldId id="632" r:id="rId62"/>
    <p:sldId id="630" r:id="rId63"/>
    <p:sldId id="631" r:id="rId64"/>
    <p:sldId id="633" r:id="rId65"/>
    <p:sldId id="634" r:id="rId66"/>
    <p:sldId id="635" r:id="rId67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F5F278-E5B6-F24C-BA84-E04DDF9DB972}" v="576" dt="2026-08-26T13:52:2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843" autoAdjust="0"/>
    <p:restoredTop sz="92286"/>
  </p:normalViewPr>
  <p:slideViewPr>
    <p:cSldViewPr snapToGrid="0">
      <p:cViewPr varScale="1">
        <p:scale>
          <a:sx n="93" d="100"/>
          <a:sy n="93" d="100"/>
        </p:scale>
        <p:origin x="216" y="2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ttorm Schjelderup" userId="e0ac67c0-b505-4405-ab95-266cbfcd4586" providerId="ADAL" clId="{495AF721-4E66-5624-A6F1-D11890231467}"/>
    <pc:docChg chg="undo custSel addSld delSld modSld sldOrd">
      <pc:chgData name="Guttorm Schjelderup" userId="e0ac67c0-b505-4405-ab95-266cbfcd4586" providerId="ADAL" clId="{495AF721-4E66-5624-A6F1-D11890231467}" dt="2026-08-26T13:52:21.515" v="7762" actId="20577"/>
      <pc:docMkLst>
        <pc:docMk/>
      </pc:docMkLst>
      <pc:sldChg chg="modSp mod">
        <pc:chgData name="Guttorm Schjelderup" userId="e0ac67c0-b505-4405-ab95-266cbfcd4586" providerId="ADAL" clId="{495AF721-4E66-5624-A6F1-D11890231467}" dt="2026-08-14T09:22:52.073" v="964" actId="20577"/>
        <pc:sldMkLst>
          <pc:docMk/>
          <pc:sldMk cId="1225622396" sldId="264"/>
        </pc:sldMkLst>
        <pc:spChg chg="mod">
          <ac:chgData name="Guttorm Schjelderup" userId="e0ac67c0-b505-4405-ab95-266cbfcd4586" providerId="ADAL" clId="{495AF721-4E66-5624-A6F1-D11890231467}" dt="2026-08-14T09:22:52.073" v="964" actId="20577"/>
          <ac:spMkLst>
            <pc:docMk/>
            <pc:sldMk cId="1225622396" sldId="264"/>
            <ac:spMk id="3" creationId="{720E793E-E4BB-2549-2FB6-BB4EB740C202}"/>
          </ac:spMkLst>
        </pc:spChg>
      </pc:sldChg>
      <pc:sldChg chg="modSp">
        <pc:chgData name="Guttorm Schjelderup" userId="e0ac67c0-b505-4405-ab95-266cbfcd4586" providerId="ADAL" clId="{495AF721-4E66-5624-A6F1-D11890231467}" dt="2026-08-14T09:21:35.264" v="952" actId="20577"/>
        <pc:sldMkLst>
          <pc:docMk/>
          <pc:sldMk cId="2176264143" sldId="267"/>
        </pc:sldMkLst>
        <pc:spChg chg="mod">
          <ac:chgData name="Guttorm Schjelderup" userId="e0ac67c0-b505-4405-ab95-266cbfcd4586" providerId="ADAL" clId="{495AF721-4E66-5624-A6F1-D11890231467}" dt="2026-08-14T09:21:35.264" v="952" actId="20577"/>
          <ac:spMkLst>
            <pc:docMk/>
            <pc:sldMk cId="2176264143" sldId="267"/>
            <ac:spMk id="3" creationId="{34B23206-7F0D-B44B-E62A-2C5AA0009B57}"/>
          </ac:spMkLst>
        </pc:spChg>
      </pc:sldChg>
      <pc:sldChg chg="modSp mod">
        <pc:chgData name="Guttorm Schjelderup" userId="e0ac67c0-b505-4405-ab95-266cbfcd4586" providerId="ADAL" clId="{495AF721-4E66-5624-A6F1-D11890231467}" dt="2026-08-22T11:02:08.305" v="3798" actId="403"/>
        <pc:sldMkLst>
          <pc:docMk/>
          <pc:sldMk cId="589555477" sldId="371"/>
        </pc:sldMkLst>
        <pc:spChg chg="mod">
          <ac:chgData name="Guttorm Schjelderup" userId="e0ac67c0-b505-4405-ab95-266cbfcd4586" providerId="ADAL" clId="{495AF721-4E66-5624-A6F1-D11890231467}" dt="2026-08-14T08:38:26.541" v="277" actId="20577"/>
          <ac:spMkLst>
            <pc:docMk/>
            <pc:sldMk cId="589555477" sldId="371"/>
            <ac:spMk id="2" creationId="{7D26B29D-19F7-3BB7-ABA2-BA2CE151F11F}"/>
          </ac:spMkLst>
        </pc:spChg>
        <pc:spChg chg="mod">
          <ac:chgData name="Guttorm Schjelderup" userId="e0ac67c0-b505-4405-ab95-266cbfcd4586" providerId="ADAL" clId="{495AF721-4E66-5624-A6F1-D11890231467}" dt="2026-08-22T11:02:08.305" v="3798" actId="403"/>
          <ac:spMkLst>
            <pc:docMk/>
            <pc:sldMk cId="589555477" sldId="371"/>
            <ac:spMk id="4" creationId="{29FAEF75-0CBC-A396-24BE-B416D0815D36}"/>
          </ac:spMkLst>
        </pc:spChg>
        <pc:picChg chg="mod">
          <ac:chgData name="Guttorm Schjelderup" userId="e0ac67c0-b505-4405-ab95-266cbfcd4586" providerId="ADAL" clId="{495AF721-4E66-5624-A6F1-D11890231467}" dt="2026-08-22T11:01:56.382" v="3796" actId="1076"/>
          <ac:picMkLst>
            <pc:docMk/>
            <pc:sldMk cId="589555477" sldId="371"/>
            <ac:picMk id="5" creationId="{1030F786-3C51-5EFE-EC33-96C13351B4FB}"/>
          </ac:picMkLst>
        </pc:picChg>
      </pc:sldChg>
      <pc:sldChg chg="modSp mod">
        <pc:chgData name="Guttorm Schjelderup" userId="e0ac67c0-b505-4405-ab95-266cbfcd4586" providerId="ADAL" clId="{495AF721-4E66-5624-A6F1-D11890231467}" dt="2026-08-21T13:21:11.325" v="2968" actId="207"/>
        <pc:sldMkLst>
          <pc:docMk/>
          <pc:sldMk cId="3976537948" sldId="379"/>
        </pc:sldMkLst>
        <pc:graphicFrameChg chg="modGraphic">
          <ac:chgData name="Guttorm Schjelderup" userId="e0ac67c0-b505-4405-ab95-266cbfcd4586" providerId="ADAL" clId="{495AF721-4E66-5624-A6F1-D11890231467}" dt="2026-08-21T13:21:11.325" v="2968" actId="207"/>
          <ac:graphicFrameMkLst>
            <pc:docMk/>
            <pc:sldMk cId="3976537948" sldId="379"/>
            <ac:graphicFrameMk id="5" creationId="{53F81977-2965-D9EE-D55A-4AB82C637E21}"/>
          </ac:graphicFrameMkLst>
        </pc:graphicFrameChg>
      </pc:sldChg>
      <pc:sldChg chg="modSp mod modAnim">
        <pc:chgData name="Guttorm Schjelderup" userId="e0ac67c0-b505-4405-ab95-266cbfcd4586" providerId="ADAL" clId="{495AF721-4E66-5624-A6F1-D11890231467}" dt="2026-08-21T13:07:06.998" v="2502" actId="20577"/>
        <pc:sldMkLst>
          <pc:docMk/>
          <pc:sldMk cId="3113238711" sldId="380"/>
        </pc:sldMkLst>
        <pc:spChg chg="mod">
          <ac:chgData name="Guttorm Schjelderup" userId="e0ac67c0-b505-4405-ab95-266cbfcd4586" providerId="ADAL" clId="{495AF721-4E66-5624-A6F1-D11890231467}" dt="2026-08-21T13:07:06.998" v="2502" actId="20577"/>
          <ac:spMkLst>
            <pc:docMk/>
            <pc:sldMk cId="3113238711" sldId="380"/>
            <ac:spMk id="3" creationId="{21338635-1B76-2DE3-B2CF-C8E9A2E3F7E1}"/>
          </ac:spMkLst>
        </pc:spChg>
      </pc:sldChg>
      <pc:sldChg chg="modSp mod">
        <pc:chgData name="Guttorm Schjelderup" userId="e0ac67c0-b505-4405-ab95-266cbfcd4586" providerId="ADAL" clId="{495AF721-4E66-5624-A6F1-D11890231467}" dt="2026-08-26T07:22:39.334" v="6018" actId="20577"/>
        <pc:sldMkLst>
          <pc:docMk/>
          <pc:sldMk cId="2148667482" sldId="396"/>
        </pc:sldMkLst>
        <pc:spChg chg="mod">
          <ac:chgData name="Guttorm Schjelderup" userId="e0ac67c0-b505-4405-ab95-266cbfcd4586" providerId="ADAL" clId="{495AF721-4E66-5624-A6F1-D11890231467}" dt="2026-08-26T07:22:39.334" v="6018" actId="20577"/>
          <ac:spMkLst>
            <pc:docMk/>
            <pc:sldMk cId="2148667482" sldId="396"/>
            <ac:spMk id="3" creationId="{BE208175-5BEF-5F10-1BD0-1A19C62F771C}"/>
          </ac:spMkLst>
        </pc:spChg>
      </pc:sldChg>
      <pc:sldChg chg="modSp mod ord">
        <pc:chgData name="Guttorm Schjelderup" userId="e0ac67c0-b505-4405-ab95-266cbfcd4586" providerId="ADAL" clId="{495AF721-4E66-5624-A6F1-D11890231467}" dt="2026-08-26T07:36:38.261" v="6075" actId="13926"/>
        <pc:sldMkLst>
          <pc:docMk/>
          <pc:sldMk cId="3720948494" sldId="401"/>
        </pc:sldMkLst>
        <pc:spChg chg="mod">
          <ac:chgData name="Guttorm Schjelderup" userId="e0ac67c0-b505-4405-ab95-266cbfcd4586" providerId="ADAL" clId="{495AF721-4E66-5624-A6F1-D11890231467}" dt="2026-08-26T07:36:38.261" v="6075" actId="13926"/>
          <ac:spMkLst>
            <pc:docMk/>
            <pc:sldMk cId="3720948494" sldId="401"/>
            <ac:spMk id="2" creationId="{260C93C7-476E-4772-A34A-435F66A86459}"/>
          </ac:spMkLst>
        </pc:spChg>
      </pc:sldChg>
      <pc:sldChg chg="modSp mod modAnim">
        <pc:chgData name="Guttorm Schjelderup" userId="e0ac67c0-b505-4405-ab95-266cbfcd4586" providerId="ADAL" clId="{495AF721-4E66-5624-A6F1-D11890231467}" dt="2026-08-26T07:08:37.617" v="5920" actId="20577"/>
        <pc:sldMkLst>
          <pc:docMk/>
          <pc:sldMk cId="2497369166" sldId="408"/>
        </pc:sldMkLst>
        <pc:spChg chg="mod">
          <ac:chgData name="Guttorm Schjelderup" userId="e0ac67c0-b505-4405-ab95-266cbfcd4586" providerId="ADAL" clId="{495AF721-4E66-5624-A6F1-D11890231467}" dt="2026-08-26T07:08:37.617" v="5920" actId="20577"/>
          <ac:spMkLst>
            <pc:docMk/>
            <pc:sldMk cId="2497369166" sldId="408"/>
            <ac:spMk id="3" creationId="{E30E8305-8A28-412A-9655-05505B41A83B}"/>
          </ac:spMkLst>
        </pc:spChg>
      </pc:sldChg>
      <pc:sldChg chg="modSp mod">
        <pc:chgData name="Guttorm Schjelderup" userId="e0ac67c0-b505-4405-ab95-266cbfcd4586" providerId="ADAL" clId="{495AF721-4E66-5624-A6F1-D11890231467}" dt="2026-08-26T07:15:45.797" v="5973" actId="20577"/>
        <pc:sldMkLst>
          <pc:docMk/>
          <pc:sldMk cId="1023893942" sldId="413"/>
        </pc:sldMkLst>
        <pc:spChg chg="mod">
          <ac:chgData name="Guttorm Schjelderup" userId="e0ac67c0-b505-4405-ab95-266cbfcd4586" providerId="ADAL" clId="{495AF721-4E66-5624-A6F1-D11890231467}" dt="2026-08-26T07:15:45.797" v="5973" actId="20577"/>
          <ac:spMkLst>
            <pc:docMk/>
            <pc:sldMk cId="1023893942" sldId="413"/>
            <ac:spMk id="2" creationId="{E9552E9E-64F8-4C94-B320-61D264C434F0}"/>
          </ac:spMkLst>
        </pc:spChg>
      </pc:sldChg>
      <pc:sldChg chg="modSp modAnim">
        <pc:chgData name="Guttorm Schjelderup" userId="e0ac67c0-b505-4405-ab95-266cbfcd4586" providerId="ADAL" clId="{495AF721-4E66-5624-A6F1-D11890231467}" dt="2026-08-14T09:33:15.597" v="1133" actId="255"/>
        <pc:sldMkLst>
          <pc:docMk/>
          <pc:sldMk cId="4264456748" sldId="416"/>
        </pc:sldMkLst>
        <pc:spChg chg="mod">
          <ac:chgData name="Guttorm Schjelderup" userId="e0ac67c0-b505-4405-ab95-266cbfcd4586" providerId="ADAL" clId="{495AF721-4E66-5624-A6F1-D11890231467}" dt="2026-08-14T09:33:15.597" v="1133" actId="255"/>
          <ac:spMkLst>
            <pc:docMk/>
            <pc:sldMk cId="4264456748" sldId="416"/>
            <ac:spMk id="3" creationId="{9FAF4B37-BD81-45BD-B5C2-1D2A15382965}"/>
          </ac:spMkLst>
        </pc:spChg>
      </pc:sldChg>
      <pc:sldChg chg="modSp mod modAnim">
        <pc:chgData name="Guttorm Schjelderup" userId="e0ac67c0-b505-4405-ab95-266cbfcd4586" providerId="ADAL" clId="{495AF721-4E66-5624-A6F1-D11890231467}" dt="2026-08-26T07:19:01.498" v="6005"/>
        <pc:sldMkLst>
          <pc:docMk/>
          <pc:sldMk cId="1539216798" sldId="426"/>
        </pc:sldMkLst>
        <pc:spChg chg="mod">
          <ac:chgData name="Guttorm Schjelderup" userId="e0ac67c0-b505-4405-ab95-266cbfcd4586" providerId="ADAL" clId="{495AF721-4E66-5624-A6F1-D11890231467}" dt="2026-08-26T07:18:42.792" v="6003" actId="404"/>
          <ac:spMkLst>
            <pc:docMk/>
            <pc:sldMk cId="1539216798" sldId="426"/>
            <ac:spMk id="2" creationId="{DF01881F-D7C6-4D70-8831-C1DEC77A3A04}"/>
          </ac:spMkLst>
        </pc:spChg>
        <pc:spChg chg="mod">
          <ac:chgData name="Guttorm Schjelderup" userId="e0ac67c0-b505-4405-ab95-266cbfcd4586" providerId="ADAL" clId="{495AF721-4E66-5624-A6F1-D11890231467}" dt="2026-08-26T07:18:46.233" v="6004" actId="14100"/>
          <ac:spMkLst>
            <pc:docMk/>
            <pc:sldMk cId="1539216798" sldId="426"/>
            <ac:spMk id="3" creationId="{98C58712-C4BE-4404-8B4D-2A66064B6614}"/>
          </ac:spMkLst>
        </pc:spChg>
      </pc:sldChg>
      <pc:sldChg chg="modSp mod">
        <pc:chgData name="Guttorm Schjelderup" userId="e0ac67c0-b505-4405-ab95-266cbfcd4586" providerId="ADAL" clId="{495AF721-4E66-5624-A6F1-D11890231467}" dt="2026-08-26T06:10:20.225" v="5237" actId="20577"/>
        <pc:sldMkLst>
          <pc:docMk/>
          <pc:sldMk cId="1173596209" sldId="444"/>
        </pc:sldMkLst>
        <pc:spChg chg="mod">
          <ac:chgData name="Guttorm Schjelderup" userId="e0ac67c0-b505-4405-ab95-266cbfcd4586" providerId="ADAL" clId="{495AF721-4E66-5624-A6F1-D11890231467}" dt="2026-08-13T13:04:52.130" v="230" actId="20577"/>
          <ac:spMkLst>
            <pc:docMk/>
            <pc:sldMk cId="1173596209" sldId="444"/>
            <ac:spMk id="2" creationId="{70D1F560-4246-A70F-B092-B9343C11AFEB}"/>
          </ac:spMkLst>
        </pc:spChg>
        <pc:spChg chg="mod">
          <ac:chgData name="Guttorm Schjelderup" userId="e0ac67c0-b505-4405-ab95-266cbfcd4586" providerId="ADAL" clId="{495AF721-4E66-5624-A6F1-D11890231467}" dt="2026-08-26T06:10:20.225" v="5237" actId="20577"/>
          <ac:spMkLst>
            <pc:docMk/>
            <pc:sldMk cId="1173596209" sldId="444"/>
            <ac:spMk id="3" creationId="{B8E694FE-A9A7-8A75-0DEB-CC70F53AD23A}"/>
          </ac:spMkLst>
        </pc:spChg>
      </pc:sldChg>
      <pc:sldChg chg="ord">
        <pc:chgData name="Guttorm Schjelderup" userId="e0ac67c0-b505-4405-ab95-266cbfcd4586" providerId="ADAL" clId="{495AF721-4E66-5624-A6F1-D11890231467}" dt="2026-08-14T09:26:50.191" v="1018" actId="20578"/>
        <pc:sldMkLst>
          <pc:docMk/>
          <pc:sldMk cId="3193679497" sldId="449"/>
        </pc:sldMkLst>
      </pc:sldChg>
      <pc:sldChg chg="modSp">
        <pc:chgData name="Guttorm Schjelderup" userId="e0ac67c0-b505-4405-ab95-266cbfcd4586" providerId="ADAL" clId="{495AF721-4E66-5624-A6F1-D11890231467}" dt="2026-08-26T07:12:40.842" v="5956" actId="207"/>
        <pc:sldMkLst>
          <pc:docMk/>
          <pc:sldMk cId="2976273587" sldId="569"/>
        </pc:sldMkLst>
        <pc:spChg chg="mod">
          <ac:chgData name="Guttorm Schjelderup" userId="e0ac67c0-b505-4405-ab95-266cbfcd4586" providerId="ADAL" clId="{495AF721-4E66-5624-A6F1-D11890231467}" dt="2026-08-26T07:12:40.842" v="5956" actId="207"/>
          <ac:spMkLst>
            <pc:docMk/>
            <pc:sldMk cId="2976273587" sldId="569"/>
            <ac:spMk id="3" creationId="{30CBA25A-022F-7E91-07A8-9CC95D9F63B7}"/>
          </ac:spMkLst>
        </pc:spChg>
      </pc:sldChg>
      <pc:sldChg chg="modSp mod">
        <pc:chgData name="Guttorm Schjelderup" userId="e0ac67c0-b505-4405-ab95-266cbfcd4586" providerId="ADAL" clId="{495AF721-4E66-5624-A6F1-D11890231467}" dt="2026-08-26T07:07:16.404" v="5822" actId="14100"/>
        <pc:sldMkLst>
          <pc:docMk/>
          <pc:sldMk cId="818249324" sldId="577"/>
        </pc:sldMkLst>
        <pc:picChg chg="mod">
          <ac:chgData name="Guttorm Schjelderup" userId="e0ac67c0-b505-4405-ab95-266cbfcd4586" providerId="ADAL" clId="{495AF721-4E66-5624-A6F1-D11890231467}" dt="2026-08-26T07:07:16.404" v="5822" actId="14100"/>
          <ac:picMkLst>
            <pc:docMk/>
            <pc:sldMk cId="818249324" sldId="577"/>
            <ac:picMk id="5" creationId="{58E04568-F60C-4C09-B5A3-2A98D5A32ED1}"/>
          </ac:picMkLst>
        </pc:picChg>
      </pc:sldChg>
      <pc:sldChg chg="modSp mod">
        <pc:chgData name="Guttorm Schjelderup" userId="e0ac67c0-b505-4405-ab95-266cbfcd4586" providerId="ADAL" clId="{495AF721-4E66-5624-A6F1-D11890231467}" dt="2026-08-26T07:40:36.247" v="6186" actId="20577"/>
        <pc:sldMkLst>
          <pc:docMk/>
          <pc:sldMk cId="867642573" sldId="579"/>
        </pc:sldMkLst>
        <pc:spChg chg="mod">
          <ac:chgData name="Guttorm Schjelderup" userId="e0ac67c0-b505-4405-ab95-266cbfcd4586" providerId="ADAL" clId="{495AF721-4E66-5624-A6F1-D11890231467}" dt="2026-08-26T07:40:36.247" v="6186" actId="20577"/>
          <ac:spMkLst>
            <pc:docMk/>
            <pc:sldMk cId="867642573" sldId="579"/>
            <ac:spMk id="2" creationId="{27EA5814-4B64-6F01-27F6-4E22D06D61C2}"/>
          </ac:spMkLst>
        </pc:spChg>
        <pc:spChg chg="mod">
          <ac:chgData name="Guttorm Schjelderup" userId="e0ac67c0-b505-4405-ab95-266cbfcd4586" providerId="ADAL" clId="{495AF721-4E66-5624-A6F1-D11890231467}" dt="2026-08-22T11:26:30.727" v="4311" actId="113"/>
          <ac:spMkLst>
            <pc:docMk/>
            <pc:sldMk cId="867642573" sldId="579"/>
            <ac:spMk id="3" creationId="{05475652-9E1E-4EDC-4E77-B373188E8D5A}"/>
          </ac:spMkLst>
        </pc:spChg>
      </pc:sldChg>
      <pc:sldChg chg="modSp">
        <pc:chgData name="Guttorm Schjelderup" userId="e0ac67c0-b505-4405-ab95-266cbfcd4586" providerId="ADAL" clId="{495AF721-4E66-5624-A6F1-D11890231467}" dt="2026-08-26T07:09:41.821" v="5955" actId="20577"/>
        <pc:sldMkLst>
          <pc:docMk/>
          <pc:sldMk cId="516623332" sldId="586"/>
        </pc:sldMkLst>
        <pc:spChg chg="mod">
          <ac:chgData name="Guttorm Schjelderup" userId="e0ac67c0-b505-4405-ab95-266cbfcd4586" providerId="ADAL" clId="{495AF721-4E66-5624-A6F1-D11890231467}" dt="2026-08-26T07:09:41.821" v="5955" actId="20577"/>
          <ac:spMkLst>
            <pc:docMk/>
            <pc:sldMk cId="516623332" sldId="586"/>
            <ac:spMk id="8" creationId="{1757D48B-4133-568B-F540-A968032A84E3}"/>
          </ac:spMkLst>
        </pc:spChg>
      </pc:sldChg>
      <pc:sldChg chg="modSp">
        <pc:chgData name="Guttorm Schjelderup" userId="e0ac67c0-b505-4405-ab95-266cbfcd4586" providerId="ADAL" clId="{495AF721-4E66-5624-A6F1-D11890231467}" dt="2026-08-26T06:12:16.608" v="5264" actId="20577"/>
        <pc:sldMkLst>
          <pc:docMk/>
          <pc:sldMk cId="3420162242" sldId="591"/>
        </pc:sldMkLst>
        <pc:spChg chg="mod">
          <ac:chgData name="Guttorm Schjelderup" userId="e0ac67c0-b505-4405-ab95-266cbfcd4586" providerId="ADAL" clId="{495AF721-4E66-5624-A6F1-D11890231467}" dt="2026-08-26T06:12:16.608" v="5264" actId="20577"/>
          <ac:spMkLst>
            <pc:docMk/>
            <pc:sldMk cId="3420162242" sldId="591"/>
            <ac:spMk id="3" creationId="{4B16BED9-AC9B-4208-5A3D-5B450EFDB083}"/>
          </ac:spMkLst>
        </pc:spChg>
      </pc:sldChg>
      <pc:sldChg chg="addSp modSp mod">
        <pc:chgData name="Guttorm Schjelderup" userId="e0ac67c0-b505-4405-ab95-266cbfcd4586" providerId="ADAL" clId="{495AF721-4E66-5624-A6F1-D11890231467}" dt="2026-08-26T06:17:37.398" v="5344" actId="11529"/>
        <pc:sldMkLst>
          <pc:docMk/>
          <pc:sldMk cId="4265703704" sldId="592"/>
        </pc:sldMkLst>
        <pc:spChg chg="mod">
          <ac:chgData name="Guttorm Schjelderup" userId="e0ac67c0-b505-4405-ab95-266cbfcd4586" providerId="ADAL" clId="{495AF721-4E66-5624-A6F1-D11890231467}" dt="2026-08-22T11:07:51.111" v="3875" actId="20577"/>
          <ac:spMkLst>
            <pc:docMk/>
            <pc:sldMk cId="4265703704" sldId="592"/>
            <ac:spMk id="3" creationId="{CD3E9AFD-32A1-E7AC-4420-E0C5A2B9285B}"/>
          </ac:spMkLst>
        </pc:spChg>
        <pc:spChg chg="add mod">
          <ac:chgData name="Guttorm Schjelderup" userId="e0ac67c0-b505-4405-ab95-266cbfcd4586" providerId="ADAL" clId="{495AF721-4E66-5624-A6F1-D11890231467}" dt="2026-08-26T06:17:25.589" v="5343" actId="20577"/>
          <ac:spMkLst>
            <pc:docMk/>
            <pc:sldMk cId="4265703704" sldId="592"/>
            <ac:spMk id="4" creationId="{62CB7842-8693-FFC5-3A3B-BB5657910856}"/>
          </ac:spMkLst>
        </pc:spChg>
        <pc:cxnChg chg="add">
          <ac:chgData name="Guttorm Schjelderup" userId="e0ac67c0-b505-4405-ab95-266cbfcd4586" providerId="ADAL" clId="{495AF721-4E66-5624-A6F1-D11890231467}" dt="2026-08-26T06:17:37.398" v="5344" actId="11529"/>
          <ac:cxnSpMkLst>
            <pc:docMk/>
            <pc:sldMk cId="4265703704" sldId="592"/>
            <ac:cxnSpMk id="8" creationId="{A21A075C-116E-DC92-EA96-3A87BC7C257D}"/>
          </ac:cxnSpMkLst>
        </pc:cxnChg>
      </pc:sldChg>
      <pc:sldChg chg="modSp mod">
        <pc:chgData name="Guttorm Schjelderup" userId="e0ac67c0-b505-4405-ab95-266cbfcd4586" providerId="ADAL" clId="{495AF721-4E66-5624-A6F1-D11890231467}" dt="2026-08-26T13:49:44.570" v="7521" actId="20577"/>
        <pc:sldMkLst>
          <pc:docMk/>
          <pc:sldMk cId="2294203097" sldId="593"/>
        </pc:sldMkLst>
        <pc:spChg chg="mod">
          <ac:chgData name="Guttorm Schjelderup" userId="e0ac67c0-b505-4405-ab95-266cbfcd4586" providerId="ADAL" clId="{495AF721-4E66-5624-A6F1-D11890231467}" dt="2026-08-21T13:23:55.151" v="2989" actId="20577"/>
          <ac:spMkLst>
            <pc:docMk/>
            <pc:sldMk cId="2294203097" sldId="593"/>
            <ac:spMk id="2" creationId="{7728E819-0730-0F9D-6450-4A46F48A4366}"/>
          </ac:spMkLst>
        </pc:spChg>
        <pc:spChg chg="mod">
          <ac:chgData name="Guttorm Schjelderup" userId="e0ac67c0-b505-4405-ab95-266cbfcd4586" providerId="ADAL" clId="{495AF721-4E66-5624-A6F1-D11890231467}" dt="2026-08-26T13:49:38.014" v="7515" actId="20577"/>
          <ac:spMkLst>
            <pc:docMk/>
            <pc:sldMk cId="2294203097" sldId="593"/>
            <ac:spMk id="3" creationId="{DCFE63A3-9AD2-1A18-3BF8-C0840CB2259B}"/>
          </ac:spMkLst>
        </pc:spChg>
        <pc:spChg chg="mod">
          <ac:chgData name="Guttorm Schjelderup" userId="e0ac67c0-b505-4405-ab95-266cbfcd4586" providerId="ADAL" clId="{495AF721-4E66-5624-A6F1-D11890231467}" dt="2026-08-21T13:21:37.903" v="2969" actId="20577"/>
          <ac:spMkLst>
            <pc:docMk/>
            <pc:sldMk cId="2294203097" sldId="593"/>
            <ac:spMk id="9" creationId="{8CEF6EC1-A5F2-8ACB-85BB-63C654C79A7C}"/>
          </ac:spMkLst>
        </pc:spChg>
        <pc:spChg chg="mod">
          <ac:chgData name="Guttorm Schjelderup" userId="e0ac67c0-b505-4405-ab95-266cbfcd4586" providerId="ADAL" clId="{495AF721-4E66-5624-A6F1-D11890231467}" dt="2026-08-26T13:49:44.570" v="7521" actId="20577"/>
          <ac:spMkLst>
            <pc:docMk/>
            <pc:sldMk cId="2294203097" sldId="593"/>
            <ac:spMk id="12" creationId="{47C5BB86-ECC8-FA66-6D6D-4652B9342762}"/>
          </ac:spMkLst>
        </pc:spChg>
      </pc:sldChg>
      <pc:sldChg chg="modSp mod modAnim">
        <pc:chgData name="Guttorm Schjelderup" userId="e0ac67c0-b505-4405-ab95-266cbfcd4586" providerId="ADAL" clId="{495AF721-4E66-5624-A6F1-D11890231467}" dt="2026-08-21T13:32:51.105" v="3356"/>
        <pc:sldMkLst>
          <pc:docMk/>
          <pc:sldMk cId="4112803283" sldId="594"/>
        </pc:sldMkLst>
        <pc:spChg chg="mod">
          <ac:chgData name="Guttorm Schjelderup" userId="e0ac67c0-b505-4405-ab95-266cbfcd4586" providerId="ADAL" clId="{495AF721-4E66-5624-A6F1-D11890231467}" dt="2026-08-14T09:09:25.523" v="905" actId="20577"/>
          <ac:spMkLst>
            <pc:docMk/>
            <pc:sldMk cId="4112803283" sldId="594"/>
            <ac:spMk id="3" creationId="{1CC2DE46-F9C4-39C4-5A7D-DBE08233356F}"/>
          </ac:spMkLst>
        </pc:spChg>
      </pc:sldChg>
      <pc:sldChg chg="modSp mod">
        <pc:chgData name="Guttorm Schjelderup" userId="e0ac67c0-b505-4405-ab95-266cbfcd4586" providerId="ADAL" clId="{495AF721-4E66-5624-A6F1-D11890231467}" dt="2026-08-22T11:10:12.011" v="3937" actId="20577"/>
        <pc:sldMkLst>
          <pc:docMk/>
          <pc:sldMk cId="3591504933" sldId="596"/>
        </pc:sldMkLst>
        <pc:spChg chg="mod">
          <ac:chgData name="Guttorm Schjelderup" userId="e0ac67c0-b505-4405-ab95-266cbfcd4586" providerId="ADAL" clId="{495AF721-4E66-5624-A6F1-D11890231467}" dt="2026-08-22T11:10:12.011" v="3937" actId="20577"/>
          <ac:spMkLst>
            <pc:docMk/>
            <pc:sldMk cId="3591504933" sldId="596"/>
            <ac:spMk id="3" creationId="{DE3A5A19-3424-EADD-0871-C77F449C0E28}"/>
          </ac:spMkLst>
        </pc:spChg>
      </pc:sldChg>
      <pc:sldChg chg="modSp mod">
        <pc:chgData name="Guttorm Schjelderup" userId="e0ac67c0-b505-4405-ab95-266cbfcd4586" providerId="ADAL" clId="{495AF721-4E66-5624-A6F1-D11890231467}" dt="2026-08-14T09:10:38.523" v="917" actId="20577"/>
        <pc:sldMkLst>
          <pc:docMk/>
          <pc:sldMk cId="2629911627" sldId="597"/>
        </pc:sldMkLst>
        <pc:spChg chg="mod">
          <ac:chgData name="Guttorm Schjelderup" userId="e0ac67c0-b505-4405-ab95-266cbfcd4586" providerId="ADAL" clId="{495AF721-4E66-5624-A6F1-D11890231467}" dt="2026-08-14T09:10:38.523" v="917" actId="20577"/>
          <ac:spMkLst>
            <pc:docMk/>
            <pc:sldMk cId="2629911627" sldId="597"/>
            <ac:spMk id="4" creationId="{1D20D66D-03DB-8844-5CC2-491DF9C46627}"/>
          </ac:spMkLst>
        </pc:spChg>
      </pc:sldChg>
      <pc:sldChg chg="modSp mod">
        <pc:chgData name="Guttorm Schjelderup" userId="e0ac67c0-b505-4405-ab95-266cbfcd4586" providerId="ADAL" clId="{495AF721-4E66-5624-A6F1-D11890231467}" dt="2026-08-22T11:04:35.705" v="3837" actId="20577"/>
        <pc:sldMkLst>
          <pc:docMk/>
          <pc:sldMk cId="2688013353" sldId="598"/>
        </pc:sldMkLst>
        <pc:spChg chg="mod">
          <ac:chgData name="Guttorm Schjelderup" userId="e0ac67c0-b505-4405-ab95-266cbfcd4586" providerId="ADAL" clId="{495AF721-4E66-5624-A6F1-D11890231467}" dt="2026-08-22T11:04:35.705" v="3837" actId="20577"/>
          <ac:spMkLst>
            <pc:docMk/>
            <pc:sldMk cId="2688013353" sldId="598"/>
            <ac:spMk id="6" creationId="{707C400F-FA4C-B8DD-3FF1-D8E764FBFB18}"/>
          </ac:spMkLst>
        </pc:spChg>
      </pc:sldChg>
      <pc:sldChg chg="modSp">
        <pc:chgData name="Guttorm Schjelderup" userId="e0ac67c0-b505-4405-ab95-266cbfcd4586" providerId="ADAL" clId="{495AF721-4E66-5624-A6F1-D11890231467}" dt="2026-08-26T13:48:37.206" v="7498" actId="20577"/>
        <pc:sldMkLst>
          <pc:docMk/>
          <pc:sldMk cId="3234513646" sldId="601"/>
        </pc:sldMkLst>
        <pc:spChg chg="mod">
          <ac:chgData name="Guttorm Schjelderup" userId="e0ac67c0-b505-4405-ab95-266cbfcd4586" providerId="ADAL" clId="{495AF721-4E66-5624-A6F1-D11890231467}" dt="2026-08-26T13:48:00.259" v="7472" actId="20577"/>
          <ac:spMkLst>
            <pc:docMk/>
            <pc:sldMk cId="3234513646" sldId="601"/>
            <ac:spMk id="3" creationId="{8074EF15-7476-E05A-F114-93759DC61E1D}"/>
          </ac:spMkLst>
        </pc:spChg>
        <pc:spChg chg="mod">
          <ac:chgData name="Guttorm Schjelderup" userId="e0ac67c0-b505-4405-ab95-266cbfcd4586" providerId="ADAL" clId="{495AF721-4E66-5624-A6F1-D11890231467}" dt="2026-08-26T13:48:37.206" v="7498" actId="20577"/>
          <ac:spMkLst>
            <pc:docMk/>
            <pc:sldMk cId="3234513646" sldId="601"/>
            <ac:spMk id="12" creationId="{A0AC55EF-E098-7D73-773F-6BA983B3C895}"/>
          </ac:spMkLst>
        </pc:spChg>
      </pc:sldChg>
      <pc:sldChg chg="modSp mod">
        <pc:chgData name="Guttorm Schjelderup" userId="e0ac67c0-b505-4405-ab95-266cbfcd4586" providerId="ADAL" clId="{495AF721-4E66-5624-A6F1-D11890231467}" dt="2026-08-26T06:48:12.985" v="5624" actId="20577"/>
        <pc:sldMkLst>
          <pc:docMk/>
          <pc:sldMk cId="2550642345" sldId="602"/>
        </pc:sldMkLst>
        <pc:spChg chg="mod">
          <ac:chgData name="Guttorm Schjelderup" userId="e0ac67c0-b505-4405-ab95-266cbfcd4586" providerId="ADAL" clId="{495AF721-4E66-5624-A6F1-D11890231467}" dt="2026-08-26T06:48:12.985" v="5624" actId="20577"/>
          <ac:spMkLst>
            <pc:docMk/>
            <pc:sldMk cId="2550642345" sldId="602"/>
            <ac:spMk id="3" creationId="{FDE567AC-B9A2-05FB-9CCA-BF566B337C35}"/>
          </ac:spMkLst>
        </pc:spChg>
      </pc:sldChg>
      <pc:sldChg chg="modSp mod">
        <pc:chgData name="Guttorm Schjelderup" userId="e0ac67c0-b505-4405-ab95-266cbfcd4586" providerId="ADAL" clId="{495AF721-4E66-5624-A6F1-D11890231467}" dt="2026-08-26T13:47:14.098" v="7463" actId="16959"/>
        <pc:sldMkLst>
          <pc:docMk/>
          <pc:sldMk cId="796532749" sldId="603"/>
        </pc:sldMkLst>
        <pc:spChg chg="mod">
          <ac:chgData name="Guttorm Schjelderup" userId="e0ac67c0-b505-4405-ab95-266cbfcd4586" providerId="ADAL" clId="{495AF721-4E66-5624-A6F1-D11890231467}" dt="2026-08-26T07:39:32.064" v="6157" actId="20577"/>
          <ac:spMkLst>
            <pc:docMk/>
            <pc:sldMk cId="796532749" sldId="603"/>
            <ac:spMk id="2" creationId="{7FC99A16-CCE4-E9BB-60EA-5A357D1D0D4D}"/>
          </ac:spMkLst>
        </pc:spChg>
        <pc:spChg chg="mod">
          <ac:chgData name="Guttorm Schjelderup" userId="e0ac67c0-b505-4405-ab95-266cbfcd4586" providerId="ADAL" clId="{495AF721-4E66-5624-A6F1-D11890231467}" dt="2026-08-26T13:46:15.840" v="7441" actId="20577"/>
          <ac:spMkLst>
            <pc:docMk/>
            <pc:sldMk cId="796532749" sldId="603"/>
            <ac:spMk id="3" creationId="{AD3934E6-0BFA-31E1-1F59-8CED0A9BC348}"/>
          </ac:spMkLst>
        </pc:spChg>
        <pc:spChg chg="mod">
          <ac:chgData name="Guttorm Schjelderup" userId="e0ac67c0-b505-4405-ab95-266cbfcd4586" providerId="ADAL" clId="{495AF721-4E66-5624-A6F1-D11890231467}" dt="2026-08-26T13:47:14.098" v="7463" actId="16959"/>
          <ac:spMkLst>
            <pc:docMk/>
            <pc:sldMk cId="796532749" sldId="603"/>
            <ac:spMk id="12" creationId="{BEC69A46-4675-946D-F92D-FFF47987593A}"/>
          </ac:spMkLst>
        </pc:spChg>
      </pc:sldChg>
      <pc:sldChg chg="modSp mod modAnim">
        <pc:chgData name="Guttorm Schjelderup" userId="e0ac67c0-b505-4405-ab95-266cbfcd4586" providerId="ADAL" clId="{495AF721-4E66-5624-A6F1-D11890231467}" dt="2026-08-26T07:31:56.859" v="6022" actId="20577"/>
        <pc:sldMkLst>
          <pc:docMk/>
          <pc:sldMk cId="4069440239" sldId="604"/>
        </pc:sldMkLst>
        <pc:spChg chg="mod">
          <ac:chgData name="Guttorm Schjelderup" userId="e0ac67c0-b505-4405-ab95-266cbfcd4586" providerId="ADAL" clId="{495AF721-4E66-5624-A6F1-D11890231467}" dt="2026-08-26T07:31:56.859" v="6022" actId="20577"/>
          <ac:spMkLst>
            <pc:docMk/>
            <pc:sldMk cId="4069440239" sldId="604"/>
            <ac:spMk id="2" creationId="{84362420-C907-45D8-7376-9BD9107B6368}"/>
          </ac:spMkLst>
        </pc:spChg>
        <pc:spChg chg="mod">
          <ac:chgData name="Guttorm Schjelderup" userId="e0ac67c0-b505-4405-ab95-266cbfcd4586" providerId="ADAL" clId="{495AF721-4E66-5624-A6F1-D11890231467}" dt="2026-08-26T06:53:38.617" v="5668" actId="20577"/>
          <ac:spMkLst>
            <pc:docMk/>
            <pc:sldMk cId="4069440239" sldId="604"/>
            <ac:spMk id="3" creationId="{55CDF61D-F49D-5CB8-3F83-6B46342E9ADD}"/>
          </ac:spMkLst>
        </pc:spChg>
      </pc:sldChg>
      <pc:sldChg chg="modSp mod">
        <pc:chgData name="Guttorm Schjelderup" userId="e0ac67c0-b505-4405-ab95-266cbfcd4586" providerId="ADAL" clId="{495AF721-4E66-5624-A6F1-D11890231467}" dt="2026-08-26T07:37:38.950" v="6106" actId="13926"/>
        <pc:sldMkLst>
          <pc:docMk/>
          <pc:sldMk cId="3954531920" sldId="605"/>
        </pc:sldMkLst>
        <pc:spChg chg="mod">
          <ac:chgData name="Guttorm Schjelderup" userId="e0ac67c0-b505-4405-ab95-266cbfcd4586" providerId="ADAL" clId="{495AF721-4E66-5624-A6F1-D11890231467}" dt="2026-08-26T07:37:38.950" v="6106" actId="13926"/>
          <ac:spMkLst>
            <pc:docMk/>
            <pc:sldMk cId="3954531920" sldId="605"/>
            <ac:spMk id="2" creationId="{CEFCCAE9-5162-F802-D7A4-3B22E8DDA370}"/>
          </ac:spMkLst>
        </pc:spChg>
        <pc:spChg chg="mod">
          <ac:chgData name="Guttorm Schjelderup" userId="e0ac67c0-b505-4405-ab95-266cbfcd4586" providerId="ADAL" clId="{495AF721-4E66-5624-A6F1-D11890231467}" dt="2026-08-21T13:46:02.827" v="3621" actId="1076"/>
          <ac:spMkLst>
            <pc:docMk/>
            <pc:sldMk cId="3954531920" sldId="605"/>
            <ac:spMk id="3" creationId="{851AE977-61FD-8735-A76F-31BD1C78F741}"/>
          </ac:spMkLst>
        </pc:spChg>
        <pc:spChg chg="mod">
          <ac:chgData name="Guttorm Schjelderup" userId="e0ac67c0-b505-4405-ab95-266cbfcd4586" providerId="ADAL" clId="{495AF721-4E66-5624-A6F1-D11890231467}" dt="2026-08-21T13:47:05.943" v="3636" actId="1076"/>
          <ac:spMkLst>
            <pc:docMk/>
            <pc:sldMk cId="3954531920" sldId="605"/>
            <ac:spMk id="5" creationId="{66AED05D-FC2E-0E79-DE78-FC6A49C838C4}"/>
          </ac:spMkLst>
        </pc:spChg>
        <pc:spChg chg="mod">
          <ac:chgData name="Guttorm Schjelderup" userId="e0ac67c0-b505-4405-ab95-266cbfcd4586" providerId="ADAL" clId="{495AF721-4E66-5624-A6F1-D11890231467}" dt="2026-08-21T13:46:50.984" v="3633" actId="1076"/>
          <ac:spMkLst>
            <pc:docMk/>
            <pc:sldMk cId="3954531920" sldId="605"/>
            <ac:spMk id="6" creationId="{83F5F96C-C0C5-4887-8F60-B68A2D995547}"/>
          </ac:spMkLst>
        </pc:spChg>
        <pc:spChg chg="mod">
          <ac:chgData name="Guttorm Schjelderup" userId="e0ac67c0-b505-4405-ab95-266cbfcd4586" providerId="ADAL" clId="{495AF721-4E66-5624-A6F1-D11890231467}" dt="2026-08-21T13:46:58.741" v="3634" actId="1076"/>
          <ac:spMkLst>
            <pc:docMk/>
            <pc:sldMk cId="3954531920" sldId="605"/>
            <ac:spMk id="7" creationId="{66EA79DC-3E88-96EA-5F6F-D0E5212A079A}"/>
          </ac:spMkLst>
        </pc:spChg>
        <pc:spChg chg="mod">
          <ac:chgData name="Guttorm Schjelderup" userId="e0ac67c0-b505-4405-ab95-266cbfcd4586" providerId="ADAL" clId="{495AF721-4E66-5624-A6F1-D11890231467}" dt="2026-08-21T13:46:26.455" v="3625" actId="1076"/>
          <ac:spMkLst>
            <pc:docMk/>
            <pc:sldMk cId="3954531920" sldId="605"/>
            <ac:spMk id="8" creationId="{F48152BB-37C9-4E44-5322-6F48E4C7E653}"/>
          </ac:spMkLst>
        </pc:spChg>
        <pc:spChg chg="mod">
          <ac:chgData name="Guttorm Schjelderup" userId="e0ac67c0-b505-4405-ab95-266cbfcd4586" providerId="ADAL" clId="{495AF721-4E66-5624-A6F1-D11890231467}" dt="2026-08-21T13:46:33.712" v="3627" actId="1076"/>
          <ac:spMkLst>
            <pc:docMk/>
            <pc:sldMk cId="3954531920" sldId="605"/>
            <ac:spMk id="9" creationId="{8A68FE10-1709-F7E5-28DD-7BBF59D3A6CF}"/>
          </ac:spMkLst>
        </pc:spChg>
        <pc:spChg chg="mod">
          <ac:chgData name="Guttorm Schjelderup" userId="e0ac67c0-b505-4405-ab95-266cbfcd4586" providerId="ADAL" clId="{495AF721-4E66-5624-A6F1-D11890231467}" dt="2026-08-21T13:46:30.626" v="3626" actId="1076"/>
          <ac:spMkLst>
            <pc:docMk/>
            <pc:sldMk cId="3954531920" sldId="605"/>
            <ac:spMk id="10" creationId="{F5199CFB-603A-464A-95BE-7CE76DE1FCD2}"/>
          </ac:spMkLst>
        </pc:spChg>
        <pc:spChg chg="mod">
          <ac:chgData name="Guttorm Schjelderup" userId="e0ac67c0-b505-4405-ab95-266cbfcd4586" providerId="ADAL" clId="{495AF721-4E66-5624-A6F1-D11890231467}" dt="2026-08-21T13:47:26.222" v="3639" actId="403"/>
          <ac:spMkLst>
            <pc:docMk/>
            <pc:sldMk cId="3954531920" sldId="605"/>
            <ac:spMk id="12" creationId="{F10462FE-A14E-C930-8579-BD17ACE2F566}"/>
          </ac:spMkLst>
        </pc:spChg>
      </pc:sldChg>
      <pc:sldChg chg="modSp mod modAnim">
        <pc:chgData name="Guttorm Schjelderup" userId="e0ac67c0-b505-4405-ab95-266cbfcd4586" providerId="ADAL" clId="{495AF721-4E66-5624-A6F1-D11890231467}" dt="2026-08-26T07:15:05.111" v="5963"/>
        <pc:sldMkLst>
          <pc:docMk/>
          <pc:sldMk cId="3881502701" sldId="608"/>
        </pc:sldMkLst>
        <pc:spChg chg="mod">
          <ac:chgData name="Guttorm Schjelderup" userId="e0ac67c0-b505-4405-ab95-266cbfcd4586" providerId="ADAL" clId="{495AF721-4E66-5624-A6F1-D11890231467}" dt="2026-08-14T09:30:33.613" v="1081" actId="20577"/>
          <ac:spMkLst>
            <pc:docMk/>
            <pc:sldMk cId="3881502701" sldId="608"/>
            <ac:spMk id="3" creationId="{7A0F4CC1-185A-14CC-0377-FC24C26A96B9}"/>
          </ac:spMkLst>
        </pc:spChg>
      </pc:sldChg>
      <pc:sldChg chg="modSp mod modAnim">
        <pc:chgData name="Guttorm Schjelderup" userId="e0ac67c0-b505-4405-ab95-266cbfcd4586" providerId="ADAL" clId="{495AF721-4E66-5624-A6F1-D11890231467}" dt="2026-08-22T10:59:09.228" v="3645" actId="5793"/>
        <pc:sldMkLst>
          <pc:docMk/>
          <pc:sldMk cId="1652199228" sldId="609"/>
        </pc:sldMkLst>
        <pc:spChg chg="mod">
          <ac:chgData name="Guttorm Schjelderup" userId="e0ac67c0-b505-4405-ab95-266cbfcd4586" providerId="ADAL" clId="{495AF721-4E66-5624-A6F1-D11890231467}" dt="2026-08-21T11:01:21.094" v="1518" actId="113"/>
          <ac:spMkLst>
            <pc:docMk/>
            <pc:sldMk cId="1652199228" sldId="609"/>
            <ac:spMk id="2" creationId="{D1675CDC-13F7-ECD1-BEB2-9BAB97D51F46}"/>
          </ac:spMkLst>
        </pc:spChg>
        <pc:spChg chg="mod">
          <ac:chgData name="Guttorm Schjelderup" userId="e0ac67c0-b505-4405-ab95-266cbfcd4586" providerId="ADAL" clId="{495AF721-4E66-5624-A6F1-D11890231467}" dt="2026-08-22T10:59:09.228" v="3645" actId="5793"/>
          <ac:spMkLst>
            <pc:docMk/>
            <pc:sldMk cId="1652199228" sldId="609"/>
            <ac:spMk id="3" creationId="{98372B73-3562-02E9-7CDE-0C916228D925}"/>
          </ac:spMkLst>
        </pc:spChg>
      </pc:sldChg>
      <pc:sldChg chg="addSp modSp mod setBg">
        <pc:chgData name="Guttorm Schjelderup" userId="e0ac67c0-b505-4405-ab95-266cbfcd4586" providerId="ADAL" clId="{495AF721-4E66-5624-A6F1-D11890231467}" dt="2026-08-22T11:14:00.196" v="4027" actId="1076"/>
        <pc:sldMkLst>
          <pc:docMk/>
          <pc:sldMk cId="3604477206" sldId="612"/>
        </pc:sldMkLst>
        <pc:spChg chg="mod">
          <ac:chgData name="Guttorm Schjelderup" userId="e0ac67c0-b505-4405-ab95-266cbfcd4586" providerId="ADAL" clId="{495AF721-4E66-5624-A6F1-D11890231467}" dt="2026-08-22T11:14:00.196" v="4027" actId="1076"/>
          <ac:spMkLst>
            <pc:docMk/>
            <pc:sldMk cId="3604477206" sldId="612"/>
            <ac:spMk id="2" creationId="{954514C0-92C1-0A37-6C2D-35FF0D31C7EE}"/>
          </ac:spMkLst>
        </pc:spChg>
        <pc:spChg chg="mod">
          <ac:chgData name="Guttorm Schjelderup" userId="e0ac67c0-b505-4405-ab95-266cbfcd4586" providerId="ADAL" clId="{495AF721-4E66-5624-A6F1-D11890231467}" dt="2026-08-22T11:13:26.927" v="4024" actId="20577"/>
          <ac:spMkLst>
            <pc:docMk/>
            <pc:sldMk cId="3604477206" sldId="612"/>
            <ac:spMk id="3" creationId="{838F982F-14B5-0370-91E7-DFE331241751}"/>
          </ac:spMkLst>
        </pc:spChg>
        <pc:spChg chg="mod">
          <ac:chgData name="Guttorm Schjelderup" userId="e0ac67c0-b505-4405-ab95-266cbfcd4586" providerId="ADAL" clId="{495AF721-4E66-5624-A6F1-D11890231467}" dt="2026-08-21T13:30:33.277" v="3339" actId="26606"/>
          <ac:spMkLst>
            <pc:docMk/>
            <pc:sldMk cId="3604477206" sldId="612"/>
            <ac:spMk id="4" creationId="{EFD289EF-D4AE-63A0-24B5-8F086273383A}"/>
          </ac:spMkLst>
        </pc:spChg>
        <pc:spChg chg="add">
          <ac:chgData name="Guttorm Schjelderup" userId="e0ac67c0-b505-4405-ab95-266cbfcd4586" providerId="ADAL" clId="{495AF721-4E66-5624-A6F1-D11890231467}" dt="2026-08-21T13:30:33.277" v="3339" actId="26606"/>
          <ac:spMkLst>
            <pc:docMk/>
            <pc:sldMk cId="3604477206" sldId="612"/>
            <ac:spMk id="9" creationId="{081EA652-8C6A-4E69-BEB9-170809474553}"/>
          </ac:spMkLst>
        </pc:spChg>
        <pc:spChg chg="add">
          <ac:chgData name="Guttorm Schjelderup" userId="e0ac67c0-b505-4405-ab95-266cbfcd4586" providerId="ADAL" clId="{495AF721-4E66-5624-A6F1-D11890231467}" dt="2026-08-21T13:30:33.277" v="3339" actId="26606"/>
          <ac:spMkLst>
            <pc:docMk/>
            <pc:sldMk cId="3604477206" sldId="612"/>
            <ac:spMk id="11" creationId="{5298780A-33B9-4EA2-8F67-DE68AD62841B}"/>
          </ac:spMkLst>
        </pc:spChg>
        <pc:spChg chg="add">
          <ac:chgData name="Guttorm Schjelderup" userId="e0ac67c0-b505-4405-ab95-266cbfcd4586" providerId="ADAL" clId="{495AF721-4E66-5624-A6F1-D11890231467}" dt="2026-08-21T13:30:33.277" v="3339" actId="26606"/>
          <ac:spMkLst>
            <pc:docMk/>
            <pc:sldMk cId="3604477206" sldId="612"/>
            <ac:spMk id="13" creationId="{7F488E8B-4E1E-4402-8935-D4E6C02615C7}"/>
          </ac:spMkLst>
        </pc:spChg>
        <pc:cxnChg chg="add">
          <ac:chgData name="Guttorm Schjelderup" userId="e0ac67c0-b505-4405-ab95-266cbfcd4586" providerId="ADAL" clId="{495AF721-4E66-5624-A6F1-D11890231467}" dt="2026-08-21T13:30:33.277" v="3339" actId="26606"/>
          <ac:cxnSpMkLst>
            <pc:docMk/>
            <pc:sldMk cId="3604477206" sldId="612"/>
            <ac:cxnSpMk id="15" creationId="{23AAC9B5-8015-485C-ACF9-A750390E9A56}"/>
          </ac:cxnSpMkLst>
        </pc:cxnChg>
      </pc:sldChg>
      <pc:sldChg chg="addSp modSp mod modAnim">
        <pc:chgData name="Guttorm Schjelderup" userId="e0ac67c0-b505-4405-ab95-266cbfcd4586" providerId="ADAL" clId="{495AF721-4E66-5624-A6F1-D11890231467}" dt="2026-08-22T11:04:23.221" v="3828" actId="20577"/>
        <pc:sldMkLst>
          <pc:docMk/>
          <pc:sldMk cId="433889352" sldId="613"/>
        </pc:sldMkLst>
        <pc:spChg chg="add mod">
          <ac:chgData name="Guttorm Schjelderup" userId="e0ac67c0-b505-4405-ab95-266cbfcd4586" providerId="ADAL" clId="{495AF721-4E66-5624-A6F1-D11890231467}" dt="2026-08-22T11:04:23.221" v="3828" actId="20577"/>
          <ac:spMkLst>
            <pc:docMk/>
            <pc:sldMk cId="433889352" sldId="613"/>
            <ac:spMk id="5" creationId="{C784509B-D945-5386-886A-1710CDD8A562}"/>
          </ac:spMkLst>
        </pc:spChg>
        <pc:graphicFrameChg chg="mod modGraphic">
          <ac:chgData name="Guttorm Schjelderup" userId="e0ac67c0-b505-4405-ab95-266cbfcd4586" providerId="ADAL" clId="{495AF721-4E66-5624-A6F1-D11890231467}" dt="2026-08-22T11:03:53.066" v="3807" actId="255"/>
          <ac:graphicFrameMkLst>
            <pc:docMk/>
            <pc:sldMk cId="433889352" sldId="613"/>
            <ac:graphicFrameMk id="3" creationId="{EE290EA6-B295-3E74-C57F-5260FA9B488D}"/>
          </ac:graphicFrameMkLst>
        </pc:graphicFrameChg>
      </pc:sldChg>
      <pc:sldChg chg="modSp mod modAnim">
        <pc:chgData name="Guttorm Schjelderup" userId="e0ac67c0-b505-4405-ab95-266cbfcd4586" providerId="ADAL" clId="{495AF721-4E66-5624-A6F1-D11890231467}" dt="2026-08-21T13:17:24.660" v="2803" actId="2711"/>
        <pc:sldMkLst>
          <pc:docMk/>
          <pc:sldMk cId="2720242834" sldId="614"/>
        </pc:sldMkLst>
        <pc:spChg chg="mod">
          <ac:chgData name="Guttorm Schjelderup" userId="e0ac67c0-b505-4405-ab95-266cbfcd4586" providerId="ADAL" clId="{495AF721-4E66-5624-A6F1-D11890231467}" dt="2026-08-21T13:17:24.660" v="2803" actId="2711"/>
          <ac:spMkLst>
            <pc:docMk/>
            <pc:sldMk cId="2720242834" sldId="614"/>
            <ac:spMk id="2" creationId="{BDCAE3AD-8276-CC42-5CB2-F7041EC78997}"/>
          </ac:spMkLst>
        </pc:spChg>
        <pc:spChg chg="mod">
          <ac:chgData name="Guttorm Schjelderup" userId="e0ac67c0-b505-4405-ab95-266cbfcd4586" providerId="ADAL" clId="{495AF721-4E66-5624-A6F1-D11890231467}" dt="2026-08-21T13:08:16.241" v="2529" actId="20577"/>
          <ac:spMkLst>
            <pc:docMk/>
            <pc:sldMk cId="2720242834" sldId="614"/>
            <ac:spMk id="3" creationId="{D25FD56A-7144-D646-BB44-3788EAD18F2D}"/>
          </ac:spMkLst>
        </pc:spChg>
        <pc:spChg chg="mod">
          <ac:chgData name="Guttorm Schjelderup" userId="e0ac67c0-b505-4405-ab95-266cbfcd4586" providerId="ADAL" clId="{495AF721-4E66-5624-A6F1-D11890231467}" dt="2026-08-14T08:45:19.333" v="317" actId="790"/>
          <ac:spMkLst>
            <pc:docMk/>
            <pc:sldMk cId="2720242834" sldId="614"/>
            <ac:spMk id="4" creationId="{291FE761-332E-B7A9-4CBE-1F1C1678D22E}"/>
          </ac:spMkLst>
        </pc:spChg>
      </pc:sldChg>
      <pc:sldChg chg="modSp mod">
        <pc:chgData name="Guttorm Schjelderup" userId="e0ac67c0-b505-4405-ab95-266cbfcd4586" providerId="ADAL" clId="{495AF721-4E66-5624-A6F1-D11890231467}" dt="2026-08-26T07:14:14.474" v="5957" actId="207"/>
        <pc:sldMkLst>
          <pc:docMk/>
          <pc:sldMk cId="1932040683" sldId="615"/>
        </pc:sldMkLst>
        <pc:spChg chg="mod">
          <ac:chgData name="Guttorm Schjelderup" userId="e0ac67c0-b505-4405-ab95-266cbfcd4586" providerId="ADAL" clId="{495AF721-4E66-5624-A6F1-D11890231467}" dt="2026-08-26T07:14:14.474" v="5957" actId="207"/>
          <ac:spMkLst>
            <pc:docMk/>
            <pc:sldMk cId="1932040683" sldId="615"/>
            <ac:spMk id="3" creationId="{6C1C5BE7-569A-91B1-C91A-99874BE826AF}"/>
          </ac:spMkLst>
        </pc:spChg>
      </pc:sldChg>
      <pc:sldChg chg="modSp new mod modAnim">
        <pc:chgData name="Guttorm Schjelderup" userId="e0ac67c0-b505-4405-ab95-266cbfcd4586" providerId="ADAL" clId="{495AF721-4E66-5624-A6F1-D11890231467}" dt="2026-08-22T11:09:04.337" v="3878" actId="20577"/>
        <pc:sldMkLst>
          <pc:docMk/>
          <pc:sldMk cId="670258481" sldId="617"/>
        </pc:sldMkLst>
        <pc:spChg chg="mod">
          <ac:chgData name="Guttorm Schjelderup" userId="e0ac67c0-b505-4405-ab95-266cbfcd4586" providerId="ADAL" clId="{495AF721-4E66-5624-A6F1-D11890231467}" dt="2026-08-21T13:08:41.558" v="2532" actId="403"/>
          <ac:spMkLst>
            <pc:docMk/>
            <pc:sldMk cId="670258481" sldId="617"/>
            <ac:spMk id="2" creationId="{DD3F1724-33AC-CBA9-4C3E-A393B9A214C9}"/>
          </ac:spMkLst>
        </pc:spChg>
        <pc:spChg chg="mod">
          <ac:chgData name="Guttorm Schjelderup" userId="e0ac67c0-b505-4405-ab95-266cbfcd4586" providerId="ADAL" clId="{495AF721-4E66-5624-A6F1-D11890231467}" dt="2026-08-22T11:09:04.337" v="3878" actId="20577"/>
          <ac:spMkLst>
            <pc:docMk/>
            <pc:sldMk cId="670258481" sldId="617"/>
            <ac:spMk id="3" creationId="{05D5CCCB-FCA1-1B9A-ED47-BE9A7D469B69}"/>
          </ac:spMkLst>
        </pc:spChg>
        <pc:spChg chg="mod">
          <ac:chgData name="Guttorm Schjelderup" userId="e0ac67c0-b505-4405-ab95-266cbfcd4586" providerId="ADAL" clId="{495AF721-4E66-5624-A6F1-D11890231467}" dt="2026-08-14T08:53:46.429" v="595" actId="790"/>
          <ac:spMkLst>
            <pc:docMk/>
            <pc:sldMk cId="670258481" sldId="617"/>
            <ac:spMk id="4" creationId="{DD0FFEE4-0574-7115-6618-A5360BE4B876}"/>
          </ac:spMkLst>
        </pc:spChg>
      </pc:sldChg>
      <pc:sldChg chg="addSp delSp modSp new mod">
        <pc:chgData name="Guttorm Schjelderup" userId="e0ac67c0-b505-4405-ab95-266cbfcd4586" providerId="ADAL" clId="{495AF721-4E66-5624-A6F1-D11890231467}" dt="2026-08-22T11:09:34.982" v="3921" actId="20577"/>
        <pc:sldMkLst>
          <pc:docMk/>
          <pc:sldMk cId="1840381649" sldId="618"/>
        </pc:sldMkLst>
        <pc:spChg chg="mod">
          <ac:chgData name="Guttorm Schjelderup" userId="e0ac67c0-b505-4405-ab95-266cbfcd4586" providerId="ADAL" clId="{495AF721-4E66-5624-A6F1-D11890231467}" dt="2026-08-14T09:03:44.305" v="768" actId="14100"/>
          <ac:spMkLst>
            <pc:docMk/>
            <pc:sldMk cId="1840381649" sldId="618"/>
            <ac:spMk id="2" creationId="{6D54DFA8-71CD-F9FC-34F6-A7DDA91BE04F}"/>
          </ac:spMkLst>
        </pc:spChg>
        <pc:spChg chg="mod">
          <ac:chgData name="Guttorm Schjelderup" userId="e0ac67c0-b505-4405-ab95-266cbfcd4586" providerId="ADAL" clId="{495AF721-4E66-5624-A6F1-D11890231467}" dt="2026-08-22T11:09:34.982" v="3921" actId="20577"/>
          <ac:spMkLst>
            <pc:docMk/>
            <pc:sldMk cId="1840381649" sldId="618"/>
            <ac:spMk id="3" creationId="{366E06AE-BE74-228D-4FD1-423929C1A4FA}"/>
          </ac:spMkLst>
        </pc:spChg>
        <pc:spChg chg="mod">
          <ac:chgData name="Guttorm Schjelderup" userId="e0ac67c0-b505-4405-ab95-266cbfcd4586" providerId="ADAL" clId="{495AF721-4E66-5624-A6F1-D11890231467}" dt="2026-08-14T08:50:11.941" v="415" actId="790"/>
          <ac:spMkLst>
            <pc:docMk/>
            <pc:sldMk cId="1840381649" sldId="618"/>
            <ac:spMk id="4" creationId="{3B77838C-D529-87E0-3F76-F24A28098C11}"/>
          </ac:spMkLst>
        </pc:spChg>
      </pc:sldChg>
      <pc:sldChg chg="modSp new mod modAnim">
        <pc:chgData name="Guttorm Schjelderup" userId="e0ac67c0-b505-4405-ab95-266cbfcd4586" providerId="ADAL" clId="{495AF721-4E66-5624-A6F1-D11890231467}" dt="2026-08-21T13:18:35.427" v="2894"/>
        <pc:sldMkLst>
          <pc:docMk/>
          <pc:sldMk cId="534346214" sldId="619"/>
        </pc:sldMkLst>
        <pc:spChg chg="mod">
          <ac:chgData name="Guttorm Schjelderup" userId="e0ac67c0-b505-4405-ab95-266cbfcd4586" providerId="ADAL" clId="{495AF721-4E66-5624-A6F1-D11890231467}" dt="2026-08-14T08:58:49.866" v="701" actId="790"/>
          <ac:spMkLst>
            <pc:docMk/>
            <pc:sldMk cId="534346214" sldId="619"/>
            <ac:spMk id="2" creationId="{5C3AED12-1DE3-02BF-0454-DC7A421C9326}"/>
          </ac:spMkLst>
        </pc:spChg>
        <pc:spChg chg="mod">
          <ac:chgData name="Guttorm Schjelderup" userId="e0ac67c0-b505-4405-ab95-266cbfcd4586" providerId="ADAL" clId="{495AF721-4E66-5624-A6F1-D11890231467}" dt="2026-08-21T13:18:28.006" v="2893" actId="20577"/>
          <ac:spMkLst>
            <pc:docMk/>
            <pc:sldMk cId="534346214" sldId="619"/>
            <ac:spMk id="3" creationId="{96C8943B-7961-F5D8-2EC2-8475C6D1AD00}"/>
          </ac:spMkLst>
        </pc:spChg>
        <pc:spChg chg="mod">
          <ac:chgData name="Guttorm Schjelderup" userId="e0ac67c0-b505-4405-ab95-266cbfcd4586" providerId="ADAL" clId="{495AF721-4E66-5624-A6F1-D11890231467}" dt="2026-08-14T08:58:49.866" v="701" actId="790"/>
          <ac:spMkLst>
            <pc:docMk/>
            <pc:sldMk cId="534346214" sldId="619"/>
            <ac:spMk id="4" creationId="{8E1E89D3-F08D-6F4E-A3E9-600E80E55B44}"/>
          </ac:spMkLst>
        </pc:spChg>
      </pc:sldChg>
      <pc:sldChg chg="modSp new mod">
        <pc:chgData name="Guttorm Schjelderup" userId="e0ac67c0-b505-4405-ab95-266cbfcd4586" providerId="ADAL" clId="{495AF721-4E66-5624-A6F1-D11890231467}" dt="2026-08-26T07:16:43.374" v="5981" actId="313"/>
        <pc:sldMkLst>
          <pc:docMk/>
          <pc:sldMk cId="2209776538" sldId="620"/>
        </pc:sldMkLst>
        <pc:spChg chg="mod">
          <ac:chgData name="Guttorm Schjelderup" userId="e0ac67c0-b505-4405-ab95-266cbfcd4586" providerId="ADAL" clId="{495AF721-4E66-5624-A6F1-D11890231467}" dt="2026-08-14T09:39:46.020" v="1294" actId="14100"/>
          <ac:spMkLst>
            <pc:docMk/>
            <pc:sldMk cId="2209776538" sldId="620"/>
            <ac:spMk id="2" creationId="{597D7E62-71BF-7772-273A-B2025FC099DF}"/>
          </ac:spMkLst>
        </pc:spChg>
        <pc:spChg chg="mod">
          <ac:chgData name="Guttorm Schjelderup" userId="e0ac67c0-b505-4405-ab95-266cbfcd4586" providerId="ADAL" clId="{495AF721-4E66-5624-A6F1-D11890231467}" dt="2026-08-26T07:16:43.374" v="5981" actId="313"/>
          <ac:spMkLst>
            <pc:docMk/>
            <pc:sldMk cId="2209776538" sldId="620"/>
            <ac:spMk id="3" creationId="{9521CDF4-BEC5-9A90-B5FF-7E707A7598E9}"/>
          </ac:spMkLst>
        </pc:spChg>
        <pc:spChg chg="mod">
          <ac:chgData name="Guttorm Schjelderup" userId="e0ac67c0-b505-4405-ab95-266cbfcd4586" providerId="ADAL" clId="{495AF721-4E66-5624-A6F1-D11890231467}" dt="2026-08-14T09:39:31.741" v="1291" actId="790"/>
          <ac:spMkLst>
            <pc:docMk/>
            <pc:sldMk cId="2209776538" sldId="620"/>
            <ac:spMk id="4" creationId="{3474FE77-C221-6F10-A4E1-76D1166BD6AC}"/>
          </ac:spMkLst>
        </pc:spChg>
      </pc:sldChg>
      <pc:sldChg chg="modSp new mod modAnim">
        <pc:chgData name="Guttorm Schjelderup" userId="e0ac67c0-b505-4405-ab95-266cbfcd4586" providerId="ADAL" clId="{495AF721-4E66-5624-A6F1-D11890231467}" dt="2026-08-22T11:00:21.972" v="3721" actId="20577"/>
        <pc:sldMkLst>
          <pc:docMk/>
          <pc:sldMk cId="3999442195" sldId="621"/>
        </pc:sldMkLst>
        <pc:spChg chg="mod">
          <ac:chgData name="Guttorm Schjelderup" userId="e0ac67c0-b505-4405-ab95-266cbfcd4586" providerId="ADAL" clId="{495AF721-4E66-5624-A6F1-D11890231467}" dt="2026-08-21T12:38:01.182" v="2400" actId="20577"/>
          <ac:spMkLst>
            <pc:docMk/>
            <pc:sldMk cId="3999442195" sldId="621"/>
            <ac:spMk id="2" creationId="{CAC9A754-9477-A00E-9685-875E92DD345A}"/>
          </ac:spMkLst>
        </pc:spChg>
        <pc:spChg chg="mod">
          <ac:chgData name="Guttorm Schjelderup" userId="e0ac67c0-b505-4405-ab95-266cbfcd4586" providerId="ADAL" clId="{495AF721-4E66-5624-A6F1-D11890231467}" dt="2026-08-22T11:00:21.972" v="3721" actId="20577"/>
          <ac:spMkLst>
            <pc:docMk/>
            <pc:sldMk cId="3999442195" sldId="621"/>
            <ac:spMk id="3" creationId="{2A649561-DA6A-B1DA-66F4-731D82C67E4F}"/>
          </ac:spMkLst>
        </pc:spChg>
        <pc:spChg chg="mod">
          <ac:chgData name="Guttorm Schjelderup" userId="e0ac67c0-b505-4405-ab95-266cbfcd4586" providerId="ADAL" clId="{495AF721-4E66-5624-A6F1-D11890231467}" dt="2026-08-21T12:32:33.529" v="1931" actId="790"/>
          <ac:spMkLst>
            <pc:docMk/>
            <pc:sldMk cId="3999442195" sldId="621"/>
            <ac:spMk id="4" creationId="{1A8C043A-6378-2E41-C0A5-B1E9E7915391}"/>
          </ac:spMkLst>
        </pc:spChg>
      </pc:sldChg>
      <pc:sldChg chg="addSp delSp modSp add del mod setBg">
        <pc:chgData name="Guttorm Schjelderup" userId="e0ac67c0-b505-4405-ab95-266cbfcd4586" providerId="ADAL" clId="{495AF721-4E66-5624-A6F1-D11890231467}" dt="2026-08-21T13:06:44.257" v="2499" actId="403"/>
        <pc:sldMkLst>
          <pc:docMk/>
          <pc:sldMk cId="0" sldId="622"/>
        </pc:sldMkLst>
        <pc:spChg chg="add del">
          <ac:chgData name="Guttorm Schjelderup" userId="e0ac67c0-b505-4405-ab95-266cbfcd4586" providerId="ADAL" clId="{495AF721-4E66-5624-A6F1-D11890231467}" dt="2026-08-21T13:06:44.058" v="2498" actId="478"/>
          <ac:spMkLst>
            <pc:docMk/>
            <pc:sldMk cId="0" sldId="622"/>
            <ac:spMk id="4" creationId="{00000000-0000-0000-0000-000000000000}"/>
          </ac:spMkLst>
        </pc:spChg>
        <pc:spChg chg="add del">
          <ac:chgData name="Guttorm Schjelderup" userId="e0ac67c0-b505-4405-ab95-266cbfcd4586" providerId="ADAL" clId="{495AF721-4E66-5624-A6F1-D11890231467}" dt="2026-08-21T13:06:43.617" v="2496" actId="478"/>
          <ac:spMkLst>
            <pc:docMk/>
            <pc:sldMk cId="0" sldId="622"/>
            <ac:spMk id="5" creationId="{00000000-0000-0000-0000-000000000000}"/>
          </ac:spMkLst>
        </pc:spChg>
        <pc:spChg chg="add del">
          <ac:chgData name="Guttorm Schjelderup" userId="e0ac67c0-b505-4405-ab95-266cbfcd4586" providerId="ADAL" clId="{495AF721-4E66-5624-A6F1-D11890231467}" dt="2026-08-21T13:06:43.289" v="2495" actId="478"/>
          <ac:spMkLst>
            <pc:docMk/>
            <pc:sldMk cId="0" sldId="622"/>
            <ac:spMk id="9" creationId="{00000000-0000-0000-0000-000000000000}"/>
          </ac:spMkLst>
        </pc:spChg>
        <pc:spChg chg="add del">
          <ac:chgData name="Guttorm Schjelderup" userId="e0ac67c0-b505-4405-ab95-266cbfcd4586" providerId="ADAL" clId="{495AF721-4E66-5624-A6F1-D11890231467}" dt="2026-08-21T13:06:43.843" v="2497" actId="478"/>
          <ac:spMkLst>
            <pc:docMk/>
            <pc:sldMk cId="0" sldId="622"/>
            <ac:spMk id="10" creationId="{00000000-0000-0000-0000-000000000000}"/>
          </ac:spMkLst>
        </pc:spChg>
        <pc:graphicFrameChg chg="modGraphic">
          <ac:chgData name="Guttorm Schjelderup" userId="e0ac67c0-b505-4405-ab95-266cbfcd4586" providerId="ADAL" clId="{495AF721-4E66-5624-A6F1-D11890231467}" dt="2026-08-21T13:06:44.257" v="2499" actId="403"/>
          <ac:graphicFrameMkLst>
            <pc:docMk/>
            <pc:sldMk cId="0" sldId="622"/>
            <ac:graphicFrameMk id="19" creationId="{00000000-0000-0000-0000-000000000000}"/>
          </ac:graphicFrameMkLst>
        </pc:graphicFrameChg>
      </pc:sldChg>
      <pc:sldChg chg="delSp modSp add mod setBg">
        <pc:chgData name="Guttorm Schjelderup" userId="e0ac67c0-b505-4405-ab95-266cbfcd4586" providerId="ADAL" clId="{495AF721-4E66-5624-A6F1-D11890231467}" dt="2026-08-26T06:16:40.704" v="5329" actId="478"/>
        <pc:sldMkLst>
          <pc:docMk/>
          <pc:sldMk cId="0" sldId="623"/>
        </pc:sldMkLst>
        <pc:spChg chg="mod">
          <ac:chgData name="Guttorm Schjelderup" userId="e0ac67c0-b505-4405-ab95-266cbfcd4586" providerId="ADAL" clId="{495AF721-4E66-5624-A6F1-D11890231467}" dt="2026-08-26T06:15:36.773" v="5302" actId="403"/>
          <ac:spMkLst>
            <pc:docMk/>
            <pc:sldMk cId="0" sldId="623"/>
            <ac:spMk id="11" creationId="{00000000-0000-0000-0000-000000000000}"/>
          </ac:spMkLst>
        </pc:spChg>
        <pc:spChg chg="mod">
          <ac:chgData name="Guttorm Schjelderup" userId="e0ac67c0-b505-4405-ab95-266cbfcd4586" providerId="ADAL" clId="{495AF721-4E66-5624-A6F1-D11890231467}" dt="2026-08-26T06:16:26.092" v="5328" actId="20577"/>
          <ac:spMkLst>
            <pc:docMk/>
            <pc:sldMk cId="0" sldId="623"/>
            <ac:spMk id="20" creationId="{00000000-0000-0000-0000-000000000000}"/>
          </ac:spMkLst>
        </pc:spChg>
        <pc:spChg chg="del">
          <ac:chgData name="Guttorm Schjelderup" userId="e0ac67c0-b505-4405-ab95-266cbfcd4586" providerId="ADAL" clId="{495AF721-4E66-5624-A6F1-D11890231467}" dt="2026-08-26T06:15:04.178" v="5265" actId="478"/>
          <ac:spMkLst>
            <pc:docMk/>
            <pc:sldMk cId="0" sldId="623"/>
            <ac:spMk id="21" creationId="{00000000-0000-0000-0000-000000000000}"/>
          </ac:spMkLst>
        </pc:spChg>
        <pc:spChg chg="del">
          <ac:chgData name="Guttorm Schjelderup" userId="e0ac67c0-b505-4405-ab95-266cbfcd4586" providerId="ADAL" clId="{495AF721-4E66-5624-A6F1-D11890231467}" dt="2026-08-26T06:16:40.704" v="5329" actId="478"/>
          <ac:spMkLst>
            <pc:docMk/>
            <pc:sldMk cId="0" sldId="623"/>
            <ac:spMk id="22" creationId="{00000000-0000-0000-0000-000000000000}"/>
          </ac:spMkLst>
        </pc:spChg>
      </pc:sldChg>
      <pc:sldChg chg="modSp new del mod">
        <pc:chgData name="Guttorm Schjelderup" userId="e0ac67c0-b505-4405-ab95-266cbfcd4586" providerId="ADAL" clId="{495AF721-4E66-5624-A6F1-D11890231467}" dt="2026-08-26T06:20:01.930" v="5349" actId="2696"/>
        <pc:sldMkLst>
          <pc:docMk/>
          <pc:sldMk cId="385192344" sldId="624"/>
        </pc:sldMkLst>
        <pc:spChg chg="mod">
          <ac:chgData name="Guttorm Schjelderup" userId="e0ac67c0-b505-4405-ab95-266cbfcd4586" providerId="ADAL" clId="{495AF721-4E66-5624-A6F1-D11890231467}" dt="2026-08-26T06:19:27.813" v="5348" actId="20577"/>
          <ac:spMkLst>
            <pc:docMk/>
            <pc:sldMk cId="385192344" sldId="624"/>
            <ac:spMk id="3" creationId="{73BD70CB-D1F3-9126-2335-71EBBB4591BE}"/>
          </ac:spMkLst>
        </pc:spChg>
      </pc:sldChg>
      <pc:sldChg chg="delSp modSp add del mod setBg">
        <pc:chgData name="Guttorm Schjelderup" userId="e0ac67c0-b505-4405-ab95-266cbfcd4586" providerId="ADAL" clId="{495AF721-4E66-5624-A6F1-D11890231467}" dt="2026-08-26T06:51:39.471" v="5648" actId="2696"/>
        <pc:sldMkLst>
          <pc:docMk/>
          <pc:sldMk cId="0" sldId="625"/>
        </pc:sldMkLst>
        <pc:spChg chg="mod">
          <ac:chgData name="Guttorm Schjelderup" userId="e0ac67c0-b505-4405-ab95-266cbfcd4586" providerId="ADAL" clId="{495AF721-4E66-5624-A6F1-D11890231467}" dt="2026-08-26T06:50:13.238" v="5644" actId="20577"/>
          <ac:spMkLst>
            <pc:docMk/>
            <pc:sldMk cId="0" sldId="625"/>
            <ac:spMk id="5" creationId="{00000000-0000-0000-0000-000000000000}"/>
          </ac:spMkLst>
        </pc:spChg>
        <pc:spChg chg="del">
          <ac:chgData name="Guttorm Schjelderup" userId="e0ac67c0-b505-4405-ab95-266cbfcd4586" providerId="ADAL" clId="{495AF721-4E66-5624-A6F1-D11890231467}" dt="2026-08-26T06:50:40.022" v="5645" actId="478"/>
          <ac:spMkLst>
            <pc:docMk/>
            <pc:sldMk cId="0" sldId="625"/>
            <ac:spMk id="10" creationId="{00000000-0000-0000-0000-000000000000}"/>
          </ac:spMkLst>
        </pc:spChg>
      </pc:sldChg>
      <pc:sldChg chg="delSp modSp add mod setBg">
        <pc:chgData name="Guttorm Schjelderup" userId="e0ac67c0-b505-4405-ab95-266cbfcd4586" providerId="ADAL" clId="{495AF721-4E66-5624-A6F1-D11890231467}" dt="2026-08-26T07:40:53.940" v="6197" actId="20577"/>
        <pc:sldMkLst>
          <pc:docMk/>
          <pc:sldMk cId="0" sldId="626"/>
        </pc:sldMkLst>
        <pc:spChg chg="mod">
          <ac:chgData name="Guttorm Schjelderup" userId="e0ac67c0-b505-4405-ab95-266cbfcd4586" providerId="ADAL" clId="{495AF721-4E66-5624-A6F1-D11890231467}" dt="2026-08-26T07:40:53.940" v="6197" actId="20577"/>
          <ac:spMkLst>
            <pc:docMk/>
            <pc:sldMk cId="0" sldId="626"/>
            <ac:spMk id="2" creationId="{00000000-0000-0000-0000-000000000000}"/>
          </ac:spMkLst>
        </pc:spChg>
        <pc:spChg chg="mod">
          <ac:chgData name="Guttorm Schjelderup" userId="e0ac67c0-b505-4405-ab95-266cbfcd4586" providerId="ADAL" clId="{495AF721-4E66-5624-A6F1-D11890231467}" dt="2026-08-21T13:43:02.672" v="3449" actId="20577"/>
          <ac:spMkLst>
            <pc:docMk/>
            <pc:sldMk cId="0" sldId="626"/>
            <ac:spMk id="21" creationId="{00000000-0000-0000-0000-000000000000}"/>
          </ac:spMkLst>
        </pc:spChg>
        <pc:spChg chg="mod">
          <ac:chgData name="Guttorm Schjelderup" userId="e0ac67c0-b505-4405-ab95-266cbfcd4586" providerId="ADAL" clId="{495AF721-4E66-5624-A6F1-D11890231467}" dt="2026-08-26T06:55:34.777" v="5670" actId="20577"/>
          <ac:spMkLst>
            <pc:docMk/>
            <pc:sldMk cId="0" sldId="626"/>
            <ac:spMk id="29" creationId="{00000000-0000-0000-0000-000000000000}"/>
          </ac:spMkLst>
        </pc:spChg>
      </pc:sldChg>
      <pc:sldChg chg="delSp modSp add mod ord setBg">
        <pc:chgData name="Guttorm Schjelderup" userId="e0ac67c0-b505-4405-ab95-266cbfcd4586" providerId="ADAL" clId="{495AF721-4E66-5624-A6F1-D11890231467}" dt="2026-08-26T07:38:04.915" v="6136" actId="13926"/>
        <pc:sldMkLst>
          <pc:docMk/>
          <pc:sldMk cId="0" sldId="627"/>
        </pc:sldMkLst>
        <pc:spChg chg="mod">
          <ac:chgData name="Guttorm Schjelderup" userId="e0ac67c0-b505-4405-ab95-266cbfcd4586" providerId="ADAL" clId="{495AF721-4E66-5624-A6F1-D11890231467}" dt="2026-08-26T07:38:04.915" v="6136" actId="13926"/>
          <ac:spMkLst>
            <pc:docMk/>
            <pc:sldMk cId="0" sldId="627"/>
            <ac:spMk id="2" creationId="{00000000-0000-0000-0000-000000000000}"/>
          </ac:spMkLst>
        </pc:spChg>
      </pc:sldChg>
      <pc:sldChg chg="modSp new mod">
        <pc:chgData name="Guttorm Schjelderup" userId="e0ac67c0-b505-4405-ab95-266cbfcd4586" providerId="ADAL" clId="{495AF721-4E66-5624-A6F1-D11890231467}" dt="2026-08-26T06:51:17.766" v="5647" actId="5793"/>
        <pc:sldMkLst>
          <pc:docMk/>
          <pc:sldMk cId="1952168933" sldId="628"/>
        </pc:sldMkLst>
        <pc:spChg chg="mod">
          <ac:chgData name="Guttorm Schjelderup" userId="e0ac67c0-b505-4405-ab95-266cbfcd4586" providerId="ADAL" clId="{495AF721-4E66-5624-A6F1-D11890231467}" dt="2026-08-22T11:30:26.034" v="4500" actId="790"/>
          <ac:spMkLst>
            <pc:docMk/>
            <pc:sldMk cId="1952168933" sldId="628"/>
            <ac:spMk id="2" creationId="{673DEB69-6768-6071-3D40-70F713ECA8E2}"/>
          </ac:spMkLst>
        </pc:spChg>
        <pc:spChg chg="mod">
          <ac:chgData name="Guttorm Schjelderup" userId="e0ac67c0-b505-4405-ab95-266cbfcd4586" providerId="ADAL" clId="{495AF721-4E66-5624-A6F1-D11890231467}" dt="2026-08-26T06:51:17.766" v="5647" actId="5793"/>
          <ac:spMkLst>
            <pc:docMk/>
            <pc:sldMk cId="1952168933" sldId="628"/>
            <ac:spMk id="3" creationId="{B84ACD9E-803D-6F9A-B1B6-FA9DA07E93CC}"/>
          </ac:spMkLst>
        </pc:spChg>
        <pc:spChg chg="mod">
          <ac:chgData name="Guttorm Schjelderup" userId="e0ac67c0-b505-4405-ab95-266cbfcd4586" providerId="ADAL" clId="{495AF721-4E66-5624-A6F1-D11890231467}" dt="2026-08-22T11:30:26.034" v="4500" actId="790"/>
          <ac:spMkLst>
            <pc:docMk/>
            <pc:sldMk cId="1952168933" sldId="628"/>
            <ac:spMk id="4" creationId="{973F7176-1082-A9F5-75BF-3E8BE57DCCC0}"/>
          </ac:spMkLst>
        </pc:spChg>
      </pc:sldChg>
      <pc:sldChg chg="modSp new mod modAnim">
        <pc:chgData name="Guttorm Schjelderup" userId="e0ac67c0-b505-4405-ab95-266cbfcd4586" providerId="ADAL" clId="{495AF721-4E66-5624-A6F1-D11890231467}" dt="2026-08-26T07:05:48.817" v="5819" actId="20577"/>
        <pc:sldMkLst>
          <pc:docMk/>
          <pc:sldMk cId="1078104136" sldId="629"/>
        </pc:sldMkLst>
        <pc:spChg chg="mod">
          <ac:chgData name="Guttorm Schjelderup" userId="e0ac67c0-b505-4405-ab95-266cbfcd4586" providerId="ADAL" clId="{495AF721-4E66-5624-A6F1-D11890231467}" dt="2026-08-26T07:05:39.108" v="5812" actId="20577"/>
          <ac:spMkLst>
            <pc:docMk/>
            <pc:sldMk cId="1078104136" sldId="629"/>
            <ac:spMk id="2" creationId="{005AA748-9A2A-CF8D-4E78-8247F11CCB5C}"/>
          </ac:spMkLst>
        </pc:spChg>
        <pc:spChg chg="mod">
          <ac:chgData name="Guttorm Schjelderup" userId="e0ac67c0-b505-4405-ab95-266cbfcd4586" providerId="ADAL" clId="{495AF721-4E66-5624-A6F1-D11890231467}" dt="2026-08-26T07:05:48.817" v="5819" actId="20577"/>
          <ac:spMkLst>
            <pc:docMk/>
            <pc:sldMk cId="1078104136" sldId="629"/>
            <ac:spMk id="3" creationId="{F480230C-2C9F-1084-8B18-893011B2492C}"/>
          </ac:spMkLst>
        </pc:spChg>
        <pc:spChg chg="mod">
          <ac:chgData name="Guttorm Schjelderup" userId="e0ac67c0-b505-4405-ab95-266cbfcd4586" providerId="ADAL" clId="{495AF721-4E66-5624-A6F1-D11890231467}" dt="2026-08-22T11:44:57.316" v="4816" actId="790"/>
          <ac:spMkLst>
            <pc:docMk/>
            <pc:sldMk cId="1078104136" sldId="629"/>
            <ac:spMk id="4" creationId="{B83A04B1-0335-6F8A-3559-BA2F028F9885}"/>
          </ac:spMkLst>
        </pc:spChg>
      </pc:sldChg>
      <pc:sldChg chg="new del">
        <pc:chgData name="Guttorm Schjelderup" userId="e0ac67c0-b505-4405-ab95-266cbfcd4586" providerId="ADAL" clId="{495AF721-4E66-5624-A6F1-D11890231467}" dt="2026-08-26T07:07:03.577" v="5821" actId="680"/>
        <pc:sldMkLst>
          <pc:docMk/>
          <pc:sldMk cId="3486541770" sldId="630"/>
        </pc:sldMkLst>
      </pc:sldChg>
      <pc:sldChg chg="modSp new add del mod">
        <pc:chgData name="Guttorm Schjelderup" userId="e0ac67c0-b505-4405-ab95-266cbfcd4586" providerId="ADAL" clId="{495AF721-4E66-5624-A6F1-D11890231467}" dt="2026-08-26T13:26:18.312" v="6198"/>
        <pc:sldMkLst>
          <pc:docMk/>
          <pc:sldMk cId="3756426371" sldId="630"/>
        </pc:sldMkLst>
        <pc:spChg chg="mod">
          <ac:chgData name="Guttorm Schjelderup" userId="e0ac67c0-b505-4405-ab95-266cbfcd4586" providerId="ADAL" clId="{495AF721-4E66-5624-A6F1-D11890231467}" dt="2026-08-26T06:28:42.486" v="5540" actId="790"/>
          <ac:spMkLst>
            <pc:docMk/>
            <pc:sldMk cId="3756426371" sldId="630"/>
            <ac:spMk id="2" creationId="{AEFC4604-DDF6-5A25-8F54-C8C7F90A1571}"/>
          </ac:spMkLst>
        </pc:spChg>
        <pc:spChg chg="mod">
          <ac:chgData name="Guttorm Schjelderup" userId="e0ac67c0-b505-4405-ab95-266cbfcd4586" providerId="ADAL" clId="{495AF721-4E66-5624-A6F1-D11890231467}" dt="2026-08-26T06:28:53.579" v="5542" actId="20577"/>
          <ac:spMkLst>
            <pc:docMk/>
            <pc:sldMk cId="3756426371" sldId="630"/>
            <ac:spMk id="3" creationId="{C1A7B45B-BDEE-DADC-CAE9-1D13430A3770}"/>
          </ac:spMkLst>
        </pc:spChg>
        <pc:spChg chg="mod">
          <ac:chgData name="Guttorm Schjelderup" userId="e0ac67c0-b505-4405-ab95-266cbfcd4586" providerId="ADAL" clId="{495AF721-4E66-5624-A6F1-D11890231467}" dt="2026-08-26T06:28:42.486" v="5540" actId="790"/>
          <ac:spMkLst>
            <pc:docMk/>
            <pc:sldMk cId="3756426371" sldId="630"/>
            <ac:spMk id="4" creationId="{7A536F63-91ED-7B5B-33B0-60C8FA98092E}"/>
          </ac:spMkLst>
        </pc:spChg>
      </pc:sldChg>
      <pc:sldChg chg="modSp add del mod">
        <pc:chgData name="Guttorm Schjelderup" userId="e0ac67c0-b505-4405-ab95-266cbfcd4586" providerId="ADAL" clId="{495AF721-4E66-5624-A6F1-D11890231467}" dt="2026-08-26T13:45:14.255" v="7430" actId="20577"/>
        <pc:sldMkLst>
          <pc:docMk/>
          <pc:sldMk cId="3583189663" sldId="631"/>
        </pc:sldMkLst>
        <pc:spChg chg="mod">
          <ac:chgData name="Guttorm Schjelderup" userId="e0ac67c0-b505-4405-ab95-266cbfcd4586" providerId="ADAL" clId="{495AF721-4E66-5624-A6F1-D11890231467}" dt="2026-08-26T13:30:03.584" v="6603" actId="20577"/>
          <ac:spMkLst>
            <pc:docMk/>
            <pc:sldMk cId="3583189663" sldId="631"/>
            <ac:spMk id="2" creationId="{D857E1FF-A773-6106-D9D8-1D56123C2159}"/>
          </ac:spMkLst>
        </pc:spChg>
        <pc:spChg chg="mod">
          <ac:chgData name="Guttorm Schjelderup" userId="e0ac67c0-b505-4405-ab95-266cbfcd4586" providerId="ADAL" clId="{495AF721-4E66-5624-A6F1-D11890231467}" dt="2026-08-26T13:44:36.901" v="7404" actId="20577"/>
          <ac:spMkLst>
            <pc:docMk/>
            <pc:sldMk cId="3583189663" sldId="631"/>
            <ac:spMk id="3" creationId="{EC6F381B-E814-6D87-7BCF-A16A745BE70F}"/>
          </ac:spMkLst>
        </pc:spChg>
        <pc:spChg chg="mod">
          <ac:chgData name="Guttorm Schjelderup" userId="e0ac67c0-b505-4405-ab95-266cbfcd4586" providerId="ADAL" clId="{495AF721-4E66-5624-A6F1-D11890231467}" dt="2026-08-26T13:30:16.713" v="6606" actId="1076"/>
          <ac:spMkLst>
            <pc:docMk/>
            <pc:sldMk cId="3583189663" sldId="631"/>
            <ac:spMk id="5" creationId="{7C93C9DF-3927-C571-DFC4-4F03FDFE4BCB}"/>
          </ac:spMkLst>
        </pc:spChg>
        <pc:spChg chg="mod">
          <ac:chgData name="Guttorm Schjelderup" userId="e0ac67c0-b505-4405-ab95-266cbfcd4586" providerId="ADAL" clId="{495AF721-4E66-5624-A6F1-D11890231467}" dt="2026-08-26T13:30:27.796" v="6609" actId="1076"/>
          <ac:spMkLst>
            <pc:docMk/>
            <pc:sldMk cId="3583189663" sldId="631"/>
            <ac:spMk id="7" creationId="{477F48EF-C021-2AB1-A47D-D1FD85707727}"/>
          </ac:spMkLst>
        </pc:spChg>
        <pc:spChg chg="mod">
          <ac:chgData name="Guttorm Schjelderup" userId="e0ac67c0-b505-4405-ab95-266cbfcd4586" providerId="ADAL" clId="{495AF721-4E66-5624-A6F1-D11890231467}" dt="2026-08-26T13:30:13.726" v="6605" actId="1076"/>
          <ac:spMkLst>
            <pc:docMk/>
            <pc:sldMk cId="3583189663" sldId="631"/>
            <ac:spMk id="8" creationId="{79077082-3037-86C7-4397-BEBEA8D7CE20}"/>
          </ac:spMkLst>
        </pc:spChg>
        <pc:spChg chg="mod">
          <ac:chgData name="Guttorm Schjelderup" userId="e0ac67c0-b505-4405-ab95-266cbfcd4586" providerId="ADAL" clId="{495AF721-4E66-5624-A6F1-D11890231467}" dt="2026-08-26T13:30:23.869" v="6608" actId="1076"/>
          <ac:spMkLst>
            <pc:docMk/>
            <pc:sldMk cId="3583189663" sldId="631"/>
            <ac:spMk id="10" creationId="{C427C9A9-EC59-36DF-77A6-AA3248B58692}"/>
          </ac:spMkLst>
        </pc:spChg>
        <pc:spChg chg="mod">
          <ac:chgData name="Guttorm Schjelderup" userId="e0ac67c0-b505-4405-ab95-266cbfcd4586" providerId="ADAL" clId="{495AF721-4E66-5624-A6F1-D11890231467}" dt="2026-08-26T13:45:14.255" v="7430" actId="20577"/>
          <ac:spMkLst>
            <pc:docMk/>
            <pc:sldMk cId="3583189663" sldId="631"/>
            <ac:spMk id="12" creationId="{4D9BC33A-94B9-3697-B069-1B94925F5A33}"/>
          </ac:spMkLst>
        </pc:spChg>
      </pc:sldChg>
      <pc:sldChg chg="modSp new mod">
        <pc:chgData name="Guttorm Schjelderup" userId="e0ac67c0-b505-4405-ab95-266cbfcd4586" providerId="ADAL" clId="{495AF721-4E66-5624-A6F1-D11890231467}" dt="2026-08-26T13:29:39.278" v="6571" actId="20577"/>
        <pc:sldMkLst>
          <pc:docMk/>
          <pc:sldMk cId="2531615848" sldId="632"/>
        </pc:sldMkLst>
        <pc:spChg chg="mod">
          <ac:chgData name="Guttorm Schjelderup" userId="e0ac67c0-b505-4405-ab95-266cbfcd4586" providerId="ADAL" clId="{495AF721-4E66-5624-A6F1-D11890231467}" dt="2026-08-26T13:26:34.668" v="6226" actId="20577"/>
          <ac:spMkLst>
            <pc:docMk/>
            <pc:sldMk cId="2531615848" sldId="632"/>
            <ac:spMk id="2" creationId="{AEB16CBE-50E8-6EC3-0381-A90E07140E1C}"/>
          </ac:spMkLst>
        </pc:spChg>
        <pc:spChg chg="mod">
          <ac:chgData name="Guttorm Schjelderup" userId="e0ac67c0-b505-4405-ab95-266cbfcd4586" providerId="ADAL" clId="{495AF721-4E66-5624-A6F1-D11890231467}" dt="2026-08-26T13:29:39.278" v="6571" actId="20577"/>
          <ac:spMkLst>
            <pc:docMk/>
            <pc:sldMk cId="2531615848" sldId="632"/>
            <ac:spMk id="3" creationId="{9AE7BF6F-9869-27F6-AAA9-7BA57930CCA6}"/>
          </ac:spMkLst>
        </pc:spChg>
      </pc:sldChg>
      <pc:sldChg chg="modSp new mod">
        <pc:chgData name="Guttorm Schjelderup" userId="e0ac67c0-b505-4405-ab95-266cbfcd4586" providerId="ADAL" clId="{495AF721-4E66-5624-A6F1-D11890231467}" dt="2026-08-26T13:32:51.646" v="6819" actId="20577"/>
        <pc:sldMkLst>
          <pc:docMk/>
          <pc:sldMk cId="3283014605" sldId="633"/>
        </pc:sldMkLst>
        <pc:spChg chg="mod">
          <ac:chgData name="Guttorm Schjelderup" userId="e0ac67c0-b505-4405-ab95-266cbfcd4586" providerId="ADAL" clId="{495AF721-4E66-5624-A6F1-D11890231467}" dt="2026-08-26T13:32:51.646" v="6819" actId="20577"/>
          <ac:spMkLst>
            <pc:docMk/>
            <pc:sldMk cId="3283014605" sldId="633"/>
            <ac:spMk id="2" creationId="{8F1E41CA-13AA-E9D1-84AF-11245F31F052}"/>
          </ac:spMkLst>
        </pc:spChg>
        <pc:spChg chg="mod">
          <ac:chgData name="Guttorm Schjelderup" userId="e0ac67c0-b505-4405-ab95-266cbfcd4586" providerId="ADAL" clId="{495AF721-4E66-5624-A6F1-D11890231467}" dt="2026-08-26T13:32:45.703" v="6809" actId="20577"/>
          <ac:spMkLst>
            <pc:docMk/>
            <pc:sldMk cId="3283014605" sldId="633"/>
            <ac:spMk id="3" creationId="{AFD2BA6E-5744-BBA9-D86A-DDF8C48E003C}"/>
          </ac:spMkLst>
        </pc:spChg>
      </pc:sldChg>
      <pc:sldChg chg="modSp new mod">
        <pc:chgData name="Guttorm Schjelderup" userId="e0ac67c0-b505-4405-ab95-266cbfcd4586" providerId="ADAL" clId="{495AF721-4E66-5624-A6F1-D11890231467}" dt="2026-08-26T13:50:53.735" v="7526" actId="20577"/>
        <pc:sldMkLst>
          <pc:docMk/>
          <pc:sldMk cId="2800307614" sldId="634"/>
        </pc:sldMkLst>
        <pc:spChg chg="mod">
          <ac:chgData name="Guttorm Schjelderup" userId="e0ac67c0-b505-4405-ab95-266cbfcd4586" providerId="ADAL" clId="{495AF721-4E66-5624-A6F1-D11890231467}" dt="2026-08-26T13:50:47.148" v="7522" actId="790"/>
          <ac:spMkLst>
            <pc:docMk/>
            <pc:sldMk cId="2800307614" sldId="634"/>
            <ac:spMk id="2" creationId="{C44D8D60-DDB7-B3EF-1849-8F1B2D6FABD0}"/>
          </ac:spMkLst>
        </pc:spChg>
        <pc:spChg chg="mod">
          <ac:chgData name="Guttorm Schjelderup" userId="e0ac67c0-b505-4405-ab95-266cbfcd4586" providerId="ADAL" clId="{495AF721-4E66-5624-A6F1-D11890231467}" dt="2026-08-26T13:50:53.735" v="7526" actId="20577"/>
          <ac:spMkLst>
            <pc:docMk/>
            <pc:sldMk cId="2800307614" sldId="634"/>
            <ac:spMk id="3" creationId="{6BB3FB84-68DC-D035-669A-EBA421415E09}"/>
          </ac:spMkLst>
        </pc:spChg>
        <pc:spChg chg="mod">
          <ac:chgData name="Guttorm Schjelderup" userId="e0ac67c0-b505-4405-ab95-266cbfcd4586" providerId="ADAL" clId="{495AF721-4E66-5624-A6F1-D11890231467}" dt="2026-08-26T13:50:47.148" v="7522" actId="790"/>
          <ac:spMkLst>
            <pc:docMk/>
            <pc:sldMk cId="2800307614" sldId="634"/>
            <ac:spMk id="4" creationId="{F89C0EF7-3049-6DA9-8FC8-BBD0D8E5ACB9}"/>
          </ac:spMkLst>
        </pc:spChg>
      </pc:sldChg>
      <pc:sldChg chg="modSp add mod">
        <pc:chgData name="Guttorm Schjelderup" userId="e0ac67c0-b505-4405-ab95-266cbfcd4586" providerId="ADAL" clId="{495AF721-4E66-5624-A6F1-D11890231467}" dt="2026-08-26T13:52:21.515" v="7762" actId="20577"/>
        <pc:sldMkLst>
          <pc:docMk/>
          <pc:sldMk cId="283123103" sldId="635"/>
        </pc:sldMkLst>
        <pc:spChg chg="mod">
          <ac:chgData name="Guttorm Schjelderup" userId="e0ac67c0-b505-4405-ab95-266cbfcd4586" providerId="ADAL" clId="{495AF721-4E66-5624-A6F1-D11890231467}" dt="2026-08-26T13:41:17.269" v="7370" actId="20577"/>
          <ac:spMkLst>
            <pc:docMk/>
            <pc:sldMk cId="283123103" sldId="635"/>
            <ac:spMk id="3" creationId="{C8C06574-E97F-8DAD-9ACC-F12BBC77EC05}"/>
          </ac:spMkLst>
        </pc:spChg>
        <pc:spChg chg="mod">
          <ac:chgData name="Guttorm Schjelderup" userId="e0ac67c0-b505-4405-ab95-266cbfcd4586" providerId="ADAL" clId="{495AF721-4E66-5624-A6F1-D11890231467}" dt="2026-08-26T13:52:21.515" v="7762" actId="20577"/>
          <ac:spMkLst>
            <pc:docMk/>
            <pc:sldMk cId="283123103" sldId="635"/>
            <ac:spMk id="12" creationId="{0F2CB87B-4B0D-C40F-DA7A-04F1DE224290}"/>
          </ac:spMkLst>
        </pc:spChg>
      </pc:sldChg>
    </pc:docChg>
  </pc:docChgLst>
  <pc:docChgLst>
    <pc:chgData name="Guttorm Schjelderup" userId="e0ac67c0-b505-4405-ab95-266cbfcd4586" providerId="ADAL" clId="{A6A39AE8-E1CF-4F5D-BBAC-CEB80C096350}"/>
    <pc:docChg chg="undo custSel delSld modSld">
      <pc:chgData name="Guttorm Schjelderup" userId="e0ac67c0-b505-4405-ab95-266cbfcd4586" providerId="ADAL" clId="{A6A39AE8-E1CF-4F5D-BBAC-CEB80C096350}" dt="2026-08-23T09:07:03.995" v="755" actId="20577"/>
      <pc:docMkLst>
        <pc:docMk/>
      </pc:docMkLst>
      <pc:sldChg chg="modSp mod">
        <pc:chgData name="Guttorm Schjelderup" userId="e0ac67c0-b505-4405-ab95-266cbfcd4586" providerId="ADAL" clId="{A6A39AE8-E1CF-4F5D-BBAC-CEB80C096350}" dt="2026-08-23T08:48:15.236" v="81" actId="20577"/>
        <pc:sldMkLst>
          <pc:docMk/>
          <pc:sldMk cId="1225622396" sldId="264"/>
        </pc:sldMkLst>
        <pc:spChg chg="mod">
          <ac:chgData name="Guttorm Schjelderup" userId="e0ac67c0-b505-4405-ab95-266cbfcd4586" providerId="ADAL" clId="{A6A39AE8-E1CF-4F5D-BBAC-CEB80C096350}" dt="2026-08-23T08:48:15.236" v="81" actId="20577"/>
          <ac:spMkLst>
            <pc:docMk/>
            <pc:sldMk cId="1225622396" sldId="264"/>
            <ac:spMk id="3" creationId="{720E793E-E4BB-2549-2FB6-BB4EB740C202}"/>
          </ac:spMkLst>
        </pc:spChg>
      </pc:sldChg>
      <pc:sldChg chg="modSp mod">
        <pc:chgData name="Guttorm Schjelderup" userId="e0ac67c0-b505-4405-ab95-266cbfcd4586" providerId="ADAL" clId="{A6A39AE8-E1CF-4F5D-BBAC-CEB80C096350}" dt="2026-08-23T08:48:31.665" v="84" actId="20577"/>
        <pc:sldMkLst>
          <pc:docMk/>
          <pc:sldMk cId="162331888" sldId="266"/>
        </pc:sldMkLst>
        <pc:spChg chg="mod">
          <ac:chgData name="Guttorm Schjelderup" userId="e0ac67c0-b505-4405-ab95-266cbfcd4586" providerId="ADAL" clId="{A6A39AE8-E1CF-4F5D-BBAC-CEB80C096350}" dt="2026-08-23T08:48:31.665" v="84" actId="20577"/>
          <ac:spMkLst>
            <pc:docMk/>
            <pc:sldMk cId="162331888" sldId="266"/>
            <ac:spMk id="3" creationId="{F322D537-7C36-EB7F-A057-A69F7D8896D6}"/>
          </ac:spMkLst>
        </pc:spChg>
      </pc:sldChg>
      <pc:sldChg chg="modSp mod modAnim">
        <pc:chgData name="Guttorm Schjelderup" userId="e0ac67c0-b505-4405-ab95-266cbfcd4586" providerId="ADAL" clId="{A6A39AE8-E1CF-4F5D-BBAC-CEB80C096350}" dt="2026-08-23T09:07:03.995" v="755" actId="20577"/>
        <pc:sldMkLst>
          <pc:docMk/>
          <pc:sldMk cId="3903122587" sldId="357"/>
        </pc:sldMkLst>
        <pc:spChg chg="mod">
          <ac:chgData name="Guttorm Schjelderup" userId="e0ac67c0-b505-4405-ab95-266cbfcd4586" providerId="ADAL" clId="{A6A39AE8-E1CF-4F5D-BBAC-CEB80C096350}" dt="2026-08-23T09:06:33.840" v="747" actId="2711"/>
          <ac:spMkLst>
            <pc:docMk/>
            <pc:sldMk cId="3903122587" sldId="357"/>
            <ac:spMk id="2" creationId="{14CFCBA0-268D-21AE-1112-8D2B49F78BB2}"/>
          </ac:spMkLst>
        </pc:spChg>
        <pc:spChg chg="mod">
          <ac:chgData name="Guttorm Schjelderup" userId="e0ac67c0-b505-4405-ab95-266cbfcd4586" providerId="ADAL" clId="{A6A39AE8-E1CF-4F5D-BBAC-CEB80C096350}" dt="2026-08-23T09:07:03.995" v="755" actId="20577"/>
          <ac:spMkLst>
            <pc:docMk/>
            <pc:sldMk cId="3903122587" sldId="357"/>
            <ac:spMk id="3" creationId="{6CB159F5-06AC-065A-198C-7191272CDFC4}"/>
          </ac:spMkLst>
        </pc:spChg>
      </pc:sldChg>
      <pc:sldChg chg="modSp">
        <pc:chgData name="Guttorm Schjelderup" userId="e0ac67c0-b505-4405-ab95-266cbfcd4586" providerId="ADAL" clId="{A6A39AE8-E1CF-4F5D-BBAC-CEB80C096350}" dt="2026-08-23T08:50:01.025" v="105" actId="20577"/>
        <pc:sldMkLst>
          <pc:docMk/>
          <pc:sldMk cId="2497369166" sldId="408"/>
        </pc:sldMkLst>
        <pc:spChg chg="mod">
          <ac:chgData name="Guttorm Schjelderup" userId="e0ac67c0-b505-4405-ab95-266cbfcd4586" providerId="ADAL" clId="{A6A39AE8-E1CF-4F5D-BBAC-CEB80C096350}" dt="2026-08-23T08:50:01.025" v="105" actId="20577"/>
          <ac:spMkLst>
            <pc:docMk/>
            <pc:sldMk cId="2497369166" sldId="408"/>
            <ac:spMk id="3" creationId="{E30E8305-8A28-412A-9655-05505B41A83B}"/>
          </ac:spMkLst>
        </pc:spChg>
      </pc:sldChg>
      <pc:sldChg chg="modSp mod">
        <pc:chgData name="Guttorm Schjelderup" userId="e0ac67c0-b505-4405-ab95-266cbfcd4586" providerId="ADAL" clId="{A6A39AE8-E1CF-4F5D-BBAC-CEB80C096350}" dt="2026-08-23T08:57:36.092" v="350" actId="20577"/>
        <pc:sldMkLst>
          <pc:docMk/>
          <pc:sldMk cId="2386143001" sldId="411"/>
        </pc:sldMkLst>
        <pc:spChg chg="mod">
          <ac:chgData name="Guttorm Schjelderup" userId="e0ac67c0-b505-4405-ab95-266cbfcd4586" providerId="ADAL" clId="{A6A39AE8-E1CF-4F5D-BBAC-CEB80C096350}" dt="2026-08-23T08:56:33.654" v="340" actId="20577"/>
          <ac:spMkLst>
            <pc:docMk/>
            <pc:sldMk cId="2386143001" sldId="411"/>
            <ac:spMk id="2" creationId="{91CD3376-DBD8-47BD-8C21-4DB23FF330AD}"/>
          </ac:spMkLst>
        </pc:spChg>
        <pc:spChg chg="mod">
          <ac:chgData name="Guttorm Schjelderup" userId="e0ac67c0-b505-4405-ab95-266cbfcd4586" providerId="ADAL" clId="{A6A39AE8-E1CF-4F5D-BBAC-CEB80C096350}" dt="2026-08-23T08:57:36.092" v="350" actId="20577"/>
          <ac:spMkLst>
            <pc:docMk/>
            <pc:sldMk cId="2386143001" sldId="411"/>
            <ac:spMk id="3" creationId="{442EFEF2-B01D-40CF-9D5C-D5D4456FDA4C}"/>
          </ac:spMkLst>
        </pc:spChg>
      </pc:sldChg>
      <pc:sldChg chg="modSp">
        <pc:chgData name="Guttorm Schjelderup" userId="e0ac67c0-b505-4405-ab95-266cbfcd4586" providerId="ADAL" clId="{A6A39AE8-E1CF-4F5D-BBAC-CEB80C096350}" dt="2026-08-23T09:03:33.472" v="617" actId="20577"/>
        <pc:sldMkLst>
          <pc:docMk/>
          <pc:sldMk cId="4264456748" sldId="416"/>
        </pc:sldMkLst>
        <pc:spChg chg="mod">
          <ac:chgData name="Guttorm Schjelderup" userId="e0ac67c0-b505-4405-ab95-266cbfcd4586" providerId="ADAL" clId="{A6A39AE8-E1CF-4F5D-BBAC-CEB80C096350}" dt="2026-08-23T09:03:33.472" v="617" actId="20577"/>
          <ac:spMkLst>
            <pc:docMk/>
            <pc:sldMk cId="4264456748" sldId="416"/>
            <ac:spMk id="3" creationId="{9FAF4B37-BD81-45BD-B5C2-1D2A15382965}"/>
          </ac:spMkLst>
        </pc:spChg>
      </pc:sldChg>
      <pc:sldChg chg="modSp mod">
        <pc:chgData name="Guttorm Schjelderup" userId="e0ac67c0-b505-4405-ab95-266cbfcd4586" providerId="ADAL" clId="{A6A39AE8-E1CF-4F5D-BBAC-CEB80C096350}" dt="2026-08-23T09:06:12.673" v="743" actId="20577"/>
        <pc:sldMkLst>
          <pc:docMk/>
          <pc:sldMk cId="1539216798" sldId="426"/>
        </pc:sldMkLst>
        <pc:spChg chg="mod">
          <ac:chgData name="Guttorm Schjelderup" userId="e0ac67c0-b505-4405-ab95-266cbfcd4586" providerId="ADAL" clId="{A6A39AE8-E1CF-4F5D-BBAC-CEB80C096350}" dt="2026-08-23T09:05:42.829" v="708" actId="113"/>
          <ac:spMkLst>
            <pc:docMk/>
            <pc:sldMk cId="1539216798" sldId="426"/>
            <ac:spMk id="2" creationId="{DF01881F-D7C6-4D70-8831-C1DEC77A3A04}"/>
          </ac:spMkLst>
        </pc:spChg>
        <pc:spChg chg="mod">
          <ac:chgData name="Guttorm Schjelderup" userId="e0ac67c0-b505-4405-ab95-266cbfcd4586" providerId="ADAL" clId="{A6A39AE8-E1CF-4F5D-BBAC-CEB80C096350}" dt="2026-08-23T09:06:12.673" v="743" actId="20577"/>
          <ac:spMkLst>
            <pc:docMk/>
            <pc:sldMk cId="1539216798" sldId="426"/>
            <ac:spMk id="3" creationId="{98C58712-C4BE-4404-8B4D-2A66064B6614}"/>
          </ac:spMkLst>
        </pc:spChg>
      </pc:sldChg>
      <pc:sldChg chg="modSp mod">
        <pc:chgData name="Guttorm Schjelderup" userId="e0ac67c0-b505-4405-ab95-266cbfcd4586" providerId="ADAL" clId="{A6A39AE8-E1CF-4F5D-BBAC-CEB80C096350}" dt="2026-08-23T08:56:26.060" v="339" actId="113"/>
        <pc:sldMkLst>
          <pc:docMk/>
          <pc:sldMk cId="2976273587" sldId="569"/>
        </pc:sldMkLst>
        <pc:spChg chg="mod">
          <ac:chgData name="Guttorm Schjelderup" userId="e0ac67c0-b505-4405-ab95-266cbfcd4586" providerId="ADAL" clId="{A6A39AE8-E1CF-4F5D-BBAC-CEB80C096350}" dt="2026-08-23T08:51:44.535" v="181" actId="27636"/>
          <ac:spMkLst>
            <pc:docMk/>
            <pc:sldMk cId="2976273587" sldId="569"/>
            <ac:spMk id="2" creationId="{42823BFF-5F4F-C21C-A8F9-B5147124725B}"/>
          </ac:spMkLst>
        </pc:spChg>
        <pc:spChg chg="mod">
          <ac:chgData name="Guttorm Schjelderup" userId="e0ac67c0-b505-4405-ab95-266cbfcd4586" providerId="ADAL" clId="{A6A39AE8-E1CF-4F5D-BBAC-CEB80C096350}" dt="2026-08-23T08:56:26.060" v="339" actId="113"/>
          <ac:spMkLst>
            <pc:docMk/>
            <pc:sldMk cId="2976273587" sldId="569"/>
            <ac:spMk id="3" creationId="{30CBA25A-022F-7E91-07A8-9CC95D9F63B7}"/>
          </ac:spMkLst>
        </pc:spChg>
      </pc:sldChg>
      <pc:sldChg chg="modSp">
        <pc:chgData name="Guttorm Schjelderup" userId="e0ac67c0-b505-4405-ab95-266cbfcd4586" providerId="ADAL" clId="{A6A39AE8-E1CF-4F5D-BBAC-CEB80C096350}" dt="2026-08-23T08:50:50.823" v="178" actId="20577"/>
        <pc:sldMkLst>
          <pc:docMk/>
          <pc:sldMk cId="516623332" sldId="586"/>
        </pc:sldMkLst>
        <pc:spChg chg="mod">
          <ac:chgData name="Guttorm Schjelderup" userId="e0ac67c0-b505-4405-ab95-266cbfcd4586" providerId="ADAL" clId="{A6A39AE8-E1CF-4F5D-BBAC-CEB80C096350}" dt="2026-08-23T08:50:50.823" v="178" actId="20577"/>
          <ac:spMkLst>
            <pc:docMk/>
            <pc:sldMk cId="516623332" sldId="586"/>
            <ac:spMk id="8" creationId="{1757D48B-4133-568B-F540-A968032A84E3}"/>
          </ac:spMkLst>
        </pc:spChg>
      </pc:sldChg>
      <pc:sldChg chg="modSp mod modAnim">
        <pc:chgData name="Guttorm Schjelderup" userId="e0ac67c0-b505-4405-ab95-266cbfcd4586" providerId="ADAL" clId="{A6A39AE8-E1CF-4F5D-BBAC-CEB80C096350}" dt="2026-08-23T09:03:03.756" v="613" actId="2711"/>
        <pc:sldMkLst>
          <pc:docMk/>
          <pc:sldMk cId="3881502701" sldId="608"/>
        </pc:sldMkLst>
        <pc:spChg chg="mod">
          <ac:chgData name="Guttorm Schjelderup" userId="e0ac67c0-b505-4405-ab95-266cbfcd4586" providerId="ADAL" clId="{A6A39AE8-E1CF-4F5D-BBAC-CEB80C096350}" dt="2026-08-23T09:03:03.756" v="613" actId="2711"/>
          <ac:spMkLst>
            <pc:docMk/>
            <pc:sldMk cId="3881502701" sldId="608"/>
            <ac:spMk id="3" creationId="{7A0F4CC1-185A-14CC-0377-FC24C26A96B9}"/>
          </ac:spMkLst>
        </pc:spChg>
      </pc:sldChg>
      <pc:sldChg chg="modSp mod">
        <pc:chgData name="Guttorm Schjelderup" userId="e0ac67c0-b505-4405-ab95-266cbfcd4586" providerId="ADAL" clId="{A6A39AE8-E1CF-4F5D-BBAC-CEB80C096350}" dt="2026-08-23T08:59:11.584" v="428"/>
        <pc:sldMkLst>
          <pc:docMk/>
          <pc:sldMk cId="1932040683" sldId="615"/>
        </pc:sldMkLst>
        <pc:spChg chg="mod">
          <ac:chgData name="Guttorm Schjelderup" userId="e0ac67c0-b505-4405-ab95-266cbfcd4586" providerId="ADAL" clId="{A6A39AE8-E1CF-4F5D-BBAC-CEB80C096350}" dt="2026-08-23T08:58:01.263" v="351" actId="20577"/>
          <ac:spMkLst>
            <pc:docMk/>
            <pc:sldMk cId="1932040683" sldId="615"/>
            <ac:spMk id="2" creationId="{A37C5896-C976-BF2B-6F8E-A5B14AE811F8}"/>
          </ac:spMkLst>
        </pc:spChg>
        <pc:spChg chg="mod">
          <ac:chgData name="Guttorm Schjelderup" userId="e0ac67c0-b505-4405-ab95-266cbfcd4586" providerId="ADAL" clId="{A6A39AE8-E1CF-4F5D-BBAC-CEB80C096350}" dt="2026-08-23T08:59:11.584" v="428"/>
          <ac:spMkLst>
            <pc:docMk/>
            <pc:sldMk cId="1932040683" sldId="615"/>
            <ac:spMk id="3" creationId="{6C1C5BE7-569A-91B1-C91A-99874BE826AF}"/>
          </ac:spMkLst>
        </pc:spChg>
      </pc:sldChg>
      <pc:sldChg chg="modSp mod">
        <pc:chgData name="Guttorm Schjelderup" userId="e0ac67c0-b505-4405-ab95-266cbfcd4586" providerId="ADAL" clId="{A6A39AE8-E1CF-4F5D-BBAC-CEB80C096350}" dt="2026-08-23T09:05:31.317" v="707" actId="20577"/>
        <pc:sldMkLst>
          <pc:docMk/>
          <pc:sldMk cId="2209776538" sldId="620"/>
        </pc:sldMkLst>
        <pc:spChg chg="mod">
          <ac:chgData name="Guttorm Schjelderup" userId="e0ac67c0-b505-4405-ab95-266cbfcd4586" providerId="ADAL" clId="{A6A39AE8-E1CF-4F5D-BBAC-CEB80C096350}" dt="2026-08-23T09:04:33.689" v="620" actId="113"/>
          <ac:spMkLst>
            <pc:docMk/>
            <pc:sldMk cId="2209776538" sldId="620"/>
            <ac:spMk id="2" creationId="{597D7E62-71BF-7772-273A-B2025FC099DF}"/>
          </ac:spMkLst>
        </pc:spChg>
        <pc:spChg chg="mod">
          <ac:chgData name="Guttorm Schjelderup" userId="e0ac67c0-b505-4405-ab95-266cbfcd4586" providerId="ADAL" clId="{A6A39AE8-E1CF-4F5D-BBAC-CEB80C096350}" dt="2026-08-23T09:05:31.317" v="707" actId="20577"/>
          <ac:spMkLst>
            <pc:docMk/>
            <pc:sldMk cId="2209776538" sldId="620"/>
            <ac:spMk id="3" creationId="{9521CDF4-BEC5-9A90-B5FF-7E707A7598E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3A3A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3A3A3A"/>
                </a:solidFill>
                <a:latin typeface="Calibri"/>
              </a:rPr>
              <a:t>Bergen – årlig prisvekst (SSBs boligprisindeks)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Prisvekst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A3A3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2023
(helår)</c:v>
                </c:pt>
                <c:pt idx="1">
                  <c:v>2024
(helår)</c:v>
                </c:pt>
                <c:pt idx="2">
                  <c:v>Siste 12 mnd
(t.o.m. 2. kv. 2026)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6.5</c:v>
                </c:pt>
                <c:pt idx="2">
                  <c:v>11.3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A2-1B4B-B14A-60B1632286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3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6DAAAE-AC8B-4546-A558-714420C6263D}" type="datetimeFigureOut">
              <a:rPr lang="nb-NO" smtClean="0"/>
              <a:t>26.08.2026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E11D0-4DAA-4C21-AC0F-CAEBE07D40B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71632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E11D0-4DAA-4C21-AC0F-CAEBE07D40BE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17670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24ED0-ED0E-4409-A30C-B48FF90B0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986CC-0832-42B9-BFBD-E5B5208FC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E89C7-9B70-456D-9561-187B22F2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1AAD5-F618-42FB-A8D3-C58A94C62EBC}" type="datetime1">
              <a:rPr lang="nb-NO" smtClean="0"/>
              <a:t>26.08.2026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7EFED-003B-46D8-854C-B2F5E25E8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5BABF-7C52-49CE-9E65-FD66914B2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6037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A318C-1F6C-4333-96A3-6716E799B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8A07A-C1DE-4813-9A2F-0F17C6E9A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9EE84-0E31-42A7-997C-82D300E6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A138-0058-43A0-B5AA-3771F55D0751}" type="datetime1">
              <a:rPr lang="nb-NO" smtClean="0"/>
              <a:t>26.08.2026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AAF83-C190-444C-8B52-BCB3F57A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6DB86-560F-4071-B210-08669892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59029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A45B-0B12-4DE0-BEE9-B2AFD9FC5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4550C-5410-4718-B5F8-1F0A64AA5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C0B53-30A4-41F5-809B-3B05CE37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70447-2389-4DAF-BC99-93BE3FEAD207}" type="datetime1">
              <a:rPr lang="nb-NO" smtClean="0"/>
              <a:t>26.08.2026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8C7AB-CD1D-4551-AA9F-C6AF9A9C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D73F8-E2DB-49FA-BA0C-EC3F8E767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694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59128-19B0-4069-B255-28A583FF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92AC5-D802-4293-A31F-87B3FFA950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178F46-5A61-4F5F-B431-CC22ED07E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EE8EF-EE9B-4E18-B7B4-E76827118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C0399-1410-425D-AFC9-407418EDFB91}" type="datetime1">
              <a:rPr lang="nb-NO" smtClean="0"/>
              <a:t>26.08.2026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6ADC0-2ABB-4025-AEC2-1D2163ECC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3720F-E6A6-463A-B5D4-26785F58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00351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E68C8-4054-4EEC-A2C4-F6F560AB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BBF6A-1FF0-438A-8BB5-D5AECCC15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FCB8D-8B98-4EDE-AF9C-94130DE58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3A299D-C27D-4B2B-9B98-D7D669B02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B1B8D-B762-4A09-A5EC-305BF863D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60B796-8691-495E-B372-15D37B950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D84F5-9563-44B1-BBD3-64088545DF63}" type="datetime1">
              <a:rPr lang="nb-NO" smtClean="0"/>
              <a:t>26.08.2026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49E46C-AE4A-43A7-A626-2BD03D6CF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1501C2-0DB6-4894-95A5-ACD288161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420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4F27-8902-4D8B-963F-52141EFA4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9AB63A-3665-4A76-8E5A-DD5524947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DCA09-B536-4986-8795-43EFC4DCF2B2}" type="datetime1">
              <a:rPr lang="nb-NO" smtClean="0"/>
              <a:t>26.08.2026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F7908F-78C6-4534-8A9A-7794C1056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E6FA7-00A1-41CB-9C7F-05AFCD89A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745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FB36B2-EEDC-4EE9-AD02-4F60411A9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E3F8A-A367-431A-9C2F-1A0E3D6C0FE5}" type="datetime1">
              <a:rPr lang="nb-NO" smtClean="0"/>
              <a:t>26.08.2026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7B3C6C-DBF3-46D3-865C-537C18120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DDEF3-5F58-459B-B125-7F08CAED2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41882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335B3-4F72-4BF8-BB68-D0EAD604E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0FF7A-2077-49F3-8F91-D6F3539A7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B0256-82A0-48D1-9670-236D492C9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AAC9C-12FF-43CD-9BFE-9ACA8F28F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E4EEA-6B86-4629-9E7E-D01F5ED4A8AF}" type="datetime1">
              <a:rPr lang="nb-NO" smtClean="0"/>
              <a:t>26.08.2026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8EC06-684A-4E4C-8B29-43127963B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8BBE1-00C3-4FF2-8C65-9BAEE2827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98562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DA67E-CCA3-474C-A10E-5F6885571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6F15-8B08-4811-9A98-3AA5FF7D9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CCC29-E34F-4CEF-9A87-F193D1690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72635-FE89-460A-A185-7AD813BAA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83A8-57DA-40D2-B69F-571E6F0ADB37}" type="datetime1">
              <a:rPr lang="nb-NO" smtClean="0"/>
              <a:t>26.08.2026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A2D95-11A3-444C-9539-02E4EC2D7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018CC-771E-4177-9FC1-F4418EE27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7781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38C3-E3EC-40AA-991F-E9170C26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74D69-8D06-420E-A706-C981C26ED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FD89C-3C8F-4AD4-A75C-C20C2FD2C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68960-B0D9-4632-86E6-66ED55C4EFED}" type="datetime1">
              <a:rPr lang="nb-NO" smtClean="0"/>
              <a:t>26.08.2026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BCD64-2F03-4165-89AC-33A15B7CF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CA553-B617-4433-A5A1-5B3055F6E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89601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C7FD85-2958-4697-9FEC-652239C80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153494-41BE-41C9-A95D-D8B2879748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FEBD5-5BA3-42A2-8B43-CCDFEC720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BB76-7526-4BAA-891F-7AA68F67DD1B}" type="datetime1">
              <a:rPr lang="nb-NO" smtClean="0"/>
              <a:t>26.08.2026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D3940-0815-4224-8799-D65E54FA1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B02F3-165A-4409-B57D-5FA1047A3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85740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3484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C7A6AE-E467-4D04-914D-D3C8230E1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C0429-9A49-4628-924A-85F937767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63A8F-ECB3-4212-8B51-4F661E3ADA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264F8-6A44-4956-B826-0BD885C29118}" type="datetime1">
              <a:rPr lang="nb-NO" smtClean="0"/>
              <a:t>26.08.2026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0412A-580A-4696-8091-C5264CF87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4E2DC-03E6-4598-A717-0DA6DE58E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B6145-9EF0-482A-8704-5649857AB79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26162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gjeringen.no/no/tema/okonomi-og-budsjett/finansmarkedene/utlansforskriften/id2950571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7756F-85E2-41FA-AC18-621887C1E2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INVESTERING OG  SKATT</a:t>
            </a:r>
            <a:br>
              <a:rPr lang="nb-NO" dirty="0"/>
            </a:br>
            <a:r>
              <a:rPr lang="nb-NO" dirty="0"/>
              <a:t>4 ulike investeringer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E4C03-1301-45D3-821C-47751E924B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FIE 432 Personlig økonomi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999D9-E288-4857-D081-7976686B2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26455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4D60-DC40-5CC5-F28C-0BECE05F0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nb-NO" b="1" dirty="0"/>
              <a:t>Skatt og investeringer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08175-5BEF-5F10-1BD0-1A19C62F7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nb-NO" sz="3200" dirty="0"/>
              <a:t>Eiendom</a:t>
            </a:r>
          </a:p>
          <a:p>
            <a:pPr lvl="1"/>
            <a:r>
              <a:rPr lang="nb-NO" sz="3200" dirty="0" err="1"/>
              <a:t>Crowdlending</a:t>
            </a:r>
            <a:r>
              <a:rPr lang="nb-NO" sz="3200" dirty="0"/>
              <a:t>/folkefinansiering</a:t>
            </a:r>
          </a:p>
          <a:p>
            <a:pPr lvl="1"/>
            <a:r>
              <a:rPr lang="nb-NO" sz="3200" dirty="0"/>
              <a:t>Gråmarkedet</a:t>
            </a:r>
          </a:p>
          <a:p>
            <a:pPr lvl="1"/>
            <a:r>
              <a:rPr lang="nb-NO" sz="3200" dirty="0"/>
              <a:t>Aksjer</a:t>
            </a:r>
          </a:p>
          <a:p>
            <a:pPr lvl="1"/>
            <a:r>
              <a:rPr lang="nb-NO" sz="3200" dirty="0"/>
              <a:t>Høyrenteobligasjoner</a:t>
            </a:r>
          </a:p>
          <a:p>
            <a:pPr marL="0" indent="0">
              <a:buNone/>
            </a:pPr>
            <a:endParaRPr lang="nb-NO" sz="3600" dirty="0"/>
          </a:p>
          <a:p>
            <a:pPr marL="0" indent="0">
              <a:buNone/>
            </a:pPr>
            <a:endParaRPr lang="nb-NO" sz="3600" dirty="0"/>
          </a:p>
          <a:p>
            <a:pPr marL="0" indent="0">
              <a:buNone/>
            </a:pPr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ACD47-3C03-657D-8CF3-3F97EC91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48667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EA486-CFD0-F3F8-3E6A-AB66E4663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Investering i eiendom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E9E8C3-3B11-1807-AC1E-98F4C11AB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88670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5CDC-13F7-ECD1-BEB2-9BAB97D51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638"/>
            <a:ext cx="10515600" cy="610920"/>
          </a:xfrm>
        </p:spPr>
        <p:txBody>
          <a:bodyPr>
            <a:normAutofit/>
          </a:bodyPr>
          <a:lstStyle/>
          <a:p>
            <a:r>
              <a:rPr lang="nb-NO" sz="3200" b="1" dirty="0"/>
              <a:t>Strategiske valg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72B73-3562-02E9-7CDE-0C916228D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287" y="1089061"/>
            <a:ext cx="11611271" cy="555930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nb-NO" sz="3200" dirty="0"/>
              <a:t>Hvor stor leilighet? </a:t>
            </a:r>
          </a:p>
          <a:p>
            <a:pPr lvl="1"/>
            <a:r>
              <a:rPr lang="nb-NO" sz="2800" dirty="0"/>
              <a:t>Ett eller to soverom?</a:t>
            </a:r>
          </a:p>
          <a:p>
            <a:pPr marL="514350" indent="-514350"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Font typeface="+mj-lt"/>
              <a:buAutoNum type="arabicPeriod"/>
            </a:pPr>
            <a:r>
              <a:rPr lang="nb-NO" sz="3200" dirty="0"/>
              <a:t>Utleie</a:t>
            </a:r>
          </a:p>
          <a:p>
            <a:pPr lvl="1"/>
            <a:r>
              <a:rPr lang="nb-NO" sz="2800" dirty="0"/>
              <a:t>Hele leiligheten (investering i eiendom) </a:t>
            </a:r>
          </a:p>
          <a:p>
            <a:pPr lvl="1"/>
            <a:r>
              <a:rPr lang="nb-NO" sz="2800" dirty="0"/>
              <a:t>Leie ut et rom bo i det andre selv</a:t>
            </a:r>
          </a:p>
          <a:p>
            <a:pPr marL="514350" indent="-514350">
              <a:buFont typeface="+mj-lt"/>
              <a:buAutoNum type="arabicPeriod"/>
            </a:pPr>
            <a:endParaRPr lang="nb-NO" sz="3200" dirty="0"/>
          </a:p>
          <a:p>
            <a:pPr marL="514350" indent="-514350">
              <a:buFont typeface="+mj-lt"/>
              <a:buAutoNum type="arabicPeriod"/>
            </a:pPr>
            <a:r>
              <a:rPr lang="nb-NO" sz="3200" dirty="0" err="1"/>
              <a:t>Gearing</a:t>
            </a:r>
            <a:endParaRPr lang="nb-NO" sz="3200" dirty="0"/>
          </a:p>
          <a:p>
            <a:pPr lvl="1"/>
            <a:r>
              <a:rPr lang="nb-NO" sz="2800" dirty="0"/>
              <a:t>Lønner det seg å låne</a:t>
            </a:r>
          </a:p>
          <a:p>
            <a:pPr lvl="1"/>
            <a:r>
              <a:rPr lang="nb-NO" sz="2800" dirty="0"/>
              <a:t>eller er egenkapitalfinansiering best?</a:t>
            </a:r>
          </a:p>
          <a:p>
            <a:pPr marL="457200" lvl="1" indent="0">
              <a:buNone/>
            </a:pPr>
            <a:endParaRPr lang="nb-NO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AEB75-DF44-2B61-0A99-66EDA3C39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52199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F560-4246-A70F-B092-B9343C11A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2333"/>
          </a:xfrm>
        </p:spPr>
        <p:txBody>
          <a:bodyPr>
            <a:normAutofit/>
          </a:bodyPr>
          <a:lstStyle/>
          <a:p>
            <a:r>
              <a:rPr lang="nb-NO" dirty="0"/>
              <a:t>Vi ser på to finansieringsalternativer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694FE-A9A7-8A75-0DEB-CC70F53AD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462" y="1617597"/>
            <a:ext cx="11761076" cy="462985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nb-NO" sz="3200" dirty="0"/>
              <a:t>Full egenkapitalfinansiering (EK-finansiering)</a:t>
            </a:r>
          </a:p>
          <a:p>
            <a:pPr marL="514350" indent="-514350">
              <a:buFont typeface="+mj-lt"/>
              <a:buAutoNum type="arabicPeriod"/>
            </a:pPr>
            <a:r>
              <a:rPr lang="nb-NO" sz="3200" dirty="0"/>
              <a:t> </a:t>
            </a:r>
            <a:r>
              <a:rPr lang="nb-NO" sz="3200" dirty="0" err="1"/>
              <a:t>Gearing</a:t>
            </a:r>
            <a:r>
              <a:rPr lang="nb-NO" sz="3200" dirty="0"/>
              <a:t>: 18% EK i prosent av kjøpesum og resten lån</a:t>
            </a:r>
          </a:p>
          <a:p>
            <a:endParaRPr lang="nb-NO" sz="3200" dirty="0"/>
          </a:p>
          <a:p>
            <a:r>
              <a:rPr lang="nb-NO" sz="3200" dirty="0">
                <a:hlinkClick r:id="rId2"/>
              </a:rPr>
              <a:t>Utlånsforskriften</a:t>
            </a:r>
            <a:r>
              <a:rPr lang="nb-NO" sz="3200" dirty="0"/>
              <a:t> ( i grove trekk):</a:t>
            </a:r>
          </a:p>
          <a:p>
            <a:pPr lvl="2"/>
            <a:r>
              <a:rPr lang="nb-NO" sz="2800" dirty="0"/>
              <a:t>Gjeld kan ikke overstige inntekten 5 ganger brutto årsinntekt</a:t>
            </a:r>
          </a:p>
          <a:p>
            <a:pPr lvl="2"/>
            <a:r>
              <a:rPr lang="nb-NO" sz="2800" dirty="0"/>
              <a:t>Belåningsgraden kan ikke overstige 90%</a:t>
            </a:r>
          </a:p>
          <a:p>
            <a:pPr lvl="2"/>
            <a:r>
              <a:rPr lang="nb-NO" sz="2800" dirty="0"/>
              <a:t>Låntaker må tåle en renteøkning på 3 prosentpoeng</a:t>
            </a:r>
          </a:p>
          <a:p>
            <a:pPr lvl="2"/>
            <a:r>
              <a:rPr lang="nb-NO" sz="2800" dirty="0"/>
              <a:t>Er belåningsgraden over 60% må låntaker betale avdrag</a:t>
            </a:r>
          </a:p>
          <a:p>
            <a:pPr lvl="2"/>
            <a:r>
              <a:rPr lang="nb-NO" sz="2800" dirty="0"/>
              <a:t>Bankene kan unngå disse reglene for inntil 10% av lånene (8% i Oslo</a:t>
            </a:r>
            <a:r>
              <a:rPr lang="nb-NO" sz="24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2B37E-85F7-A64A-F12E-F06114B5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73596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A754-9477-A00E-9685-875E92DD3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 dirty="0"/>
              <a:t>Låneforskriften, renten og skatt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49561-DA6A-B1DA-66F4-731D82C67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24713" cy="4351338"/>
          </a:xfrm>
        </p:spPr>
        <p:txBody>
          <a:bodyPr/>
          <a:lstStyle/>
          <a:p>
            <a:r>
              <a:rPr lang="nb-NO" noProof="0" dirty="0"/>
              <a:t>600 000  årsinntekt; Kan låne 3 mill.</a:t>
            </a:r>
          </a:p>
          <a:p>
            <a:r>
              <a:rPr lang="nb-NO" noProof="0" dirty="0"/>
              <a:t>Dagens lånerente : 5% ; 20 års nedbetaling, annuitetslån, pr </a:t>
            </a:r>
            <a:r>
              <a:rPr lang="nb-NO" noProof="0" dirty="0" err="1"/>
              <a:t>mnd</a:t>
            </a:r>
            <a:r>
              <a:rPr lang="nb-NO" noProof="0" dirty="0"/>
              <a:t> 19 799 </a:t>
            </a:r>
          </a:p>
          <a:p>
            <a:pPr lvl="1"/>
            <a:r>
              <a:rPr lang="nb-NO" dirty="0"/>
              <a:t>R</a:t>
            </a:r>
            <a:r>
              <a:rPr lang="nb-NO" noProof="0" dirty="0" err="1"/>
              <a:t>enter</a:t>
            </a:r>
            <a:r>
              <a:rPr lang="nb-NO" noProof="0" dirty="0"/>
              <a:t> 12 500; renter etter skatt 12 500*(100%-22%) = 9750</a:t>
            </a:r>
          </a:p>
          <a:p>
            <a:pPr lvl="1"/>
            <a:r>
              <a:rPr lang="nb-NO" dirty="0"/>
              <a:t>Stresstest 8% rente = 20 000; renter etter skatt: 20 000*(100%-22%) = 15 600</a:t>
            </a:r>
          </a:p>
          <a:p>
            <a:endParaRPr lang="nb-NO" noProof="0" dirty="0"/>
          </a:p>
          <a:p>
            <a:r>
              <a:rPr lang="nb-NO" dirty="0"/>
              <a:t>Hvis den alminnelige skattesatsen går ned fra 22% til f.eks. 20% faller verdien av skattefradraget men samtidig faller også skatten på lønnsinntekt siden 22% satsen som reduseres også skatter lønnsinntekt</a:t>
            </a:r>
          </a:p>
          <a:p>
            <a:pPr lvl="1"/>
            <a:r>
              <a:rPr lang="nb-NO" dirty="0"/>
              <a:t>Hvilken effekt som dominerer avhenger av størrelsen på gjelden og lånerenten</a:t>
            </a:r>
          </a:p>
          <a:p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C043A-6378-2E41-C0A5-B1E9E7915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noProof="0" smtClean="0"/>
              <a:t>6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99944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71ED-DD79-DE19-24F3-0150A4CFF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94" y="136525"/>
            <a:ext cx="10515600" cy="1028887"/>
          </a:xfrm>
        </p:spPr>
        <p:txBody>
          <a:bodyPr/>
          <a:lstStyle/>
          <a:p>
            <a:r>
              <a:rPr lang="nb-NO" b="1" dirty="0" err="1"/>
              <a:t>Gearingeffekten</a:t>
            </a:r>
            <a:r>
              <a:rPr lang="nb-NO" b="1" dirty="0"/>
              <a:t>/brekkstangeffekten</a:t>
            </a:r>
            <a:r>
              <a:rPr lang="nb-NO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6BED9-AC9B-4208-5A3D-5B450EFDB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5412"/>
            <a:ext cx="10515600" cy="5011551"/>
          </a:xfrm>
        </p:spPr>
        <p:txBody>
          <a:bodyPr>
            <a:normAutofit/>
          </a:bodyPr>
          <a:lstStyle/>
          <a:p>
            <a:r>
              <a:rPr lang="nb-NO" dirty="0" err="1"/>
              <a:t>Gearingeffekten</a:t>
            </a:r>
            <a:r>
              <a:rPr lang="nb-NO" dirty="0"/>
              <a:t>: lånefinansiering kan øke avkastningen på EK </a:t>
            </a:r>
            <a:r>
              <a:rPr lang="nb-NO" i="1" dirty="0"/>
              <a:t>når totalavkastningen på investeringen er høyere enn lånekostnaden. </a:t>
            </a:r>
            <a:endParaRPr lang="nb-NO" dirty="0"/>
          </a:p>
          <a:p>
            <a:r>
              <a:rPr lang="nb-NO" dirty="0"/>
              <a:t>Avkastning på egenkapital (RE) = </a:t>
            </a:r>
            <a:r>
              <a:rPr lang="it-IT" dirty="0"/>
              <a:t> RA + (RA - RG) × (G/E)</a:t>
            </a:r>
            <a:endParaRPr lang="nb-NO" dirty="0"/>
          </a:p>
          <a:p>
            <a:pPr lvl="1"/>
            <a:r>
              <a:rPr lang="nb-NO" dirty="0"/>
              <a:t>RA = Avkastning på totale aktiva/eiendeler</a:t>
            </a:r>
          </a:p>
          <a:p>
            <a:pPr lvl="1"/>
            <a:r>
              <a:rPr lang="nb-NO" dirty="0"/>
              <a:t>RG = Rentekostnad på gjeld </a:t>
            </a:r>
          </a:p>
          <a:p>
            <a:pPr lvl="1"/>
            <a:r>
              <a:rPr lang="nb-NO" dirty="0"/>
              <a:t>G = Gjeld</a:t>
            </a:r>
          </a:p>
          <a:p>
            <a:pPr lvl="1"/>
            <a:r>
              <a:rPr lang="nb-NO" dirty="0"/>
              <a:t>E = Egenkapital</a:t>
            </a:r>
          </a:p>
          <a:p>
            <a:pPr lvl="1"/>
            <a:r>
              <a:rPr lang="nb-NO" dirty="0"/>
              <a:t>G/E = Gjeldsgrad</a:t>
            </a:r>
          </a:p>
          <a:p>
            <a:r>
              <a:rPr lang="nb-NO" dirty="0">
                <a:solidFill>
                  <a:srgbClr val="FF0000"/>
                </a:solidFill>
              </a:rPr>
              <a:t>Hvis avkastningen på investeringen (RA) er høyere enn lånerenten (RG)</a:t>
            </a:r>
            <a:r>
              <a:rPr lang="nb-NO" dirty="0"/>
              <a:t>, vil lån </a:t>
            </a:r>
            <a:r>
              <a:rPr lang="nb-NO" b="1" dirty="0"/>
              <a:t>forsterke</a:t>
            </a:r>
            <a:r>
              <a:rPr lang="nb-NO" dirty="0"/>
              <a:t> avkastningen på egenkapitalen (og vice versa).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A8EEC-B3EA-A6BB-B953-4362A7F43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2016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B29D-19F7-3BB7-ABA2-BA2CE151F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4000" b="1" dirty="0"/>
              <a:t>Investerings objektet: Leilighet i Sandviken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30F786-3C51-5EFE-EC33-96C13351B4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2532" y="1825625"/>
            <a:ext cx="5069907" cy="4351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AEF75-0CBC-A396-24BE-B416D0815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72439" y="1825625"/>
            <a:ext cx="6717029" cy="4351338"/>
          </a:xfrm>
        </p:spPr>
        <p:txBody>
          <a:bodyPr>
            <a:normAutofit/>
          </a:bodyPr>
          <a:lstStyle/>
          <a:p>
            <a:r>
              <a:rPr lang="nb-NO" dirty="0"/>
              <a:t>Kjøpesum etter omkostninger kr 6 100 000</a:t>
            </a:r>
          </a:p>
          <a:p>
            <a:r>
              <a:rPr lang="nb-NO" dirty="0"/>
              <a:t>Leieinntekt kr 174 000 pr år </a:t>
            </a:r>
            <a:r>
              <a:rPr lang="nb-NO" sz="2000" dirty="0"/>
              <a:t>(2 sov; 14 500 mnd.)</a:t>
            </a:r>
          </a:p>
          <a:p>
            <a:r>
              <a:rPr lang="nb-NO" dirty="0"/>
              <a:t>Fellesutgifter kr 29 364 pr år</a:t>
            </a:r>
          </a:p>
          <a:p>
            <a:r>
              <a:rPr lang="nb-NO" dirty="0"/>
              <a:t>Kommunale avgifter pr år kr 12 940</a:t>
            </a:r>
          </a:p>
          <a:p>
            <a:r>
              <a:rPr lang="nb-NO" dirty="0"/>
              <a:t>Bredbånd kr 599 pr mnd. </a:t>
            </a:r>
          </a:p>
          <a:p>
            <a:r>
              <a:rPr lang="nb-NO" dirty="0"/>
              <a:t>Kommunal eiendomsskatt kr 10 500 pr år</a:t>
            </a:r>
          </a:p>
          <a:p>
            <a:r>
              <a:rPr lang="nb-NO" dirty="0"/>
              <a:t>Leietaker betaler selv strøm</a:t>
            </a:r>
            <a:endParaRPr lang="nb-NO" sz="2400" dirty="0"/>
          </a:p>
          <a:p>
            <a:pPr marL="0" indent="0">
              <a:buNone/>
            </a:pPr>
            <a:endParaRPr lang="nb-NO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7954B9-CFCA-A005-061F-EAD2944C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89555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C9D4C-FD60-09A2-B2A7-C554AD740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3A7FC5-C661-1280-CE9D-08F1F0322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9</a:t>
            </a:fld>
            <a:endParaRPr lang="nb-NO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290EA6-B295-3E74-C57F-5260FA9B48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60880"/>
              </p:ext>
            </p:extLst>
          </p:nvPr>
        </p:nvGraphicFramePr>
        <p:xfrm>
          <a:off x="415636" y="1382606"/>
          <a:ext cx="11117234" cy="3612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928">
                  <a:extLst>
                    <a:ext uri="{9D8B030D-6E8A-4147-A177-3AD203B41FA5}">
                      <a16:colId xmlns:a16="http://schemas.microsoft.com/office/drawing/2014/main" val="2882918488"/>
                    </a:ext>
                  </a:extLst>
                </a:gridCol>
                <a:gridCol w="4447309">
                  <a:extLst>
                    <a:ext uri="{9D8B030D-6E8A-4147-A177-3AD203B41FA5}">
                      <a16:colId xmlns:a16="http://schemas.microsoft.com/office/drawing/2014/main" val="1078455877"/>
                    </a:ext>
                  </a:extLst>
                </a:gridCol>
                <a:gridCol w="4757997">
                  <a:extLst>
                    <a:ext uri="{9D8B030D-6E8A-4147-A177-3AD203B41FA5}">
                      <a16:colId xmlns:a16="http://schemas.microsoft.com/office/drawing/2014/main" val="3663900831"/>
                    </a:ext>
                  </a:extLst>
                </a:gridCol>
              </a:tblGrid>
              <a:tr h="1204101">
                <a:tc>
                  <a:txBody>
                    <a:bodyPr/>
                    <a:lstStyle/>
                    <a:p>
                      <a:endParaRPr lang="nb-NO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3000" dirty="0"/>
                        <a:t>LEIE UT HELE LEILIGHETEN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3000" dirty="0"/>
                        <a:t>BO SELV LEIE UT ETT ROM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627197"/>
                  </a:ext>
                </a:extLst>
              </a:tr>
              <a:tr h="1204101">
                <a:tc>
                  <a:txBody>
                    <a:bodyPr/>
                    <a:lstStyle/>
                    <a:p>
                      <a:r>
                        <a:rPr lang="nb-NO" sz="3000" dirty="0"/>
                        <a:t>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3000" dirty="0"/>
                        <a:t>Avkastning på EK?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000" dirty="0"/>
                        <a:t>     Avkastning på EK?</a:t>
                      </a:r>
                    </a:p>
                    <a:p>
                      <a:endParaRPr lang="nb-NO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76822"/>
                  </a:ext>
                </a:extLst>
              </a:tr>
              <a:tr h="1204101">
                <a:tc>
                  <a:txBody>
                    <a:bodyPr/>
                    <a:lstStyle/>
                    <a:p>
                      <a:r>
                        <a:rPr lang="nb-NO" sz="3000" dirty="0"/>
                        <a:t>EK + GJELD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3000" dirty="0"/>
                        <a:t>Avkastning på EK?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sz="3000" dirty="0"/>
                        <a:t>Avkastning på EK?</a:t>
                      </a:r>
                    </a:p>
                    <a:p>
                      <a:endParaRPr lang="nb-NO" sz="3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13601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5A4807-D7B5-7629-50C0-055CCCBC78CC}"/>
              </a:ext>
            </a:extLst>
          </p:cNvPr>
          <p:cNvSpPr txBox="1"/>
          <p:nvPr/>
        </p:nvSpPr>
        <p:spPr>
          <a:xfrm>
            <a:off x="1383030" y="434340"/>
            <a:ext cx="79895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4400" dirty="0"/>
              <a:t>Analysen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4509B-D945-5386-886A-1710CDD8A562}"/>
              </a:ext>
            </a:extLst>
          </p:cNvPr>
          <p:cNvSpPr txBox="1"/>
          <p:nvPr/>
        </p:nvSpPr>
        <p:spPr>
          <a:xfrm>
            <a:off x="665825" y="5352464"/>
            <a:ext cx="1100831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err="1"/>
              <a:t>Gearingeffekten</a:t>
            </a:r>
            <a:r>
              <a:rPr lang="en-US" sz="2600" dirty="0"/>
              <a:t>: </a:t>
            </a:r>
            <a:r>
              <a:rPr lang="nb-NO" sz="2600" dirty="0">
                <a:solidFill>
                  <a:srgbClr val="FF0000"/>
                </a:solidFill>
              </a:rPr>
              <a:t>Hvis avkastningen på investeringen er høyere enn lånerenten</a:t>
            </a:r>
            <a:r>
              <a:rPr lang="nb-NO" sz="2600" dirty="0"/>
              <a:t>, </a:t>
            </a:r>
          </a:p>
          <a:p>
            <a:r>
              <a:rPr lang="nb-NO" sz="2600" dirty="0"/>
              <a:t>vil </a:t>
            </a:r>
            <a:r>
              <a:rPr lang="nb-NO" sz="2600" dirty="0" err="1"/>
              <a:t>gearing</a:t>
            </a:r>
            <a:r>
              <a:rPr lang="nb-NO" sz="2600" dirty="0"/>
              <a:t> </a:t>
            </a:r>
            <a:r>
              <a:rPr lang="nb-NO" sz="2600" b="1" dirty="0"/>
              <a:t>forsterke</a:t>
            </a:r>
            <a:r>
              <a:rPr lang="nb-NO" sz="2600" dirty="0"/>
              <a:t> avkastningen på egenkapitalen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88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FCD14-7EFD-0837-4A8C-125D30663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37310"/>
            <a:ext cx="11062447" cy="483965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nb-NO" sz="3600" dirty="0"/>
          </a:p>
          <a:p>
            <a:pPr marL="0" indent="0">
              <a:buNone/>
            </a:pPr>
            <a:r>
              <a:rPr lang="nb-NO" sz="3600" dirty="0"/>
              <a:t>1. Hvilken diskonteringsrente skal vi bruke?</a:t>
            </a:r>
          </a:p>
          <a:p>
            <a:endParaRPr lang="nb-NO" sz="3600" dirty="0"/>
          </a:p>
          <a:p>
            <a:pPr marL="0" indent="0">
              <a:buNone/>
            </a:pPr>
            <a:r>
              <a:rPr lang="nb-NO" sz="3600" dirty="0"/>
              <a:t>2. Hva slags verdistigning (om noen) skal vi legge til grunn?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B81B7-338D-1147-D23E-5EB2DBF4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10</a:t>
            </a:fld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07C400F-FA4C-B8DD-3FF1-D8E764FBF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6525"/>
            <a:ext cx="10515600" cy="892175"/>
          </a:xfrm>
        </p:spPr>
        <p:txBody>
          <a:bodyPr/>
          <a:lstStyle/>
          <a:p>
            <a:r>
              <a:rPr lang="nb-NO" dirty="0"/>
              <a:t>Vi selger leiligheten etter 3 år</a:t>
            </a:r>
          </a:p>
        </p:txBody>
      </p:sp>
    </p:spTree>
    <p:extLst>
      <p:ext uri="{BB962C8B-B14F-4D97-AF65-F5344CB8AC3E}">
        <p14:creationId xmlns:p14="http://schemas.microsoft.com/office/powerpoint/2010/main" val="2688013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Avkastning eiendomsfond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Noterte eiendomsaksjefond vs. unoterte/direkte eiendomsfond — utvalgte fond, per august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67528" cy="1417320"/>
          </a:xfrm>
          <a:prstGeom prst="roundRect">
            <a:avLst>
              <a:gd name="adj" fmla="val 5161"/>
            </a:avLst>
          </a:prstGeom>
          <a:solidFill>
            <a:srgbClr val="E7E8D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50976" y="1929384"/>
            <a:ext cx="64008" cy="118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" y="1837944"/>
            <a:ext cx="64008" cy="210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52144" y="1746504"/>
            <a:ext cx="64008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54480" y="1581912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1783080"/>
            <a:ext cx="4178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+4,1 % p.a.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22960" y="2368296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års annualisert avkastning — ODIN Eiendom A NOK (per 31.07.2026)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2784" y="1325880"/>
            <a:ext cx="5367528" cy="1417320"/>
          </a:xfrm>
          <a:prstGeom prst="roundRect">
            <a:avLst>
              <a:gd name="adj" fmla="val 5161"/>
            </a:avLst>
          </a:prstGeom>
          <a:solidFill>
            <a:srgbClr val="E7E8D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47104" y="1600200"/>
            <a:ext cx="566928" cy="566928"/>
          </a:xfrm>
          <a:prstGeom prst="ellipse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675120" y="1728216"/>
            <a:ext cx="310896" cy="164592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20840" y="1874520"/>
            <a:ext cx="21945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78624" y="1581912"/>
            <a:ext cx="4178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UNOTERT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78624" y="1783080"/>
            <a:ext cx="4178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+3,5 % p.a.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547104" y="2368296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års annualisert avkastning — Storebrand Eiendomsfond Norge KS (2023–2025)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699799"/>
              </p:ext>
            </p:extLst>
          </p:nvPr>
        </p:nvGraphicFramePr>
        <p:xfrm>
          <a:off x="548640" y="2999232"/>
          <a:ext cx="11091672" cy="2944368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0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0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år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år (p.a.)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år (p.a.)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kern="0" spc="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NOTERTE EIENDOMSAKSJEFOND (børsnoterte eiendomsselskaper)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ODIN Eiendom A NOK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-16,7 %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+4,1 %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-11,5 %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Nordic Real Estate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-16,4 %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+8,1 %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-7,2 %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kern="0" spc="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UNOTERTE / DIREKTE EIENDOMSFOND (fysisk eiendom, kvartalsvis verdsatt)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BEA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Storebrand Eiendomsfond Norge KS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+9,8 %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+3,5 %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+3,8 %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DNB Eiendomsfond Core Plus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+9,8 %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48640" y="62636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= ikke tilgjengelig / for kort fondshistorikk (DNB Eiendomsfond Core Plus lansert 2021). Noterte fond er begge norskforvaltede, med nordisk (ikke rendyrket norsk) investeringsmandat.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Kilder: ODIN Fondene (per 31.07.2026) · FIRST Fondene (per 20.08.2026) · Storebrand Asset Management kvartalsrapporter (årlige tall 2021–2025) · DNB Eiendomsfond Core Plus (2025-resultat).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Historisk avkastning er ingen garanti for fremtidig avkastning.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838BA-381F-3C7B-7EFE-386A986D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nb-NO" sz="5000"/>
              <a:t>Hvilken diskonteringsrente skal vi bruke?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38635-1B76-2DE3-B2CF-C8E9A2E3F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29384"/>
            <a:ext cx="11014923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3600" dirty="0"/>
              <a:t> </a:t>
            </a:r>
          </a:p>
          <a:p>
            <a:r>
              <a:rPr lang="nb-NO" sz="3600" dirty="0"/>
              <a:t>Uvektet avkastning i eiendomsfond siste 10 år: 4,35%;</a:t>
            </a:r>
          </a:p>
          <a:p>
            <a:endParaRPr lang="nb-NO" sz="3600" dirty="0"/>
          </a:p>
          <a:p>
            <a:r>
              <a:rPr lang="nb-NO" sz="3600" dirty="0"/>
              <a:t>Etter skatt er avkastningen 4,35%*(100% - 22%) = 3%. </a:t>
            </a:r>
          </a:p>
          <a:p>
            <a:endParaRPr lang="nb-NO" sz="3600" dirty="0"/>
          </a:p>
          <a:p>
            <a:r>
              <a:rPr lang="nb-NO" sz="3600" dirty="0"/>
              <a:t>Vi bruker 3%.</a:t>
            </a:r>
          </a:p>
          <a:p>
            <a:endParaRPr lang="nb-NO" sz="2200" dirty="0"/>
          </a:p>
          <a:p>
            <a:endParaRPr lang="nb-NO" sz="2200" dirty="0"/>
          </a:p>
          <a:p>
            <a:endParaRPr lang="nb-NO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F3E37-899C-39C4-D838-7307C63D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F5B6145-9EF0-482A-8704-5649857AB793}" type="slidenum">
              <a:rPr lang="nb-NO" smtClean="0"/>
              <a:pPr>
                <a:spcAft>
                  <a:spcPts val="600"/>
                </a:spcAft>
              </a:pPr>
              <a:t>12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1323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Boligprisutvikling: Bergen og Bergenhus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Grovt anslått prisoppgang siste tre år (2023–2026) — presist bydelstall for Bergenhus finnes ikke offentlig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98448"/>
          <a:ext cx="5989320" cy="3364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748272" y="1298448"/>
            <a:ext cx="4892040" cy="3364992"/>
          </a:xfrm>
          <a:prstGeom prst="roundRect">
            <a:avLst>
              <a:gd name="adj" fmla="val 2174"/>
            </a:avLst>
          </a:prstGeom>
          <a:solidFill>
            <a:srgbClr val="E7E8D1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040880" y="1591056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168896" y="1719072"/>
            <a:ext cx="310896" cy="164592"/>
          </a:xfrm>
          <a:prstGeom prst="triangl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214616" y="1865376"/>
            <a:ext cx="219456" cy="182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0" y="15727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BERGEN TOTALT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068312" y="219456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+18–20 %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7068312" y="3172968"/>
            <a:ext cx="425196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 err="1">
                <a:solidFill>
                  <a:srgbClr val="3A3A3A"/>
                </a:solidFill>
                <a:latin typeface="Calibri" pitchFamily="34" charset="0"/>
                <a:cs typeface="Calibri" pitchFamily="34" charset="-120"/>
              </a:rPr>
              <a:t>Prisstigning</a:t>
            </a:r>
            <a:r>
              <a:rPr lang="en-US" sz="2800" dirty="0">
                <a:solidFill>
                  <a:srgbClr val="3A3A3A"/>
                </a:solidFill>
                <a:latin typeface="Calibri" pitchFamily="34" charset="0"/>
                <a:cs typeface="Calibri" pitchFamily="34" charset="-120"/>
              </a:rPr>
              <a:t> over 3 </a:t>
            </a:r>
            <a:r>
              <a:rPr lang="en-US" sz="2800" dirty="0" err="1">
                <a:solidFill>
                  <a:srgbClr val="3A3A3A"/>
                </a:solidFill>
                <a:latin typeface="Calibri" pitchFamily="34" charset="0"/>
                <a:cs typeface="Calibri" pitchFamily="34" charset="-120"/>
              </a:rPr>
              <a:t>år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4828032"/>
            <a:ext cx="11091672" cy="1207008"/>
          </a:xfrm>
          <a:prstGeom prst="roundRect">
            <a:avLst>
              <a:gd name="adj" fmla="val 6061"/>
            </a:avLst>
          </a:prstGeom>
          <a:solidFill>
            <a:srgbClr val="F2F1E8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41248" y="5138928"/>
            <a:ext cx="566928" cy="566928"/>
          </a:xfrm>
          <a:prstGeom prst="ellipse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969264" y="5468112"/>
            <a:ext cx="64008" cy="118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069848" y="5376672"/>
            <a:ext cx="64008" cy="2103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170432" y="5285232"/>
            <a:ext cx="64008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600200" y="49743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BERGENHUS / SENTRUM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600200" y="52486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(bydelen der Nordnes, Sandviken, Nygårdshøyden og sentrum inngår)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600200" y="55412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80 816 kr/m²</a:t>
            </a:r>
            <a:endParaRPr lang="en-US" sz="2200" dirty="0"/>
          </a:p>
          <a:p>
            <a:pPr marL="0" indent="0">
              <a:buNone/>
            </a:pP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kvm-pris leilighet i dag (2. kv. 2026)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4572000" y="5541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+10,7 %</a:t>
            </a:r>
            <a:endParaRPr lang="en-US" sz="2200" dirty="0"/>
          </a:p>
          <a:p>
            <a:pPr marL="0" indent="0">
              <a:buNone/>
            </a:pPr>
            <a:r>
              <a:rPr lang="en-US" sz="1050" dirty="0" err="1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prisvekst</a:t>
            </a:r>
            <a:r>
              <a:rPr lang="en-US" sz="1050" dirty="0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2024 </a:t>
            </a:r>
            <a:r>
              <a:rPr lang="en-US" sz="1050" dirty="0" err="1">
                <a:solidFill>
                  <a:srgbClr val="7A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helår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DE367-CAF7-EB3C-3358-4077DA12F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314"/>
            <a:ext cx="10515600" cy="737534"/>
          </a:xfrm>
        </p:spPr>
        <p:txBody>
          <a:bodyPr/>
          <a:lstStyle/>
          <a:p>
            <a:r>
              <a:rPr lang="nb-NO" dirty="0"/>
              <a:t>Hva kan vi selge leiligheten for etter 3 år?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E9AFD-32A1-E7AC-4420-E0C5A2B92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57835"/>
            <a:ext cx="5181600" cy="5119128"/>
          </a:xfrm>
        </p:spPr>
        <p:txBody>
          <a:bodyPr>
            <a:normAutofit fontScale="92500" lnSpcReduction="10000"/>
          </a:bodyPr>
          <a:lstStyle/>
          <a:p>
            <a:endParaRPr lang="nb-NO" dirty="0"/>
          </a:p>
          <a:p>
            <a:r>
              <a:rPr lang="nb-NO" sz="3200" dirty="0"/>
              <a:t>Prisstigning på leiligheter i Bergen 18-20%. Leiligheten ligger i </a:t>
            </a:r>
            <a:r>
              <a:rPr lang="nb-NO" sz="3200" dirty="0" err="1"/>
              <a:t>Bergenshus</a:t>
            </a:r>
            <a:r>
              <a:rPr lang="nb-NO" sz="3200" dirty="0"/>
              <a:t> som er mer attraktivt. </a:t>
            </a:r>
          </a:p>
          <a:p>
            <a:endParaRPr lang="nb-NO" sz="3200" dirty="0"/>
          </a:p>
          <a:p>
            <a:r>
              <a:rPr lang="nb-NO" sz="3200" dirty="0"/>
              <a:t>Vi er konservative og bruker 18% prisstigning over tre år.</a:t>
            </a:r>
          </a:p>
          <a:p>
            <a:pPr marL="0" indent="0">
              <a:buNone/>
            </a:pPr>
            <a:endParaRPr lang="nb-NO" sz="3200" dirty="0"/>
          </a:p>
          <a:p>
            <a:r>
              <a:rPr lang="nb-NO" sz="3200" dirty="0"/>
              <a:t>Hva hvis renten stiger? Figuren antyder at det betyr lite for boligprisene? Tror vi på det?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F14801-4E07-8EA0-57D5-6F0B2C113A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199" y="1174111"/>
            <a:ext cx="5920605" cy="50481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00BF0-0789-0238-CC26-6F5D51EF6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14</a:t>
            </a:fld>
            <a:endParaRPr lang="nb-N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CB7842-8693-FFC5-3A3B-BB5657910856}"/>
              </a:ext>
            </a:extLst>
          </p:cNvPr>
          <p:cNvSpPr txBox="1"/>
          <p:nvPr/>
        </p:nvSpPr>
        <p:spPr>
          <a:xfrm>
            <a:off x="9462052" y="4518991"/>
            <a:ext cx="1425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Renten </a:t>
            </a:r>
            <a:r>
              <a:rPr lang="en-US" dirty="0" err="1"/>
              <a:t>stiger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21A075C-116E-DC92-EA96-3A87BC7C257D}"/>
              </a:ext>
            </a:extLst>
          </p:cNvPr>
          <p:cNvCxnSpPr/>
          <p:nvPr/>
        </p:nvCxnSpPr>
        <p:spPr>
          <a:xfrm flipV="1">
            <a:off x="10296939" y="3988904"/>
            <a:ext cx="590183" cy="530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703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AE3AD-8276-CC42-5CB2-F7041EC78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2786"/>
          </a:xfrm>
        </p:spPr>
        <p:txBody>
          <a:bodyPr>
            <a:normAutofit/>
          </a:bodyPr>
          <a:lstStyle/>
          <a:p>
            <a:r>
              <a:rPr lang="nb-NO" sz="4000" b="1" noProof="0" dirty="0">
                <a:latin typeface="+mn-lt"/>
              </a:rPr>
              <a:t>Skattefri utleie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FD56A-7144-D646-BB44-3788EAD18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7912"/>
            <a:ext cx="10515600" cy="4969051"/>
          </a:xfrm>
        </p:spPr>
        <p:txBody>
          <a:bodyPr>
            <a:normAutofit/>
          </a:bodyPr>
          <a:lstStyle/>
          <a:p>
            <a:r>
              <a:rPr lang="nb-NO" noProof="0" dirty="0"/>
              <a:t>Leieinntekten er skattefri hvis du selv bruker minst halvparten av boligen, målt etter </a:t>
            </a:r>
            <a:r>
              <a:rPr lang="nb-NO" i="1" noProof="0" dirty="0"/>
              <a:t>utleieverdi</a:t>
            </a:r>
            <a:r>
              <a:rPr lang="nb-NO" noProof="0" dirty="0"/>
              <a:t> (ikke areal).</a:t>
            </a:r>
          </a:p>
          <a:p>
            <a:endParaRPr lang="nb-NO" noProof="0" dirty="0"/>
          </a:p>
          <a:p>
            <a:r>
              <a:rPr lang="nb-NO" noProof="0" dirty="0"/>
              <a:t> Er delen du bor i minst like mye verdt i utleiemarkedet som delen du leier ut, betaler du ikke skatt av leieinntekten — uansett leiebeløp. </a:t>
            </a:r>
          </a:p>
          <a:p>
            <a:endParaRPr lang="nb-NO" noProof="0" dirty="0"/>
          </a:p>
          <a:p>
            <a:r>
              <a:rPr lang="nb-NO" noProof="0" dirty="0"/>
              <a:t>Er leieinntekten skattefri, trenger du ikke rapportere den til Skatteetaten, men du får da heller ikke fradrag for kostnader knyttet til utleien eller leiligheten.</a:t>
            </a:r>
          </a:p>
          <a:p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FE761-332E-B7A9-4CBE-1F1C1678D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noProof="0" smtClean="0"/>
              <a:t>15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272024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1724-33AC-CBA9-4C3E-A393B9A21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1013"/>
          </a:xfrm>
        </p:spPr>
        <p:txBody>
          <a:bodyPr>
            <a:normAutofit/>
          </a:bodyPr>
          <a:lstStyle/>
          <a:p>
            <a:r>
              <a:rPr lang="nb-NO" sz="3600" b="1" noProof="0" dirty="0">
                <a:latin typeface="+mn-lt"/>
              </a:rPr>
              <a:t>Skattepliktig utleie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5CCCB-FCA1-1B9A-ED47-BE9A7D469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756" y="1282262"/>
            <a:ext cx="10980196" cy="4894701"/>
          </a:xfrm>
        </p:spPr>
        <p:txBody>
          <a:bodyPr/>
          <a:lstStyle/>
          <a:p>
            <a:r>
              <a:rPr lang="nb-NO" noProof="0" dirty="0"/>
              <a:t>Skatt på leieinntekten er 22% </a:t>
            </a:r>
          </a:p>
          <a:p>
            <a:endParaRPr lang="nb-NO" noProof="0" dirty="0"/>
          </a:p>
          <a:p>
            <a:r>
              <a:rPr lang="nb-NO" noProof="0" dirty="0"/>
              <a:t>Men leier du ut mer enn fire boenheter driver du næring ( 50,6% skatt)</a:t>
            </a:r>
          </a:p>
          <a:p>
            <a:pPr lvl="1"/>
            <a:r>
              <a:rPr lang="nb-NO" noProof="0" dirty="0"/>
              <a:t>22 % skatt på alminnelig inntekt</a:t>
            </a:r>
          </a:p>
          <a:p>
            <a:pPr lvl="1"/>
            <a:r>
              <a:rPr lang="nb-NO" noProof="0" dirty="0"/>
              <a:t>10,8 % trygdeavgift på næringsinntekt (2026-sats)</a:t>
            </a:r>
          </a:p>
          <a:p>
            <a:pPr lvl="1"/>
            <a:r>
              <a:rPr lang="nb-NO" noProof="0" dirty="0"/>
              <a:t>17,8 % trinnskatt trinn 5 (inntekt over 1 467 200 kr i 2026)</a:t>
            </a:r>
          </a:p>
          <a:p>
            <a:endParaRPr lang="nb-NO" noProof="0" dirty="0"/>
          </a:p>
          <a:p>
            <a:r>
              <a:rPr lang="nb-NO" noProof="0" dirty="0"/>
              <a:t>Vi skal forutsette at vi ikke driver næring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FFEE4-0574-7115-6618-A5360BE4B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noProof="0" smtClean="0"/>
              <a:t>16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67025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4DFA8-71CD-F9FC-34F6-A7DDA91BE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2337"/>
          </a:xfrm>
        </p:spPr>
        <p:txBody>
          <a:bodyPr>
            <a:normAutofit/>
          </a:bodyPr>
          <a:lstStyle/>
          <a:p>
            <a:r>
              <a:rPr lang="nb-NO" sz="3600" noProof="0" dirty="0"/>
              <a:t>Kostnader til fradrag ved skattepliktig utleie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E06AE-BE74-228D-4FD1-423929C1A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97" y="1124607"/>
            <a:ext cx="11477295" cy="5052356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nb-NO" sz="3300" noProof="0" dirty="0"/>
              <a:t>Kommunale avgifter og eiendomsskatt på den utleide boligen</a:t>
            </a:r>
          </a:p>
          <a:p>
            <a:pPr lvl="0"/>
            <a:r>
              <a:rPr lang="nb-NO" sz="3300" noProof="0" dirty="0"/>
              <a:t>Bolig- og innboforsikring</a:t>
            </a:r>
          </a:p>
          <a:p>
            <a:pPr lvl="0"/>
            <a:r>
              <a:rPr lang="nb-NO" sz="3300" noProof="0" dirty="0"/>
              <a:t>Vedlikehold (for å opprettholde standard ikke heve den)</a:t>
            </a:r>
          </a:p>
          <a:p>
            <a:pPr lvl="0"/>
            <a:r>
              <a:rPr lang="nb-NO" sz="3300" noProof="0" dirty="0"/>
              <a:t>Felleskostnader til borettslag/sameie (men ikke nedbetaling av fellesgjeld eller renter på fellesgjeld)</a:t>
            </a:r>
          </a:p>
          <a:p>
            <a:pPr lvl="0"/>
            <a:r>
              <a:rPr lang="nb-NO" sz="3300" noProof="0" dirty="0"/>
              <a:t>Strøm, oppvarming og renhold, hvis du betaler dette (f.eks. inkludert i leien)</a:t>
            </a:r>
          </a:p>
          <a:p>
            <a:pPr lvl="0"/>
            <a:r>
              <a:rPr lang="nb-NO" sz="3300" noProof="0" dirty="0"/>
              <a:t>Annonsering, visning og formidling</a:t>
            </a:r>
          </a:p>
          <a:p>
            <a:pPr lvl="0"/>
            <a:r>
              <a:rPr lang="nb-NO" sz="3300" noProof="0" dirty="0"/>
              <a:t>Festeavgift</a:t>
            </a:r>
          </a:p>
          <a:p>
            <a:pPr lvl="0"/>
            <a:r>
              <a:rPr lang="nb-NO" sz="3300" noProof="0" dirty="0"/>
              <a:t>Reisekostnader knyttet til utleien (visning, vedlikehold, tilsyn)</a:t>
            </a:r>
          </a:p>
          <a:p>
            <a:pPr lvl="0"/>
            <a:r>
              <a:rPr lang="nb-NO" sz="3300" noProof="0" dirty="0"/>
              <a:t>Gebyr til depositumskonto</a:t>
            </a:r>
          </a:p>
          <a:p>
            <a:pPr lvl="0"/>
            <a:r>
              <a:rPr lang="nb-NO" sz="3300" noProof="0" dirty="0"/>
              <a:t>Slitasje på møbler og innbo (avskrivning)</a:t>
            </a:r>
            <a:endParaRPr lang="nb-NO" noProof="0" dirty="0"/>
          </a:p>
          <a:p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7838C-D529-87E0-3F76-F24A28098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noProof="0" smtClean="0"/>
              <a:t>17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1840381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FC1C5-B254-491D-662E-FCC2E9960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3043"/>
          </a:xfrm>
        </p:spPr>
        <p:txBody>
          <a:bodyPr>
            <a:normAutofit fontScale="90000"/>
          </a:bodyPr>
          <a:lstStyle/>
          <a:p>
            <a:r>
              <a:rPr lang="nb-NO" b="1" dirty="0">
                <a:latin typeface="+mn-lt"/>
              </a:rPr>
              <a:t>To strategier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A5A19-3424-EADD-0871-C77F449C0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03" y="1082130"/>
            <a:ext cx="11627489" cy="537277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nb-NO" sz="3600" b="1" dirty="0"/>
              <a:t>Leie ut hele leiligheten, 22% skatt(sekundærbolig).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nb-NO" sz="3200" dirty="0"/>
              <a:t>Får fradrag for kostnader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nb-NO" sz="3200" dirty="0"/>
              <a:t>Må skatte av årlige inntekter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nb-NO" sz="3200" dirty="0"/>
              <a:t>Må skatte av salgsgevinst (får fratrekk for tap)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nb-NO" sz="3200" dirty="0"/>
              <a:t>Ingen rabatt på formuesskatten (sekundærbolig)</a:t>
            </a:r>
          </a:p>
          <a:p>
            <a:pPr>
              <a:buFont typeface="Wingdings" panose="05000000000000000000" pitchFamily="2" charset="2"/>
              <a:buChar char="ü"/>
            </a:pPr>
            <a:endParaRPr lang="nb-NO" sz="3600" dirty="0"/>
          </a:p>
          <a:p>
            <a:pPr marL="0" indent="0">
              <a:buNone/>
            </a:pPr>
            <a:r>
              <a:rPr lang="nb-NO" sz="3600" dirty="0"/>
              <a:t>2. </a:t>
            </a:r>
            <a:r>
              <a:rPr lang="nb-NO" sz="3600" b="1" dirty="0"/>
              <a:t>Leie ut ett rom; bo selv på det andre (primærbolig)	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nb-NO" sz="3200" dirty="0"/>
              <a:t>	Slipper skatt på leieinntekten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nb-NO" sz="3200" dirty="0"/>
              <a:t>Slipper skatt på eventuell salgsgevinst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nb-NO" sz="3200" dirty="0"/>
              <a:t>75% rabatt på </a:t>
            </a:r>
            <a:r>
              <a:rPr lang="nb-NO" sz="3200" dirty="0" err="1"/>
              <a:t>fomuesverdi</a:t>
            </a:r>
            <a:r>
              <a:rPr lang="nb-NO" sz="3200" dirty="0"/>
              <a:t> under 10 mill. for primærbolig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3A8A0-6A73-1F63-E939-17825931E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18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91504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AED12-1DE3-02BF-0454-DC7A421C9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2847"/>
          </a:xfrm>
        </p:spPr>
        <p:txBody>
          <a:bodyPr>
            <a:normAutofit/>
          </a:bodyPr>
          <a:lstStyle/>
          <a:p>
            <a:r>
              <a:rPr lang="nb-NO" sz="3600" b="1" noProof="0" dirty="0"/>
              <a:t>Kravene for skattefritt salg</a:t>
            </a:r>
            <a:endParaRPr lang="nb-NO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8943B-7961-F5D8-2EC2-8475C6D1A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5628"/>
            <a:ext cx="10515600" cy="5031335"/>
          </a:xfrm>
        </p:spPr>
        <p:txBody>
          <a:bodyPr>
            <a:normAutofit lnSpcReduction="10000"/>
          </a:bodyPr>
          <a:lstStyle/>
          <a:p>
            <a:pPr lvl="0"/>
            <a:r>
              <a:rPr lang="nb-NO" b="1" noProof="0" dirty="0"/>
              <a:t>Eiertid:</a:t>
            </a:r>
            <a:r>
              <a:rPr lang="nb-NO" noProof="0" dirty="0"/>
              <a:t> du må ha eid boligen i minst ett år før du aksepterer kjøpers bud.</a:t>
            </a:r>
          </a:p>
          <a:p>
            <a:pPr marL="0" lvl="0" indent="0">
              <a:buNone/>
            </a:pPr>
            <a:r>
              <a:rPr lang="nb-NO" noProof="0" dirty="0"/>
              <a:t>  </a:t>
            </a:r>
          </a:p>
          <a:p>
            <a:pPr lvl="0"/>
            <a:r>
              <a:rPr lang="nb-NO" b="1" noProof="0" dirty="0"/>
              <a:t>Botid: </a:t>
            </a:r>
            <a:r>
              <a:rPr lang="nb-NO" noProof="0" dirty="0"/>
              <a:t>du må ha bodd i boligen i minst 12 av de siste 24 månedene før salget (kan være usammenhengende ).</a:t>
            </a:r>
          </a:p>
          <a:p>
            <a:pPr lvl="0"/>
            <a:endParaRPr lang="nb-NO" noProof="0" dirty="0"/>
          </a:p>
          <a:p>
            <a:pPr lvl="0"/>
            <a:r>
              <a:rPr lang="nb-NO" b="1" noProof="0" dirty="0"/>
              <a:t>Brukshindring: </a:t>
            </a:r>
            <a:r>
              <a:rPr lang="nb-NO" noProof="0" dirty="0"/>
              <a:t>må du flytte pga. arbeid, utdanning eller sykdom (og ikke kjente til dette da du kjøpte), kan du fortsatt opptjene botid selv om du leier ut i mellomtiden.</a:t>
            </a:r>
          </a:p>
          <a:p>
            <a:pPr lvl="0"/>
            <a:endParaRPr lang="nb-NO" dirty="0"/>
          </a:p>
          <a:p>
            <a:pPr lvl="0"/>
            <a:r>
              <a:rPr lang="nb-NO" noProof="0" dirty="0"/>
              <a:t>Hvis vi bor i ett rom og leier ut det andre har vi 3 års botid og kan selge skattefritt</a:t>
            </a:r>
          </a:p>
          <a:p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E89D3-F08D-6F4E-A3E9-600E80E5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noProof="0" smtClean="0"/>
              <a:t>19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53434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514C0-92C1-0A37-6C2D-35FF0D31C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528" y="1230747"/>
            <a:ext cx="3308275" cy="4480726"/>
          </a:xfrm>
        </p:spPr>
        <p:txBody>
          <a:bodyPr>
            <a:normAutofit/>
          </a:bodyPr>
          <a:lstStyle/>
          <a:p>
            <a:pPr algn="r"/>
            <a:r>
              <a:rPr lang="nb-NO" sz="4600" b="1" dirty="0">
                <a:latin typeface="+mn-lt"/>
              </a:rPr>
              <a:t>Case 1:</a:t>
            </a:r>
            <a:br>
              <a:rPr lang="nb-NO" sz="4600" b="1" dirty="0">
                <a:latin typeface="+mn-lt"/>
              </a:rPr>
            </a:br>
            <a:r>
              <a:rPr lang="nb-NO" sz="4600" b="1" dirty="0">
                <a:latin typeface="+mn-lt"/>
              </a:rPr>
              <a:t> Vi leier ut hele leiligheten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8F982F-14B5-0370-91E7-DFE3312417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54296" y="1396802"/>
                <a:ext cx="7162777" cy="4277884"/>
              </a:xfrm>
            </p:spPr>
            <p:txBody>
              <a:bodyPr anchor="ctr">
                <a:normAutofit/>
              </a:bodyPr>
              <a:lstStyle/>
              <a:p>
                <a:r>
                  <a:rPr lang="nb-NO" b="1" dirty="0"/>
                  <a:t>Selger med en prisstigning på 18% over tre år</a:t>
                </a:r>
                <a:r>
                  <a:rPr lang="nb-NO" dirty="0"/>
                  <a:t>. </a:t>
                </a:r>
              </a:p>
              <a:p>
                <a:pPr lvl="1"/>
                <a:r>
                  <a:rPr lang="nb-NO" sz="2800" dirty="0"/>
                  <a:t>Pris ved salg år 3: </a:t>
                </a:r>
                <a:endParaRPr lang="nb-NO" sz="28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6,1 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</a:rPr>
                      <m:t>mill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.∗18%=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𝟏𝟗𝟖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1" i="1">
                        <a:latin typeface="Cambria Math" panose="02040503050406030204" pitchFamily="18" charset="0"/>
                      </a:rPr>
                      <m:t>𝟎𝟎𝟎</m:t>
                    </m:r>
                  </m:oMath>
                </a14:m>
                <a:r>
                  <a:rPr lang="nb-NO" sz="2800" b="1" dirty="0"/>
                  <a:t> </a:t>
                </a:r>
                <a:endParaRPr lang="nb-NO" sz="2800" dirty="0"/>
              </a:p>
              <a:p>
                <a:pPr lvl="1"/>
                <a:r>
                  <a:rPr lang="nb-NO" sz="2800" dirty="0"/>
                  <a:t>Salgsgevinst: </a:t>
                </a:r>
              </a:p>
              <a:p>
                <a:pPr marL="457200" lvl="1" indent="0">
                  <a:buNone/>
                </a:pPr>
                <a:r>
                  <a:rPr lang="nb-NO" sz="2800" dirty="0"/>
                  <a:t>= </a:t>
                </a:r>
                <a:r>
                  <a:rPr lang="nb-NO" sz="2800" b="1" dirty="0"/>
                  <a:t>1 098 000 </a:t>
                </a:r>
                <a:r>
                  <a:rPr lang="nb-NO" sz="2800" dirty="0"/>
                  <a:t>(=7 198 000 – 6 100 000). </a:t>
                </a:r>
              </a:p>
              <a:p>
                <a:pPr lvl="1"/>
                <a:r>
                  <a:rPr lang="nb-NO" sz="2800" dirty="0"/>
                  <a:t>Skatt på salgsgevinst: </a:t>
                </a:r>
              </a:p>
              <a:p>
                <a:pPr marL="457200" lvl="1" indent="0">
                  <a:buNone/>
                </a:pPr>
                <a:r>
                  <a:rPr lang="nb-NO" sz="2800" dirty="0"/>
                  <a:t>= </a:t>
                </a:r>
                <a:r>
                  <a:rPr lang="nb-NO" sz="2800" b="1" dirty="0"/>
                  <a:t>1 098 000</a:t>
                </a:r>
                <a:r>
                  <a:rPr lang="nb-NO" sz="2800" dirty="0"/>
                  <a:t>*22% = </a:t>
                </a:r>
                <a:r>
                  <a:rPr lang="nb-NO" sz="2800" b="1" dirty="0"/>
                  <a:t>241 560 </a:t>
                </a:r>
              </a:p>
              <a:p>
                <a:pPr marL="0" indent="0">
                  <a:buNone/>
                </a:pPr>
                <a:endParaRPr lang="nb-NO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8F982F-14B5-0370-91E7-DFE3312417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54296" y="1396802"/>
                <a:ext cx="7162777" cy="4277884"/>
              </a:xfrm>
              <a:blipFill>
                <a:blip r:embed="rId2"/>
                <a:stretch>
                  <a:fillRect l="-1416" r="-2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289EF-D4AE-63A0-24B5-8F0862733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83496" y="4892040"/>
            <a:ext cx="1673352" cy="10058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5F5B6145-9EF0-482A-8704-5649857AB793}" type="slidenum">
              <a:rPr lang="nb-NO" sz="66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20</a:t>
            </a:fld>
            <a:endParaRPr lang="nb-NO" sz="6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477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3F81977-2965-D9EE-D55A-4AB82C637E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2519902"/>
              </p:ext>
            </p:extLst>
          </p:nvPr>
        </p:nvGraphicFramePr>
        <p:xfrm>
          <a:off x="263890" y="1441653"/>
          <a:ext cx="11827239" cy="469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0612">
                  <a:extLst>
                    <a:ext uri="{9D8B030D-6E8A-4147-A177-3AD203B41FA5}">
                      <a16:colId xmlns:a16="http://schemas.microsoft.com/office/drawing/2014/main" val="3272553416"/>
                    </a:ext>
                  </a:extLst>
                </a:gridCol>
                <a:gridCol w="3476627">
                  <a:extLst>
                    <a:ext uri="{9D8B030D-6E8A-4147-A177-3AD203B41FA5}">
                      <a16:colId xmlns:a16="http://schemas.microsoft.com/office/drawing/2014/main" val="2063095077"/>
                    </a:ext>
                  </a:extLst>
                </a:gridCol>
              </a:tblGrid>
              <a:tr h="587049">
                <a:tc>
                  <a:txBody>
                    <a:bodyPr/>
                    <a:lstStyle/>
                    <a:p>
                      <a:r>
                        <a:rPr lang="nb-NO" sz="2400" dirty="0"/>
                        <a:t>Leieinntekt pr år før skatt (i henhold til prospekt)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/>
                        <a:t>174 000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161692"/>
                  </a:ext>
                </a:extLst>
              </a:tr>
              <a:tr h="587049">
                <a:tc>
                  <a:txBody>
                    <a:bodyPr/>
                    <a:lstStyle/>
                    <a:p>
                      <a:r>
                        <a:rPr lang="nb-NO" sz="2400" dirty="0"/>
                        <a:t>- Kommunale avgifter (i henhold til prospekt)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/>
                        <a:t> 12 940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112818"/>
                  </a:ext>
                </a:extLst>
              </a:tr>
              <a:tr h="587049">
                <a:tc>
                  <a:txBody>
                    <a:bodyPr/>
                    <a:lstStyle/>
                    <a:p>
                      <a:r>
                        <a:rPr lang="nb-NO" sz="2400" dirty="0"/>
                        <a:t>- Bredbånd (599*12); (i </a:t>
                      </a:r>
                      <a:r>
                        <a:rPr lang="nb-NO" sz="2400" dirty="0" err="1"/>
                        <a:t>hht</a:t>
                      </a:r>
                      <a:r>
                        <a:rPr lang="nb-NO" sz="2400" dirty="0"/>
                        <a:t>. prospekt) pr år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/>
                        <a:t>  7 188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228318"/>
                  </a:ext>
                </a:extLst>
              </a:tr>
              <a:tr h="587049">
                <a:tc>
                  <a:txBody>
                    <a:bodyPr/>
                    <a:lstStyle/>
                    <a:p>
                      <a:pPr algn="l"/>
                      <a:r>
                        <a:rPr lang="nb-NO" sz="2400" dirty="0"/>
                        <a:t>- Fellesutgifter (i </a:t>
                      </a:r>
                      <a:r>
                        <a:rPr lang="nb-NO" sz="2400" dirty="0" err="1"/>
                        <a:t>hht</a:t>
                      </a:r>
                      <a:r>
                        <a:rPr lang="nb-NO" sz="2400" dirty="0"/>
                        <a:t>. prospekt) pr år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/>
                        <a:t> 29 364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848564"/>
                  </a:ext>
                </a:extLst>
              </a:tr>
              <a:tr h="587049">
                <a:tc>
                  <a:txBody>
                    <a:bodyPr/>
                    <a:lstStyle/>
                    <a:p>
                      <a:r>
                        <a:rPr lang="nb-NO" sz="2400" dirty="0"/>
                        <a:t>- Eiendomsskatt (i </a:t>
                      </a:r>
                      <a:r>
                        <a:rPr lang="nb-NO" sz="2400" dirty="0" err="1"/>
                        <a:t>hht</a:t>
                      </a:r>
                      <a:r>
                        <a:rPr lang="nb-NO" sz="2400" dirty="0"/>
                        <a:t>. prospekt) pr år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/>
                        <a:t> 10 500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971948"/>
                  </a:ext>
                </a:extLst>
              </a:tr>
              <a:tr h="587049">
                <a:tc>
                  <a:txBody>
                    <a:bodyPr/>
                    <a:lstStyle/>
                    <a:p>
                      <a:r>
                        <a:rPr lang="nb-NO" sz="2400" dirty="0"/>
                        <a:t>- Forsikring (i </a:t>
                      </a:r>
                      <a:r>
                        <a:rPr lang="nb-NO" sz="2400" dirty="0" err="1"/>
                        <a:t>hht</a:t>
                      </a:r>
                      <a:r>
                        <a:rPr lang="nb-NO" sz="2400" dirty="0"/>
                        <a:t>. prospekt) pr år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/>
                        <a:t>  4 200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440474"/>
                  </a:ext>
                </a:extLst>
              </a:tr>
              <a:tr h="587049">
                <a:tc>
                  <a:txBody>
                    <a:bodyPr/>
                    <a:lstStyle/>
                    <a:p>
                      <a:r>
                        <a:rPr lang="nb-NO" sz="2400" b="1" dirty="0"/>
                        <a:t>= Netto leieinntekt før skatt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b="1">
                          <a:solidFill>
                            <a:srgbClr val="7030A0"/>
                          </a:solidFill>
                        </a:rPr>
                        <a:t>109 808</a:t>
                      </a:r>
                      <a:endParaRPr lang="nb-NO" sz="2400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819017"/>
                  </a:ext>
                </a:extLst>
              </a:tr>
              <a:tr h="587049">
                <a:tc>
                  <a:txBody>
                    <a:bodyPr/>
                    <a:lstStyle/>
                    <a:p>
                      <a:r>
                        <a:rPr lang="nb-NO" sz="2400" b="1">
                          <a:solidFill>
                            <a:srgbClr val="FF0000"/>
                          </a:solidFill>
                        </a:rPr>
                        <a:t>Netto leieinntekt pr år etter skatt (</a:t>
                      </a:r>
                      <a:r>
                        <a:rPr lang="nb-NO" sz="2400" b="1">
                          <a:solidFill>
                            <a:schemeClr val="tx1"/>
                          </a:solidFill>
                        </a:rPr>
                        <a:t>kr </a:t>
                      </a:r>
                      <a:r>
                        <a:rPr lang="nb-NO" sz="2400" b="1">
                          <a:solidFill>
                            <a:srgbClr val="7030A0"/>
                          </a:solidFill>
                        </a:rPr>
                        <a:t>109 808</a:t>
                      </a:r>
                      <a:r>
                        <a:rPr lang="nb-NO" sz="2400" b="1">
                          <a:solidFill>
                            <a:srgbClr val="FF0000"/>
                          </a:solidFill>
                        </a:rPr>
                        <a:t>* (100% - 22%))</a:t>
                      </a:r>
                      <a:endParaRPr lang="nb-NO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400" b="1" dirty="0">
                          <a:solidFill>
                            <a:srgbClr val="FF0000"/>
                          </a:solidFill>
                        </a:rPr>
                        <a:t>85 650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4260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916394E-0353-D525-C768-C83552445F72}"/>
              </a:ext>
            </a:extLst>
          </p:cNvPr>
          <p:cNvSpPr txBox="1"/>
          <p:nvPr/>
        </p:nvSpPr>
        <p:spPr>
          <a:xfrm>
            <a:off x="263890" y="300018"/>
            <a:ext cx="111606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600" b="1" dirty="0"/>
              <a:t>CASE 1: Vi leier ut hele leiligheten, EK finansiering</a:t>
            </a:r>
          </a:p>
          <a:p>
            <a:endParaRPr lang="nb-NO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B77A79-7600-AFDF-38CD-4CD43D973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21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76537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8E819-0730-0F9D-6450-4A46F48A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8946"/>
          </a:xfrm>
        </p:spPr>
        <p:txBody>
          <a:bodyPr>
            <a:noAutofit/>
          </a:bodyPr>
          <a:lstStyle/>
          <a:p>
            <a:r>
              <a:rPr lang="nb-NO" sz="3600" b="1" dirty="0">
                <a:latin typeface="+mn-lt"/>
              </a:rPr>
              <a:t>Utleie og EK-finansiering, NV-beregning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FE63A3-9AD2-1A18-3BF8-C0840CB225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053353"/>
                <a:ext cx="12192000" cy="512361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𝒎𝒊𝒍𝒍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85 650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1,03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𝟐𝟒𝟏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𝟎𝟎𝟎</m:t>
                          </m:r>
                        </m:num>
                        <m:den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𝟎𝟑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𝟏𝟗𝟖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𝟎𝟎𝟎</m:t>
                          </m:r>
                        </m:num>
                        <m:den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𝟎𝟑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𝟓𝟎𝟖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𝟗𝟏𝟏</m:t>
                      </m:r>
                    </m:oMath>
                  </m:oMathPara>
                </a14:m>
                <a:endParaRPr lang="nb-NO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FE63A3-9AD2-1A18-3BF8-C0840CB225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53353"/>
                <a:ext cx="12192000" cy="5123610"/>
              </a:xfrm>
              <a:blipFill>
                <a:blip r:embed="rId2"/>
                <a:stretch>
                  <a:fillRect t="-27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AD228-C076-61A8-9DE0-07A4FE678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22</a:t>
            </a:fld>
            <a:endParaRPr lang="nb-NO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C28D7E18-7B0E-45F9-5EB3-9D10C9CD13A6}"/>
              </a:ext>
            </a:extLst>
          </p:cNvPr>
          <p:cNvSpPr/>
          <p:nvPr/>
        </p:nvSpPr>
        <p:spPr>
          <a:xfrm rot="5400000">
            <a:off x="4905740" y="2036946"/>
            <a:ext cx="327211" cy="1680883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>
              <a:solidFill>
                <a:srgbClr val="0070C0"/>
              </a:solidFill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55622CD4-B2C7-FA12-0E53-06278F5F79BE}"/>
              </a:ext>
            </a:extLst>
          </p:cNvPr>
          <p:cNvSpPr/>
          <p:nvPr/>
        </p:nvSpPr>
        <p:spPr>
          <a:xfrm rot="5400000">
            <a:off x="6704859" y="2361731"/>
            <a:ext cx="366199" cy="1070305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8BB632A2-F6B5-1DA0-A731-D9B0BA087300}"/>
              </a:ext>
            </a:extLst>
          </p:cNvPr>
          <p:cNvSpPr/>
          <p:nvPr/>
        </p:nvSpPr>
        <p:spPr>
          <a:xfrm rot="5400000">
            <a:off x="8531656" y="2054875"/>
            <a:ext cx="327211" cy="1317813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C902AE-A8F5-8E3A-990E-EFF081262387}"/>
              </a:ext>
            </a:extLst>
          </p:cNvPr>
          <p:cNvSpPr txBox="1"/>
          <p:nvPr/>
        </p:nvSpPr>
        <p:spPr>
          <a:xfrm>
            <a:off x="3927173" y="3079983"/>
            <a:ext cx="22843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600" dirty="0">
                <a:solidFill>
                  <a:srgbClr val="0070C0"/>
                </a:solidFill>
              </a:rPr>
              <a:t>leieinntekt </a:t>
            </a:r>
          </a:p>
          <a:p>
            <a:r>
              <a:rPr lang="nb-NO" sz="3600" dirty="0">
                <a:solidFill>
                  <a:srgbClr val="0070C0"/>
                </a:solidFill>
              </a:rPr>
              <a:t>etter skatt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EF6EC1-A5F2-8ACB-85BB-63C654C79A7C}"/>
              </a:ext>
            </a:extLst>
          </p:cNvPr>
          <p:cNvSpPr txBox="1"/>
          <p:nvPr/>
        </p:nvSpPr>
        <p:spPr>
          <a:xfrm>
            <a:off x="6282214" y="3032028"/>
            <a:ext cx="24191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600" dirty="0">
                <a:solidFill>
                  <a:srgbClr val="FF0000"/>
                </a:solidFill>
              </a:rPr>
              <a:t>skatt på</a:t>
            </a:r>
          </a:p>
          <a:p>
            <a:r>
              <a:rPr lang="nb-NO" sz="3600" dirty="0">
                <a:solidFill>
                  <a:srgbClr val="FF0000"/>
                </a:solidFill>
              </a:rPr>
              <a:t>salgsgevinst</a:t>
            </a:r>
          </a:p>
          <a:p>
            <a:r>
              <a:rPr lang="nb-NO" sz="3600" dirty="0">
                <a:solidFill>
                  <a:srgbClr val="FF0000"/>
                </a:solidFill>
              </a:rPr>
              <a:t>leilighet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C31E71-95FB-D075-E44F-EFF7D8289F09}"/>
              </a:ext>
            </a:extLst>
          </p:cNvPr>
          <p:cNvSpPr txBox="1"/>
          <p:nvPr/>
        </p:nvSpPr>
        <p:spPr>
          <a:xfrm>
            <a:off x="8039919" y="2918774"/>
            <a:ext cx="2417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600" dirty="0">
                <a:solidFill>
                  <a:srgbClr val="0070C0"/>
                </a:solidFill>
              </a:rPr>
              <a:t>salgsinntekt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23F2B8-63B9-E3CB-1F1C-3ED5E788908D}"/>
              </a:ext>
            </a:extLst>
          </p:cNvPr>
          <p:cNvSpPr txBox="1"/>
          <p:nvPr/>
        </p:nvSpPr>
        <p:spPr>
          <a:xfrm>
            <a:off x="5645523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nb-NO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7C5BB86-ECC8-FA66-6D6D-4652B9342762}"/>
                  </a:ext>
                </a:extLst>
              </p:cNvPr>
              <p:cNvSpPr txBox="1"/>
              <p:nvPr/>
            </p:nvSpPr>
            <p:spPr>
              <a:xfrm>
                <a:off x="414618" y="4964772"/>
                <a:ext cx="7635295" cy="12121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𝐸𝐾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𝑟𝑒𝑛𝑡𝑎𝑏𝑖𝑙𝑖𝑡𝑒𝑡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8,3% (=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508 </m:t>
                          </m:r>
                          <m:r>
                            <a:rPr lang="nb-NO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911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6 100 000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nb-NO" sz="1200" dirty="0"/>
              </a:p>
              <a:p>
                <a:endParaRPr lang="nb-NO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7C5BB86-ECC8-FA66-6D6D-4652B9342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18" y="4964772"/>
                <a:ext cx="7635295" cy="1212191"/>
              </a:xfrm>
              <a:prstGeom prst="rect">
                <a:avLst/>
              </a:prstGeom>
              <a:blipFill>
                <a:blip r:embed="rId3"/>
                <a:stretch>
                  <a:fillRect t="-6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203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77632-2DB6-25D4-38AE-F70B87964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724087"/>
          </a:xfrm>
        </p:spPr>
        <p:txBody>
          <a:bodyPr/>
          <a:lstStyle/>
          <a:p>
            <a:r>
              <a:rPr lang="nb-NO" dirty="0"/>
              <a:t>Noen kommentarer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2DE46-F9C4-39C4-5A7D-DBE082333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19" y="1205753"/>
            <a:ext cx="11511359" cy="4971210"/>
          </a:xfrm>
        </p:spPr>
        <p:txBody>
          <a:bodyPr>
            <a:normAutofit lnSpcReduction="10000"/>
          </a:bodyPr>
          <a:lstStyle/>
          <a:p>
            <a:r>
              <a:rPr lang="nb-NO" dirty="0" err="1"/>
              <a:t>Dok.avgift</a:t>
            </a:r>
            <a:r>
              <a:rPr lang="nb-NO" dirty="0"/>
              <a:t> 2,5% av kjøpesum (6,1 mill.) er kr 152 500 </a:t>
            </a:r>
          </a:p>
          <a:p>
            <a:pPr lvl="1"/>
            <a:r>
              <a:rPr lang="nb-NO" sz="2800" dirty="0"/>
              <a:t>Er ikke fradragsberettiget og ikke tatt hensyn til i analysen. </a:t>
            </a:r>
          </a:p>
          <a:p>
            <a:endParaRPr lang="nb-NO" dirty="0"/>
          </a:p>
          <a:p>
            <a:r>
              <a:rPr lang="nb-NO" dirty="0"/>
              <a:t>Meglerutgifter typisk kr 150 000 000 - 170 000 </a:t>
            </a:r>
          </a:p>
          <a:p>
            <a:pPr lvl="1"/>
            <a:r>
              <a:rPr lang="nb-NO" sz="2800" dirty="0"/>
              <a:t>Er fradragsberettiget mot salgsgevinsten men ikke tatt med.</a:t>
            </a:r>
          </a:p>
          <a:p>
            <a:endParaRPr lang="nb-NO" dirty="0"/>
          </a:p>
          <a:p>
            <a:r>
              <a:rPr lang="nb-NO" dirty="0"/>
              <a:t> Meglerutgifter og </a:t>
            </a:r>
            <a:r>
              <a:rPr lang="nb-NO" dirty="0" err="1"/>
              <a:t>dok.avgift</a:t>
            </a:r>
            <a:r>
              <a:rPr lang="nb-NO" dirty="0"/>
              <a:t> utligner hverandre.</a:t>
            </a:r>
          </a:p>
          <a:p>
            <a:endParaRPr lang="nb-NO" dirty="0"/>
          </a:p>
          <a:p>
            <a:r>
              <a:rPr lang="nb-NO" dirty="0"/>
              <a:t>Vi har ikke tatt med formuesskatt som ikke er fradragsberettiget. Ingen rabatt på formuesskatten for sekundærbolig</a:t>
            </a:r>
          </a:p>
          <a:p>
            <a:pPr lvl="1"/>
            <a:r>
              <a:rPr lang="nb-NO" sz="2800" dirty="0"/>
              <a:t>6,1 millioner*1% = 61 000 kr.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E2D6A-C295-BADF-92D5-88D14CC9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23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1280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10E6F-D14F-80E8-5EAA-469F09C62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66A4919-C54C-64E6-1C01-052D747DB8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4171938"/>
              </p:ext>
            </p:extLst>
          </p:nvPr>
        </p:nvGraphicFramePr>
        <p:xfrm>
          <a:off x="182380" y="1420927"/>
          <a:ext cx="11827239" cy="1761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9941">
                  <a:extLst>
                    <a:ext uri="{9D8B030D-6E8A-4147-A177-3AD203B41FA5}">
                      <a16:colId xmlns:a16="http://schemas.microsoft.com/office/drawing/2014/main" val="3272553416"/>
                    </a:ext>
                  </a:extLst>
                </a:gridCol>
                <a:gridCol w="1847298">
                  <a:extLst>
                    <a:ext uri="{9D8B030D-6E8A-4147-A177-3AD203B41FA5}">
                      <a16:colId xmlns:a16="http://schemas.microsoft.com/office/drawing/2014/main" val="2063095077"/>
                    </a:ext>
                  </a:extLst>
                </a:gridCol>
              </a:tblGrid>
              <a:tr h="587049">
                <a:tc>
                  <a:txBody>
                    <a:bodyPr/>
                    <a:lstStyle/>
                    <a:p>
                      <a:r>
                        <a:rPr lang="nb-NO" sz="3200" dirty="0"/>
                        <a:t>Leieinntekt pr år i </a:t>
                      </a:r>
                      <a:r>
                        <a:rPr lang="nb-NO" sz="3200" dirty="0" err="1"/>
                        <a:t>hht</a:t>
                      </a:r>
                      <a:r>
                        <a:rPr lang="nb-NO" sz="3200" dirty="0"/>
                        <a:t>. prospekt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3200"/>
                        <a:t>174 000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161692"/>
                  </a:ext>
                </a:extLst>
              </a:tr>
              <a:tr h="587049">
                <a:tc>
                  <a:txBody>
                    <a:bodyPr/>
                    <a:lstStyle/>
                    <a:p>
                      <a:r>
                        <a:rPr lang="nb-NO" sz="3200" dirty="0"/>
                        <a:t>- Får halvert leien (174 000/2)) ved utleie ett 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3200" dirty="0"/>
                        <a:t> 87 000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112818"/>
                  </a:ext>
                </a:extLst>
              </a:tr>
              <a:tr h="587049">
                <a:tc>
                  <a:txBody>
                    <a:bodyPr/>
                    <a:lstStyle/>
                    <a:p>
                      <a:r>
                        <a:rPr lang="nb-NO" sz="3200" b="1" dirty="0"/>
                        <a:t>= Netto leieinntekt (slipper skatt) pr år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3200" b="1" dirty="0"/>
                        <a:t>87 000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81901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305E6C0-8334-426A-ACC8-4F2DA9A51075}"/>
              </a:ext>
            </a:extLst>
          </p:cNvPr>
          <p:cNvSpPr txBox="1"/>
          <p:nvPr/>
        </p:nvSpPr>
        <p:spPr>
          <a:xfrm>
            <a:off x="100870" y="216569"/>
            <a:ext cx="11252929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000" b="1" dirty="0"/>
              <a:t>CASE 2: Bo selv men leie ut ett rom, EK finansiering</a:t>
            </a:r>
          </a:p>
          <a:p>
            <a:endParaRPr lang="nb-NO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34DB22-D691-3D58-0AF7-C9CE33D0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24</a:t>
            </a:fld>
            <a:endParaRPr lang="nb-NO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20D66D-03DB-8844-5CC2-491DF9C46627}"/>
              </a:ext>
            </a:extLst>
          </p:cNvPr>
          <p:cNvSpPr txBox="1"/>
          <p:nvPr/>
        </p:nvSpPr>
        <p:spPr>
          <a:xfrm>
            <a:off x="139020" y="3653117"/>
            <a:ext cx="1121477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b-NO" sz="3200" dirty="0"/>
          </a:p>
          <a:p>
            <a:r>
              <a:rPr lang="nb-NO" sz="3200" dirty="0"/>
              <a:t>Ingen skatt  på salgsgevinst</a:t>
            </a:r>
          </a:p>
          <a:p>
            <a:endParaRPr lang="nb-NO" sz="3200" dirty="0"/>
          </a:p>
          <a:p>
            <a:endParaRPr lang="nb-NO" sz="3200" dirty="0"/>
          </a:p>
        </p:txBody>
      </p:sp>
    </p:spTree>
    <p:extLst>
      <p:ext uri="{BB962C8B-B14F-4D97-AF65-F5344CB8AC3E}">
        <p14:creationId xmlns:p14="http://schemas.microsoft.com/office/powerpoint/2010/main" val="2629911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98477-6226-934A-F89E-DA504322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F518-1182-B45F-07DA-05EB7C901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8946"/>
          </a:xfrm>
        </p:spPr>
        <p:txBody>
          <a:bodyPr>
            <a:noAutofit/>
          </a:bodyPr>
          <a:lstStyle/>
          <a:p>
            <a:r>
              <a:rPr lang="nb-NO" sz="3600" b="1" dirty="0">
                <a:latin typeface="+mn-lt"/>
              </a:rPr>
              <a:t>EK-finansiering og leie ut 1 rom (salgsgevinst skattefri)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74EF15-7476-E05A-F114-93759DC61E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053353"/>
                <a:ext cx="12192000" cy="512361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𝒎𝒊𝒍𝒍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87 000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1,03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𝟏𝟗𝟖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𝟎𝟎𝟎</m:t>
                          </m:r>
                        </m:num>
                        <m:den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𝟎𝟑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𝟕𝟑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𝟗𝟔𝟗</m:t>
                      </m:r>
                    </m:oMath>
                  </m:oMathPara>
                </a14:m>
                <a:endParaRPr lang="nb-NO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74EF15-7476-E05A-F114-93759DC61E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53353"/>
                <a:ext cx="12192000" cy="5123610"/>
              </a:xfrm>
              <a:blipFill>
                <a:blip r:embed="rId2"/>
                <a:stretch>
                  <a:fillRect t="-27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012EA-EB0C-22CF-A9B9-F3FEC5CDB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25</a:t>
            </a:fld>
            <a:endParaRPr lang="nb-NO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A341DBFD-FA69-434F-6891-B6D605997E3F}"/>
              </a:ext>
            </a:extLst>
          </p:cNvPr>
          <p:cNvSpPr/>
          <p:nvPr/>
        </p:nvSpPr>
        <p:spPr>
          <a:xfrm rot="5400000">
            <a:off x="5609859" y="1828669"/>
            <a:ext cx="327211" cy="1680883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>
              <a:solidFill>
                <a:srgbClr val="0070C0"/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E858721A-70DE-3756-9265-70FA500356C7}"/>
              </a:ext>
            </a:extLst>
          </p:cNvPr>
          <p:cNvSpPr/>
          <p:nvPr/>
        </p:nvSpPr>
        <p:spPr>
          <a:xfrm rot="5400000">
            <a:off x="7788088" y="2022945"/>
            <a:ext cx="327211" cy="1317813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6E47C9-E0EF-4948-167F-D7253522E4ED}"/>
              </a:ext>
            </a:extLst>
          </p:cNvPr>
          <p:cNvSpPr txBox="1"/>
          <p:nvPr/>
        </p:nvSpPr>
        <p:spPr>
          <a:xfrm>
            <a:off x="4767321" y="2876128"/>
            <a:ext cx="22843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600" dirty="0">
                <a:solidFill>
                  <a:srgbClr val="0070C0"/>
                </a:solidFill>
              </a:rPr>
              <a:t>Skattefri</a:t>
            </a:r>
          </a:p>
          <a:p>
            <a:r>
              <a:rPr lang="nb-NO" sz="3600" dirty="0">
                <a:solidFill>
                  <a:srgbClr val="0070C0"/>
                </a:solidFill>
              </a:rPr>
              <a:t>leieinntekt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FE9A7F-1B98-AC0D-7F1E-E384B4B7FD94}"/>
              </a:ext>
            </a:extLst>
          </p:cNvPr>
          <p:cNvSpPr txBox="1"/>
          <p:nvPr/>
        </p:nvSpPr>
        <p:spPr>
          <a:xfrm>
            <a:off x="7247889" y="2863387"/>
            <a:ext cx="24173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600" dirty="0">
                <a:solidFill>
                  <a:srgbClr val="0070C0"/>
                </a:solidFill>
              </a:rPr>
              <a:t>Skattefri</a:t>
            </a:r>
          </a:p>
          <a:p>
            <a:r>
              <a:rPr lang="nb-NO" sz="3600" dirty="0">
                <a:solidFill>
                  <a:srgbClr val="0070C0"/>
                </a:solidFill>
              </a:rPr>
              <a:t>salgsinntekt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04956E-CB5F-FE8B-FA9B-F83D5BDE39D7}"/>
              </a:ext>
            </a:extLst>
          </p:cNvPr>
          <p:cNvSpPr txBox="1"/>
          <p:nvPr/>
        </p:nvSpPr>
        <p:spPr>
          <a:xfrm>
            <a:off x="5645523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nb-NO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AC55EF-E098-7D73-773F-6BA983B3C895}"/>
                  </a:ext>
                </a:extLst>
              </p:cNvPr>
              <p:cNvSpPr txBox="1"/>
              <p:nvPr/>
            </p:nvSpPr>
            <p:spPr>
              <a:xfrm>
                <a:off x="414618" y="4964772"/>
                <a:ext cx="7629653" cy="1202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𝐸𝐾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𝑟𝑒𝑛𝑡𝑎𝑏𝑖𝑙𝑖𝑡𝑒𝑡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12% (</m:t>
                      </m:r>
                      <m:r>
                        <a:rPr lang="nb-NO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  <m:r>
                            <a:rPr lang="nb-NO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34 969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6 100 000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nb-NO" sz="1200" dirty="0"/>
              </a:p>
              <a:p>
                <a:endParaRPr lang="nb-NO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AC55EF-E098-7D73-773F-6BA983B3C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18" y="4964772"/>
                <a:ext cx="7629653" cy="1202189"/>
              </a:xfrm>
              <a:prstGeom prst="rect">
                <a:avLst/>
              </a:prstGeom>
              <a:blipFill>
                <a:blip r:embed="rId3"/>
                <a:stretch>
                  <a:fillRect l="-997" t="-7292" r="-9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4513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E243D-2BA4-C480-B377-F8DF4A035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Konklusjon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567AC-B9A2-05FB-9CCA-BF566B337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sz="3200" dirty="0"/>
              <a:t>Det er betydelig mer lønnsomt å få skattefrihet ved å bo selv i leiligheten og leie ut ett rom (12%) enn å leie ut heleleiligheten (8,3%) </a:t>
            </a:r>
          </a:p>
          <a:p>
            <a:endParaRPr lang="nb-NO" sz="3200" dirty="0"/>
          </a:p>
          <a:p>
            <a:pPr marL="0" indent="0">
              <a:buNone/>
            </a:pPr>
            <a:endParaRPr lang="nb-NO" sz="3200" dirty="0"/>
          </a:p>
          <a:p>
            <a:r>
              <a:rPr lang="nb-NO" sz="3200" b="1" dirty="0"/>
              <a:t>Hvor lønnsomt er </a:t>
            </a:r>
            <a:r>
              <a:rPr lang="nb-NO" sz="3200" b="1" dirty="0" err="1"/>
              <a:t>gearing</a:t>
            </a:r>
            <a:r>
              <a:rPr lang="nb-NO" sz="3200" b="1" dirty="0"/>
              <a:t> når vi bor selv og leier ut ett rom?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0CE88-34D6-5DA8-B7D4-B90E4E16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26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506423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A5814-4B64-6F01-27F6-4E22D06D6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0"/>
            <a:ext cx="11181678" cy="1325563"/>
          </a:xfrm>
        </p:spPr>
        <p:txBody>
          <a:bodyPr>
            <a:normAutofit/>
          </a:bodyPr>
          <a:lstStyle/>
          <a:p>
            <a:r>
              <a:rPr lang="nb-NO" sz="4000" b="1" dirty="0">
                <a:latin typeface="+mn-lt"/>
              </a:rPr>
              <a:t>Case 2: </a:t>
            </a:r>
            <a:r>
              <a:rPr lang="nb-NO" sz="4000" b="1" dirty="0" err="1">
                <a:latin typeface="+mn-lt"/>
              </a:rPr>
              <a:t>Gearing</a:t>
            </a:r>
            <a:r>
              <a:rPr lang="nb-NO" sz="4000" b="1" dirty="0">
                <a:latin typeface="+mn-lt"/>
              </a:rPr>
              <a:t> og utleie 1 rom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75652-9E1E-4EDC-4E77-B373188E8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545" y="1072054"/>
            <a:ext cx="11698014" cy="5284295"/>
          </a:xfrm>
        </p:spPr>
        <p:txBody>
          <a:bodyPr>
            <a:normAutofit lnSpcReduction="10000"/>
          </a:bodyPr>
          <a:lstStyle/>
          <a:p>
            <a:endParaRPr lang="nb-NO" sz="3200" kern="1200" dirty="0">
              <a:solidFill>
                <a:schemeClr val="tx1"/>
              </a:solidFill>
            </a:endParaRPr>
          </a:p>
          <a:p>
            <a:r>
              <a:rPr lang="nb-NO" sz="3200" kern="1200" dirty="0">
                <a:solidFill>
                  <a:schemeClr val="tx1"/>
                </a:solidFill>
              </a:rPr>
              <a:t>EK på 1,1 mill. og låner resten dvs.  5 mill. </a:t>
            </a:r>
          </a:p>
          <a:p>
            <a:pPr marL="0" indent="0">
              <a:buNone/>
            </a:pPr>
            <a:endParaRPr lang="nb-NO" sz="3200" dirty="0">
              <a:solidFill>
                <a:schemeClr val="tx1"/>
              </a:solidFill>
            </a:endParaRPr>
          </a:p>
          <a:p>
            <a:r>
              <a:rPr lang="nb-NO" sz="3200" dirty="0">
                <a:solidFill>
                  <a:schemeClr val="tx1"/>
                </a:solidFill>
              </a:rPr>
              <a:t>Avdragsfrihet, men betaler årlig </a:t>
            </a:r>
            <a:r>
              <a:rPr lang="nb-NO" sz="3200" b="1" dirty="0">
                <a:solidFill>
                  <a:schemeClr val="tx1"/>
                </a:solidFill>
              </a:rPr>
              <a:t>3,5%</a:t>
            </a:r>
            <a:r>
              <a:rPr lang="nb-NO" sz="3200" dirty="0">
                <a:solidFill>
                  <a:schemeClr val="tx1"/>
                </a:solidFill>
              </a:rPr>
              <a:t> i rente. </a:t>
            </a:r>
            <a:r>
              <a:rPr lang="nb-NO" sz="3200" dirty="0"/>
              <a:t>I</a:t>
            </a:r>
            <a:r>
              <a:rPr lang="nb-NO" sz="3200" dirty="0">
                <a:solidFill>
                  <a:schemeClr val="tx1"/>
                </a:solidFill>
              </a:rPr>
              <a:t>nnfrir lånet etter 3 år. </a:t>
            </a:r>
          </a:p>
          <a:p>
            <a:endParaRPr lang="nb-NO" sz="3200" dirty="0">
              <a:solidFill>
                <a:schemeClr val="tx1"/>
              </a:solidFill>
            </a:endParaRPr>
          </a:p>
          <a:p>
            <a:r>
              <a:rPr lang="nb-NO" sz="3200" dirty="0">
                <a:solidFill>
                  <a:schemeClr val="tx1"/>
                </a:solidFill>
              </a:rPr>
              <a:t>Årlige renter etter skatt av lånesummen: </a:t>
            </a:r>
          </a:p>
          <a:p>
            <a:pPr lvl="1"/>
            <a:r>
              <a:rPr lang="nb-NO" sz="3200" dirty="0">
                <a:solidFill>
                  <a:schemeClr val="tx1"/>
                </a:solidFill>
              </a:rPr>
              <a:t>5 mill. * 3,5% *(100% – 22%) = </a:t>
            </a:r>
            <a:r>
              <a:rPr lang="nb-NO" sz="3200" dirty="0">
                <a:solidFill>
                  <a:srgbClr val="FF0000"/>
                </a:solidFill>
              </a:rPr>
              <a:t>kr 136 500.</a:t>
            </a:r>
          </a:p>
          <a:p>
            <a:endParaRPr lang="nb-NO" sz="3200" dirty="0">
              <a:solidFill>
                <a:schemeClr val="tx1"/>
              </a:solidFill>
            </a:endParaRPr>
          </a:p>
          <a:p>
            <a:r>
              <a:rPr lang="nb-NO" sz="3200" dirty="0"/>
              <a:t>L</a:t>
            </a:r>
            <a:r>
              <a:rPr lang="nb-NO" sz="3200" dirty="0">
                <a:solidFill>
                  <a:schemeClr val="tx1"/>
                </a:solidFill>
              </a:rPr>
              <a:t>eieinntekt minus renteutgift etter skatt:  </a:t>
            </a:r>
            <a:endParaRPr lang="nb-NO" sz="3200" dirty="0"/>
          </a:p>
          <a:p>
            <a:pPr lvl="1"/>
            <a:r>
              <a:rPr lang="nb-NO" sz="3200" dirty="0">
                <a:solidFill>
                  <a:schemeClr val="tx1"/>
                </a:solidFill>
              </a:rPr>
              <a:t>87 0000 – </a:t>
            </a:r>
            <a:r>
              <a:rPr lang="nb-NO" sz="3200" dirty="0">
                <a:solidFill>
                  <a:srgbClr val="FF0000"/>
                </a:solidFill>
              </a:rPr>
              <a:t>136 500 </a:t>
            </a:r>
            <a:r>
              <a:rPr lang="nb-NO" sz="3200" dirty="0">
                <a:solidFill>
                  <a:schemeClr val="tx1"/>
                </a:solidFill>
              </a:rPr>
              <a:t>= </a:t>
            </a:r>
            <a:r>
              <a:rPr lang="nb-NO" sz="3200" dirty="0">
                <a:solidFill>
                  <a:srgbClr val="FF0000"/>
                </a:solidFill>
              </a:rPr>
              <a:t>- 49 500</a:t>
            </a:r>
          </a:p>
          <a:p>
            <a:endParaRPr lang="nb-NO" sz="2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B2615-39AB-799B-1E96-397B9D05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27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67642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F9AA7-9C59-E574-4F1C-BC618832C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9A16-CCE4-E9BB-60EA-5A357D1D0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8946"/>
          </a:xfrm>
        </p:spPr>
        <p:txBody>
          <a:bodyPr>
            <a:noAutofit/>
          </a:bodyPr>
          <a:lstStyle/>
          <a:p>
            <a:r>
              <a:rPr lang="nb-NO" sz="3600" b="1" dirty="0" err="1">
                <a:latin typeface="+mn-lt"/>
              </a:rPr>
              <a:t>Gearing</a:t>
            </a:r>
            <a:r>
              <a:rPr lang="nb-NO" sz="3600" b="1" dirty="0">
                <a:latin typeface="+mn-lt"/>
              </a:rPr>
              <a:t> og leie ut 1 rom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3934E6-0BFA-31E1-1F59-8CED0A9BC3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053353"/>
                <a:ext cx="12192000" cy="512361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𝑵𝑽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𝒎𝒊𝒍𝒍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𝟒𝟗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𝟓𝟎𝟎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𝟎𝟑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𝟏𝟗𝟖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𝟎𝟎𝟎</m:t>
                          </m:r>
                        </m:num>
                        <m:den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𝟎𝟑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nb-NO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nb-NO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5 000 000</m:t>
                          </m:r>
                        </m:num>
                        <m:den>
                          <m:d>
                            <m:dPr>
                              <m:ctrlPr>
                                <a:rPr lang="nb-N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b-N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nb-N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b-N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𝟎𝟑</m:t>
                              </m:r>
                            </m:e>
                          </m:d>
                          <m:r>
                            <a:rPr lang="nb-NO" b="1" i="1" baseline="30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𝟕𝟓𝟏</m:t>
                      </m:r>
                    </m:oMath>
                  </m:oMathPara>
                </a14:m>
                <a:endParaRPr lang="nb-NO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3934E6-0BFA-31E1-1F59-8CED0A9BC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53353"/>
                <a:ext cx="12192000" cy="5123610"/>
              </a:xfrm>
              <a:blipFill>
                <a:blip r:embed="rId2"/>
                <a:stretch>
                  <a:fillRect t="-27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A3FFF-4057-0081-0D8B-0A33E7FE6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28</a:t>
            </a:fld>
            <a:endParaRPr lang="nb-NO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1AE70AE6-FA29-CCB0-BE43-8E31418AC787}"/>
              </a:ext>
            </a:extLst>
          </p:cNvPr>
          <p:cNvSpPr/>
          <p:nvPr/>
        </p:nvSpPr>
        <p:spPr>
          <a:xfrm rot="5400000">
            <a:off x="4233387" y="1756813"/>
            <a:ext cx="327211" cy="1680883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>
              <a:solidFill>
                <a:srgbClr val="0070C0"/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AC13672D-D8FE-625C-EF51-88E0CC7B2960}"/>
              </a:ext>
            </a:extLst>
          </p:cNvPr>
          <p:cNvSpPr/>
          <p:nvPr/>
        </p:nvSpPr>
        <p:spPr>
          <a:xfrm rot="5400000">
            <a:off x="6376776" y="1944248"/>
            <a:ext cx="327211" cy="1317813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28376-ABD1-5E31-B121-FF9ED34A125E}"/>
              </a:ext>
            </a:extLst>
          </p:cNvPr>
          <p:cNvSpPr txBox="1"/>
          <p:nvPr/>
        </p:nvSpPr>
        <p:spPr>
          <a:xfrm>
            <a:off x="2834729" y="2889596"/>
            <a:ext cx="2575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600" dirty="0">
                <a:solidFill>
                  <a:srgbClr val="FF0000"/>
                </a:solidFill>
              </a:rPr>
              <a:t>Leieinntekt </a:t>
            </a:r>
          </a:p>
          <a:p>
            <a:r>
              <a:rPr lang="nb-NO" sz="3600" dirty="0">
                <a:solidFill>
                  <a:srgbClr val="FF0000"/>
                </a:solidFill>
              </a:rPr>
              <a:t>etter renter</a:t>
            </a:r>
            <a:r>
              <a:rPr lang="nb-NO" sz="3600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4F5B56-CF9B-C9FD-EBB8-7E61A4D39554}"/>
              </a:ext>
            </a:extLst>
          </p:cNvPr>
          <p:cNvSpPr txBox="1"/>
          <p:nvPr/>
        </p:nvSpPr>
        <p:spPr>
          <a:xfrm>
            <a:off x="5572953" y="2890693"/>
            <a:ext cx="2447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600" dirty="0">
                <a:solidFill>
                  <a:srgbClr val="0070C0"/>
                </a:solidFill>
              </a:rPr>
              <a:t>Salgsinntekt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C1BF0A-DCA6-5EC2-1755-1F746F2442E4}"/>
              </a:ext>
            </a:extLst>
          </p:cNvPr>
          <p:cNvSpPr txBox="1"/>
          <p:nvPr/>
        </p:nvSpPr>
        <p:spPr>
          <a:xfrm>
            <a:off x="5645523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nb-NO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C69A46-4675-946D-F92D-FFF47987593A}"/>
                  </a:ext>
                </a:extLst>
              </p:cNvPr>
              <p:cNvSpPr txBox="1"/>
              <p:nvPr/>
            </p:nvSpPr>
            <p:spPr>
              <a:xfrm>
                <a:off x="414618" y="4964772"/>
                <a:ext cx="7613816" cy="12121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𝐸𝐾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𝑟𝑒𝑛𝑡𝑎𝑏𝑖𝑙𝑖𝑡𝑒𝑡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≈70% (=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  <m:r>
                            <a:rPr lang="nb-NO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80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nb-NO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751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1 100 000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nb-NO" sz="1200" dirty="0"/>
              </a:p>
              <a:p>
                <a:endParaRPr lang="nb-NO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EC69A46-4675-946D-F92D-FFF479875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18" y="4964772"/>
                <a:ext cx="7613816" cy="1212191"/>
              </a:xfrm>
              <a:prstGeom prst="rect">
                <a:avLst/>
              </a:prstGeom>
              <a:blipFill>
                <a:blip r:embed="rId3"/>
                <a:stretch>
                  <a:fillRect t="-6186" r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e 5">
            <a:extLst>
              <a:ext uri="{FF2B5EF4-FFF2-40B4-BE49-F238E27FC236}">
                <a16:creationId xmlns:a16="http://schemas.microsoft.com/office/drawing/2014/main" id="{6F3E7E81-B86C-6672-C7E3-72F6B318BF31}"/>
              </a:ext>
            </a:extLst>
          </p:cNvPr>
          <p:cNvSpPr/>
          <p:nvPr/>
        </p:nvSpPr>
        <p:spPr>
          <a:xfrm rot="5400000">
            <a:off x="8881587" y="1595924"/>
            <a:ext cx="327211" cy="1680883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72378A-BE9D-BA5C-F3B7-C697A5FDCC5C}"/>
              </a:ext>
            </a:extLst>
          </p:cNvPr>
          <p:cNvSpPr txBox="1"/>
          <p:nvPr/>
        </p:nvSpPr>
        <p:spPr>
          <a:xfrm>
            <a:off x="8183783" y="2828835"/>
            <a:ext cx="30070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600" dirty="0">
                <a:solidFill>
                  <a:srgbClr val="FF0000"/>
                </a:solidFill>
              </a:rPr>
              <a:t>Tilbakebetaling</a:t>
            </a:r>
          </a:p>
          <a:p>
            <a:r>
              <a:rPr lang="nb-NO" sz="3600" dirty="0">
                <a:solidFill>
                  <a:srgbClr val="FF0000"/>
                </a:solidFill>
              </a:rPr>
              <a:t> lån</a:t>
            </a:r>
          </a:p>
        </p:txBody>
      </p:sp>
    </p:spTree>
    <p:extLst>
      <p:ext uri="{BB962C8B-B14F-4D97-AF65-F5344CB8AC3E}">
        <p14:creationId xmlns:p14="http://schemas.microsoft.com/office/powerpoint/2010/main" val="7965327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EB69-6768-6071-3D40-70F713ECA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 dirty="0"/>
              <a:t>Hva hvis renten øker fra 3,5% til 6%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ACD9E-803D-6F9A-B1B6-FA9DA07E9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sz="3200" noProof="0" dirty="0"/>
              <a:t>Årlige renter etter skatt blir da</a:t>
            </a:r>
          </a:p>
          <a:p>
            <a:pPr lvl="1"/>
            <a:r>
              <a:rPr lang="nb-NO" sz="2800" noProof="0" dirty="0"/>
              <a:t>5 mill.* 6%(100%-22%) = kr 234 000</a:t>
            </a:r>
          </a:p>
          <a:p>
            <a:pPr marL="0" indent="0">
              <a:buNone/>
            </a:pPr>
            <a:endParaRPr lang="nb-NO" sz="3200" dirty="0"/>
          </a:p>
          <a:p>
            <a:r>
              <a:rPr lang="nb-NO" sz="3200" noProof="0" dirty="0"/>
              <a:t>Leieinntekt minus renter: 87 000 – 234 000 = - 147 000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F7176-1082-A9F5-75BF-3E8BE57D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noProof="0" smtClean="0"/>
              <a:t>29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19521689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Gearing </a:t>
            </a:r>
            <a:r>
              <a:rPr lang="en-US" sz="30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leie</a:t>
            </a: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ut 1 rom; </a:t>
            </a:r>
            <a:r>
              <a:rPr lang="en-US" sz="30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lånerente</a:t>
            </a: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6%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(lånerente 6 %, avdragsfrihet i 3 år — diskonteringsrente uendret, 3 %)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673352"/>
            <a:ext cx="777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 =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167335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−1,1 mill.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88920" y="1673352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154680" y="1051560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54680" y="1307592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154680" y="202082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i=1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67328" y="13990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147 000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767328" y="1965960"/>
            <a:ext cx="155448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67328" y="19933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(1,03)</a:t>
            </a:r>
            <a:r>
              <a:rPr lang="en-US" sz="2000" b="1" i="1" baseline="30000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31536" y="1673352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797296" y="13990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7 198 000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797296" y="1965960"/>
            <a:ext cx="17373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97296" y="1993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(1,03)</a:t>
            </a:r>
            <a:r>
              <a:rPr lang="en-US" sz="2000" b="1" i="1" baseline="30000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644384" y="1673352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010144" y="139903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5 000 000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10144" y="1965960"/>
            <a:ext cx="16002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10144" y="19933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(1,03)</a:t>
            </a:r>
            <a:r>
              <a:rPr lang="en-US" sz="2000" b="1" i="1" baseline="30000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720072" y="1673352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000000"/>
                </a:solidFill>
                <a:latin typeface="Cambria" pitchFamily="34" charset="0"/>
              </a:rPr>
              <a:t>=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0222992" y="167335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495 675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 rot="5400000">
            <a:off x="4398264" y="1901952"/>
            <a:ext cx="292608" cy="1554480"/>
          </a:xfrm>
          <a:prstGeom prst="leftBrace">
            <a:avLst/>
          </a:prstGeom>
          <a:noFill/>
          <a:ln w="1905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47288" y="286207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Leieinntekt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etter renter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 rot="5400000">
            <a:off x="6519672" y="1810512"/>
            <a:ext cx="292608" cy="1737360"/>
          </a:xfrm>
          <a:prstGeom prst="leftBrace">
            <a:avLst/>
          </a:prstGeom>
          <a:noFill/>
          <a:ln w="1905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77256" y="286207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Salgsinntekt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 rot="5400000">
            <a:off x="8663940" y="1879092"/>
            <a:ext cx="292608" cy="1600200"/>
          </a:xfrm>
          <a:prstGeom prst="leftBrace">
            <a:avLst/>
          </a:prstGeom>
          <a:noFill/>
          <a:ln w="1905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690104" y="2862072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Tilbakebetaling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lån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7200" y="399592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 = 495 675   →   EK rentabilitet 45 % med 6% </a:t>
            </a:r>
            <a:r>
              <a:rPr lang="en-US" sz="2600" b="1" i="1" dirty="0" err="1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rente</a:t>
            </a:r>
            <a:r>
              <a:rPr lang="en-US" sz="26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mot 70% med 3,5% 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Samme struktur som originalslidene, men lånerenten er endret fra 3,5 % til 6 % (avdragsfrihet fortsatt i 3 år). Leieinntekt minus renteutgift etter skatt endres dermed fra −49 500 til −147 000 per år. Salgsinntekt (7 198 000), tilbakebetaling lån (5 000 000) og diskonteringsrente (3 %) er uendret.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F2A9B-77D4-E176-B43A-4F99A5A0F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2420-C907-45D8-7376-9BD9107B6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8788"/>
          </a:xfrm>
        </p:spPr>
        <p:txBody>
          <a:bodyPr>
            <a:normAutofit/>
          </a:bodyPr>
          <a:lstStyle/>
          <a:p>
            <a:r>
              <a:rPr lang="nb-NO" sz="3600" b="1" dirty="0">
                <a:latin typeface="+mn-lt"/>
              </a:rPr>
              <a:t>Konklusjon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DF61D-F49D-5CB8-3F83-6B46342E9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339" y="1232452"/>
            <a:ext cx="11145077" cy="4944511"/>
          </a:xfrm>
        </p:spPr>
        <p:txBody>
          <a:bodyPr>
            <a:normAutofit lnSpcReduction="10000"/>
          </a:bodyPr>
          <a:lstStyle/>
          <a:p>
            <a:r>
              <a:rPr lang="nb-NO" sz="3200" dirty="0"/>
              <a:t>Det er betydelig mer lønnsomt med </a:t>
            </a:r>
            <a:r>
              <a:rPr lang="nb-NO" sz="3200" dirty="0" err="1"/>
              <a:t>gearing</a:t>
            </a:r>
            <a:r>
              <a:rPr lang="nb-NO" sz="3200" dirty="0"/>
              <a:t> enn full EK-finansiering fordi avkastningen er betydelig høyere enn lånekostnaden jf. brekkstangformelen.</a:t>
            </a:r>
          </a:p>
          <a:p>
            <a:endParaRPr lang="nb-NO" sz="3200" dirty="0"/>
          </a:p>
          <a:p>
            <a:r>
              <a:rPr lang="nb-NO" sz="3200" dirty="0"/>
              <a:t>Selv dobling av lånerenten gir svært god avkastning på EK</a:t>
            </a:r>
          </a:p>
          <a:p>
            <a:endParaRPr lang="nb-NO" sz="3200" dirty="0"/>
          </a:p>
          <a:p>
            <a:r>
              <a:rPr lang="nb-NO" sz="3200" dirty="0"/>
              <a:t>Hvor sensitiv er våre tall hvis prisen på leiligheten ikke stiger?</a:t>
            </a:r>
          </a:p>
          <a:p>
            <a:endParaRPr lang="nb-NO" sz="3200" dirty="0"/>
          </a:p>
          <a:p>
            <a:r>
              <a:rPr lang="nb-NO" sz="3200" dirty="0"/>
              <a:t>Vi selger etter tre år til samme pris som vi kjøpte kr 6,1 millioner og antar at lånerenten er lav på 3,5%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3037-E7B2-1EC2-04C4-7CFFCEBE9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31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6944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974A5-9DF8-BAF3-1AFE-3E4E4715E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CCAE9-5162-F802-D7A4-3B22E8DDA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36525"/>
            <a:ext cx="11165541" cy="1166995"/>
          </a:xfrm>
        </p:spPr>
        <p:txBody>
          <a:bodyPr>
            <a:noAutofit/>
          </a:bodyPr>
          <a:lstStyle/>
          <a:p>
            <a:r>
              <a:rPr lang="nb-NO" sz="3200" b="1" dirty="0">
                <a:latin typeface="+mn-lt"/>
              </a:rPr>
              <a:t>SENSITIVITETSANALYSE: </a:t>
            </a:r>
            <a:r>
              <a:rPr lang="nb-NO" sz="3200" b="1" dirty="0" err="1">
                <a:highlight>
                  <a:srgbClr val="FFFF00"/>
                </a:highlight>
                <a:latin typeface="+mn-lt"/>
              </a:rPr>
              <a:t>Gearing</a:t>
            </a:r>
            <a:r>
              <a:rPr lang="nb-NO" sz="3200" b="1" dirty="0">
                <a:latin typeface="+mn-lt"/>
              </a:rPr>
              <a:t> og ett rom utleid; Vi selger til samme pris som vi kjøpte (3,5% lånerente)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AE977-61FD-8735-A76F-31BD1C78F7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35862" y="1597865"/>
                <a:ext cx="12192000" cy="512361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𝑵𝑽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𝒎𝒊𝒍𝒍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𝟒𝟗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𝟓𝟎𝟎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  <m:r>
                                        <a:rPr lang="en-US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1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𝟎𝟑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𝟎𝟎𝟎</m:t>
                          </m:r>
                        </m:num>
                        <m:den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𝟎𝟑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nb-NO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nb-NO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5 000 000</m:t>
                          </m:r>
                        </m:num>
                        <m:den>
                          <m:d>
                            <m:dPr>
                              <m:ctrlPr>
                                <a:rPr lang="nb-N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b-N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nb-N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b-NO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𝟎𝟑</m:t>
                              </m:r>
                            </m:e>
                          </m:d>
                          <m:r>
                            <a:rPr lang="nb-NO" b="1" i="1" baseline="30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𝟐𝟑𝟑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𝟑𝟔𝟎</m:t>
                      </m:r>
                    </m:oMath>
                  </m:oMathPara>
                </a14:m>
                <a:endParaRPr lang="nb-NO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1AE977-61FD-8735-A76F-31BD1C78F7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35862" y="1597865"/>
                <a:ext cx="12192000" cy="5123610"/>
              </a:xfrm>
              <a:blipFill>
                <a:blip r:embed="rId2"/>
                <a:stretch>
                  <a:fillRect t="-2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FA1B2-FEB7-80E9-A374-FFB05E5D0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32</a:t>
            </a:fld>
            <a:endParaRPr lang="nb-NO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66AED05D-FC2E-0E79-DE78-FC6A49C838C4}"/>
              </a:ext>
            </a:extLst>
          </p:cNvPr>
          <p:cNvSpPr/>
          <p:nvPr/>
        </p:nvSpPr>
        <p:spPr>
          <a:xfrm rot="5400000">
            <a:off x="3637195" y="2211685"/>
            <a:ext cx="327211" cy="1680883"/>
          </a:xfrm>
          <a:prstGeom prst="rightBrace">
            <a:avLst>
              <a:gd name="adj1" fmla="val 65034"/>
              <a:gd name="adj2" fmla="val 65768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>
              <a:solidFill>
                <a:srgbClr val="0070C0"/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6EA79DC-3E88-96EA-5F6F-D0E5212A079A}"/>
              </a:ext>
            </a:extLst>
          </p:cNvPr>
          <p:cNvSpPr/>
          <p:nvPr/>
        </p:nvSpPr>
        <p:spPr>
          <a:xfrm rot="5400000">
            <a:off x="6468569" y="2439367"/>
            <a:ext cx="327211" cy="1317813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8152BB-37C9-4E44-5322-6F48E4C7E653}"/>
              </a:ext>
            </a:extLst>
          </p:cNvPr>
          <p:cNvSpPr txBox="1"/>
          <p:nvPr/>
        </p:nvSpPr>
        <p:spPr>
          <a:xfrm>
            <a:off x="1148576" y="3273478"/>
            <a:ext cx="4732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600" dirty="0">
                <a:solidFill>
                  <a:srgbClr val="FF0000"/>
                </a:solidFill>
              </a:rPr>
              <a:t>Leieinntekt etter renter</a:t>
            </a:r>
            <a:r>
              <a:rPr lang="nb-NO" sz="3600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199CFB-603A-464A-95BE-7CE76DE1FCD2}"/>
              </a:ext>
            </a:extLst>
          </p:cNvPr>
          <p:cNvSpPr txBox="1"/>
          <p:nvPr/>
        </p:nvSpPr>
        <p:spPr>
          <a:xfrm>
            <a:off x="5772251" y="3331224"/>
            <a:ext cx="2447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600" dirty="0">
                <a:solidFill>
                  <a:srgbClr val="0070C0"/>
                </a:solidFill>
              </a:rPr>
              <a:t>Salgsinntekt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45D587-7320-0D3C-E977-DD49815DAD04}"/>
              </a:ext>
            </a:extLst>
          </p:cNvPr>
          <p:cNvSpPr txBox="1"/>
          <p:nvPr/>
        </p:nvSpPr>
        <p:spPr>
          <a:xfrm>
            <a:off x="5645523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nb-N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0462FE-A14E-C930-8579-BD17ACE2F566}"/>
                  </a:ext>
                </a:extLst>
              </p:cNvPr>
              <p:cNvSpPr txBox="1"/>
              <p:nvPr/>
            </p:nvSpPr>
            <p:spPr>
              <a:xfrm>
                <a:off x="135862" y="4247041"/>
                <a:ext cx="11707692" cy="21784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𝑁𝑉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=−233 360 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𝑛𝑒𝑔𝑎𝑡𝑖𝑣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𝐸𝐾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𝑟𝑒𝑛𝑡𝑎𝑏𝑖𝑙𝑖𝑡𝑒𝑡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−21,2% (=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−233 360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1,1 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𝑚𝑖𝑙𝑙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b-NO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800" b="0" dirty="0">
                  <a:ea typeface="Cambria Math" panose="02040503050406030204" pitchFamily="18" charset="0"/>
                </a:endParaRPr>
              </a:p>
              <a:p>
                <a:r>
                  <a:rPr lang="en-US" sz="4000" b="0" dirty="0">
                    <a:ea typeface="Cambria Math" panose="02040503050406030204" pitchFamily="18" charset="0"/>
                  </a:rPr>
                  <a:t>	</a:t>
                </a:r>
                <a:r>
                  <a:rPr lang="en-US" sz="4000" b="0" dirty="0" err="1">
                    <a:ea typeface="Cambria Math" panose="02040503050406030204" pitchFamily="18" charset="0"/>
                  </a:rPr>
                  <a:t>Hvor</a:t>
                </a:r>
                <a:r>
                  <a:rPr lang="en-US" sz="4000" b="0" dirty="0">
                    <a:ea typeface="Cambria Math" panose="02040503050406030204" pitchFamily="18" charset="0"/>
                  </a:rPr>
                  <a:t> </a:t>
                </a:r>
                <a:r>
                  <a:rPr lang="en-US" sz="4000" b="0" dirty="0" err="1">
                    <a:ea typeface="Cambria Math" panose="02040503050406030204" pitchFamily="18" charset="0"/>
                  </a:rPr>
                  <a:t>stor</a:t>
                </a:r>
                <a:r>
                  <a:rPr lang="en-US" sz="4000" b="0" dirty="0">
                    <a:ea typeface="Cambria Math" panose="02040503050406030204" pitchFamily="18" charset="0"/>
                  </a:rPr>
                  <a:t> må prisstigningen være for “break even”?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nb-NO" dirty="0"/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0462FE-A14E-C930-8579-BD17ACE2F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62" y="4247041"/>
                <a:ext cx="11707692" cy="2178481"/>
              </a:xfrm>
              <a:prstGeom prst="rect">
                <a:avLst/>
              </a:prstGeom>
              <a:blipFill>
                <a:blip r:embed="rId3"/>
                <a:stretch>
                  <a:fillRect t="-3488" r="-1192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Brace 5">
            <a:extLst>
              <a:ext uri="{FF2B5EF4-FFF2-40B4-BE49-F238E27FC236}">
                <a16:creationId xmlns:a16="http://schemas.microsoft.com/office/drawing/2014/main" id="{83F5F96C-C0C5-4887-8F60-B68A2D995547}"/>
              </a:ext>
            </a:extLst>
          </p:cNvPr>
          <p:cNvSpPr/>
          <p:nvPr/>
        </p:nvSpPr>
        <p:spPr>
          <a:xfrm rot="5400000">
            <a:off x="8633103" y="2351445"/>
            <a:ext cx="435518" cy="1389159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68FE10-1709-F7E5-28DD-7BBF59D3A6CF}"/>
              </a:ext>
            </a:extLst>
          </p:cNvPr>
          <p:cNvSpPr txBox="1"/>
          <p:nvPr/>
        </p:nvSpPr>
        <p:spPr>
          <a:xfrm>
            <a:off x="8215502" y="3340369"/>
            <a:ext cx="3845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3600" dirty="0">
                <a:solidFill>
                  <a:srgbClr val="FF0000"/>
                </a:solidFill>
              </a:rPr>
              <a:t>Tilbakebetaling lån</a:t>
            </a:r>
          </a:p>
        </p:txBody>
      </p:sp>
    </p:spTree>
    <p:extLst>
      <p:ext uri="{BB962C8B-B14F-4D97-AF65-F5344CB8AC3E}">
        <p14:creationId xmlns:p14="http://schemas.microsoft.com/office/powerpoint/2010/main" val="39545319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C93C7-476E-4772-A34A-435F66A86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916" y="174626"/>
            <a:ext cx="11464713" cy="768216"/>
          </a:xfrm>
        </p:spPr>
        <p:txBody>
          <a:bodyPr>
            <a:normAutofit fontScale="90000"/>
          </a:bodyPr>
          <a:lstStyle/>
          <a:p>
            <a:r>
              <a:rPr lang="nb-NO" sz="3600" b="1" dirty="0">
                <a:latin typeface="+mn-lt"/>
              </a:rPr>
              <a:t>SENSITIVITETESANALYSE 2: </a:t>
            </a:r>
            <a:r>
              <a:rPr lang="nb-NO" sz="4000" b="1" dirty="0">
                <a:highlight>
                  <a:srgbClr val="FFFF00"/>
                </a:highlight>
                <a:latin typeface="+mn-lt"/>
              </a:rPr>
              <a:t>EK-investering</a:t>
            </a:r>
            <a:r>
              <a:rPr lang="nb-NO" sz="3600" b="1" dirty="0">
                <a:latin typeface="+mn-lt"/>
              </a:rPr>
              <a:t> og ett rom utleid; selger til samme pris som vi kjøpte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232C77-96D7-4C6C-AF71-DA717F5F1F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5751" y="1287888"/>
                <a:ext cx="11364382" cy="53288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b-NO" smtClean="0">
                        <a:latin typeface="Cambria Math" panose="02040503050406030204" pitchFamily="18" charset="0"/>
                      </a:rPr>
                      <m:t>NV</m:t>
                    </m:r>
                    <m:r>
                      <a:rPr lang="nb-NO" smtClean="0">
                        <a:latin typeface="Cambria Math" panose="02040503050406030204" pitchFamily="18" charset="0"/>
                      </a:rPr>
                      <m:t>=−6,1 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𝑚𝑖𝑙𝑙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.+</m:t>
                    </m:r>
                    <m:f>
                      <m:fPr>
                        <m:ctrlPr>
                          <a:rPr lang="nb-NO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nb-NO" b="0" i="0" smtClean="0">
                            <a:latin typeface="Cambria Math" panose="02040503050406030204" pitchFamily="18" charset="0"/>
                          </a:rPr>
                          <m:t>87 000</m:t>
                        </m:r>
                        <m:r>
                          <m:rPr>
                            <m:nor/>
                          </m:rPr>
                          <a:rPr lang="nb-NO" i="0" dirty="0"/>
                          <m:t> </m:t>
                        </m:r>
                      </m:num>
                      <m:den>
                        <m:r>
                          <a:rPr lang="nb-NO" i="1">
                            <a:latin typeface="Cambria Math" panose="02040503050406030204" pitchFamily="18" charset="0"/>
                          </a:rPr>
                          <m:t>1,03</m:t>
                        </m:r>
                      </m:den>
                    </m:f>
                    <m:r>
                      <a:rPr lang="nb-NO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nb-NO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nb-NO" b="0" i="0" smtClean="0">
                            <a:latin typeface="Cambria Math" panose="02040503050406030204" pitchFamily="18" charset="0"/>
                          </a:rPr>
                          <m:t>87 000</m:t>
                        </m:r>
                      </m:num>
                      <m:den>
                        <m:d>
                          <m:d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1,03</m:t>
                            </m:r>
                          </m:e>
                        </m:d>
                        <m:r>
                          <a:rPr lang="nb-NO" i="1" baseline="300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nb-NO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nb-NO" i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nb-NO" i="0">
                            <a:latin typeface="Cambria Math" panose="02040503050406030204" pitchFamily="18" charset="0"/>
                          </a:rPr>
                          <m:t>87 000</m:t>
                        </m:r>
                      </m:num>
                      <m:den>
                        <m:d>
                          <m:d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1,03</m:t>
                            </m:r>
                          </m:e>
                        </m:d>
                        <m:r>
                          <a:rPr lang="nb-NO" i="1" baseline="3000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nb-NO" i="1" baseline="30000">
                        <a:latin typeface="Cambria Math" panose="02040503050406030204" pitchFamily="18" charset="0"/>
                      </a:rPr>
                      <m:t> </m:t>
                    </m:r>
                    <m:r>
                      <a:rPr lang="nb-NO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nb-NO" i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nb-NO" i="0">
                            <a:latin typeface="Cambria Math" panose="02040503050406030204" pitchFamily="18" charset="0"/>
                          </a:rPr>
                          <m:t>6 100 000</m:t>
                        </m:r>
                      </m:num>
                      <m:den>
                        <m:d>
                          <m:d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1,03</m:t>
                            </m:r>
                          </m:e>
                        </m:d>
                        <m:r>
                          <a:rPr lang="nb-NO" i="1" baseline="3000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nb-NO" b="0" i="1" baseline="3000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dirty="0"/>
                  <a:t>= - 271 547</a:t>
                </a:r>
              </a:p>
              <a:p>
                <a:pPr marL="0" indent="0">
                  <a:buNone/>
                </a:pPr>
                <a:endParaRPr lang="nb-NO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=−271 547 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𝑁𝑒𝑔𝑎𝑡𝑖𝑣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𝐸𝐾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𝑟𝑒𝑛𝑡𝑎𝑏𝑖𝑙𝑖𝑡𝑒𝑡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−4,5%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nb-N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b-NO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71 547</m:t>
                            </m:r>
                          </m:num>
                          <m:den>
                            <m:r>
                              <a:rPr lang="nb-NO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100 000</m:t>
                            </m:r>
                          </m:den>
                        </m:f>
                      </m:e>
                    </m:d>
                  </m:oMath>
                </a14:m>
                <a:endParaRPr lang="nb-NO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nb-NO" dirty="0"/>
              </a:p>
              <a:p>
                <a:endParaRPr lang="nb-NO" dirty="0"/>
              </a:p>
              <a:p>
                <a:r>
                  <a:rPr lang="nb-NO" dirty="0"/>
                  <a:t>Når det går dårlig, går det mindre dårlig med EK-finansiering (- 4,5%) enn med gjelds og EK finansiering (- 21,2%), </a:t>
                </a:r>
                <a:r>
                  <a:rPr lang="nb-NO" dirty="0" err="1"/>
                  <a:t>jf</a:t>
                </a:r>
                <a:r>
                  <a:rPr lang="nb-NO" dirty="0"/>
                  <a:t> brekkstangformelen.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232C77-96D7-4C6C-AF71-DA717F5F1F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751" y="1287888"/>
                <a:ext cx="11364382" cy="5328812"/>
              </a:xfrm>
              <a:blipFill>
                <a:blip r:embed="rId2"/>
                <a:stretch>
                  <a:fillRect l="-966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852F0-93B2-E0F8-97B5-B67B00A34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33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2094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SENSITIVITETSANALYSE: Nødvendig salgspris for break-even (NV = 0) med </a:t>
            </a:r>
            <a:r>
              <a:rPr lang="en-US" sz="2700" b="1" dirty="0">
                <a:solidFill>
                  <a:srgbClr val="00000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gearing</a:t>
            </a: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7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</a:t>
            </a:r>
            <a:r>
              <a:rPr lang="en-US" sz="27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3,5% </a:t>
            </a:r>
            <a:r>
              <a:rPr lang="en-US" sz="2700" b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lånerente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2039112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=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203911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−1,1 mill.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14600" y="2039112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880360" y="149047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80360" y="1728216"/>
            <a:ext cx="530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880360" y="23682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i=1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56432" y="1783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49 500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56432" y="2331720"/>
            <a:ext cx="141732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56432" y="235915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(1,03)</a:t>
            </a:r>
            <a:r>
              <a:rPr lang="en-US" sz="1800" b="1" i="1" baseline="30000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2039112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49240" y="1783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49240" y="2331720"/>
            <a:ext cx="9144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49240" y="23591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(1,03)</a:t>
            </a:r>
            <a:r>
              <a:rPr lang="en-US" sz="1800" b="1" i="1" baseline="30000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73368" y="2039112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39128" y="1783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5 000 000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39128" y="2331720"/>
            <a:ext cx="16002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39128" y="235915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(1,03)</a:t>
            </a:r>
            <a:r>
              <a:rPr lang="en-US" sz="1800" b="1" i="1" baseline="30000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 rot="5400000">
            <a:off x="4027932" y="2290572"/>
            <a:ext cx="274320" cy="1417320"/>
          </a:xfrm>
          <a:prstGeom prst="leftBrace">
            <a:avLst/>
          </a:prstGeom>
          <a:noFill/>
          <a:ln w="1905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044952" y="31729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Leieinntekt etter renter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 rot="5400000">
            <a:off x="5669280" y="2542032"/>
            <a:ext cx="274320" cy="914400"/>
          </a:xfrm>
          <a:prstGeom prst="leftBrace">
            <a:avLst/>
          </a:prstGeom>
          <a:noFill/>
          <a:ln w="1905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Ukjent salgsverdi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 rot="5400000">
            <a:off x="7402068" y="2199132"/>
            <a:ext cx="274320" cy="1600200"/>
          </a:xfrm>
          <a:prstGeom prst="leftBrace">
            <a:avLst/>
          </a:prstGeom>
          <a:noFill/>
          <a:ln w="1905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27648" y="31729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Tilbakebetaling lån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3977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 S </a:t>
            </a:r>
            <a:r>
              <a:rPr lang="en-US" sz="3800" b="1" i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 6 355 000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594360" y="4892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6 100 000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594360" y="5422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Opprinnelig kjøpesum / salgspris i sliden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343400" y="4892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03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6 355 000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343400" y="5422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Nødvendig salgspris for break-even (NV = 0)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92440" y="4892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+255 000 (+4,2 %)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8092440" y="5422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Nødvendig prisstigning over 3 år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251960" y="4937760"/>
            <a:ext cx="0" cy="8686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001000" y="4937760"/>
            <a:ext cx="0" cy="86868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Løst algebraisk fra 0 = −1,1 mill. − Σ 49 500/(1,03)ⁱ + S/(1,03)³ − 5 000 000/(1,03)³  ⇒  S = 5 000 000 + (1,03)³ · (1,1 mill. + Σ 49 500/(1,03)ⁱ) ≈ 6 354 999.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A748-9A2A-CF8D-4E78-8247F11CC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 dirty="0"/>
              <a:t>Salgsprisen er den mest kritiske faktoren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0230C-2C9F-1084-8B18-893011B24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b-NO" dirty="0"/>
              <a:t>M</a:t>
            </a:r>
            <a:r>
              <a:rPr lang="nb-NO" noProof="0" dirty="0"/>
              <a:t>ed 3,5% rente som er 2 prosentpoeng lavere enn dagens rente går vi i minus om ikke leiligheten stiger med 4,2% over tre år</a:t>
            </a:r>
          </a:p>
          <a:p>
            <a:endParaRPr lang="nb-NO" dirty="0"/>
          </a:p>
          <a:p>
            <a:r>
              <a:rPr lang="nb-NO" noProof="0" dirty="0"/>
              <a:t>Hvis vi hadde gjort samme antakelse med 6% rente hadde vi sett at prisstigningen måtte være mye høyere for «break </a:t>
            </a:r>
            <a:r>
              <a:rPr lang="nb-NO" noProof="0" dirty="0" err="1"/>
              <a:t>even</a:t>
            </a:r>
            <a:r>
              <a:rPr lang="nb-NO" noProof="0" dirty="0"/>
              <a:t>»</a:t>
            </a:r>
          </a:p>
          <a:p>
            <a:endParaRPr lang="nb-NO" dirty="0"/>
          </a:p>
          <a:p>
            <a:r>
              <a:rPr lang="nb-NO" noProof="0" dirty="0"/>
              <a:t>Tallene våre viser hvorfor boligmarkedet er så dempet i dag. Det er nedside på boligprisutviklingen i Oslo og kanskje på sikt i andre byer og rente har større sjanse for å gå opp enn ned. Lånerenten i dag ligger rundt 5%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04B1-0335-6F8A-3559-BA2F028F9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noProof="0" smtClean="0"/>
              <a:t>35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107810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766A6-0C6A-4069-B177-B0765EB0B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Andre Investeringsformer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9FF5C-48F9-4C22-8505-A2DB0CFEC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Så langt har vi sett på investering i fast eiendom. Nå ser vi på andre investeringsalternativer</a:t>
            </a:r>
          </a:p>
          <a:p>
            <a:endParaRPr lang="nb-NO" dirty="0"/>
          </a:p>
          <a:p>
            <a:pPr>
              <a:buFont typeface="Wingdings" panose="05000000000000000000" pitchFamily="2" charset="2"/>
              <a:buChar char="ü"/>
            </a:pPr>
            <a:r>
              <a:rPr lang="nb-NO" dirty="0"/>
              <a:t> </a:t>
            </a:r>
            <a:r>
              <a:rPr lang="nb-NO" dirty="0" err="1"/>
              <a:t>Crowdlending</a:t>
            </a:r>
            <a:r>
              <a:rPr lang="nb-NO" dirty="0"/>
              <a:t>/folkefinansiering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nb-NO" dirty="0"/>
              <a:t>Lån i gråmarkedet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nb-NO" dirty="0"/>
              <a:t> Fondsinvesteringer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nb-NO" dirty="0"/>
              <a:t>Høyrente obligasjoner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8D5F0-DE9C-94EB-A2F0-7207E6375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36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794510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14B1A-ED63-681E-5570-791C25023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012686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Crowdlending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FDA86-74D9-7AAF-6548-8AEB3B351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34948"/>
            <a:ext cx="11137777" cy="5599416"/>
          </a:xfrm>
        </p:spPr>
        <p:txBody>
          <a:bodyPr>
            <a:noAutofit/>
          </a:bodyPr>
          <a:lstStyle/>
          <a:p>
            <a:r>
              <a:rPr lang="nb-NO" dirty="0">
                <a:solidFill>
                  <a:srgbClr val="1A1A1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</a:t>
            </a:r>
            <a:r>
              <a:rPr lang="nb-NO" b="0" i="0" dirty="0">
                <a:solidFill>
                  <a:srgbClr val="1A1A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finansieringsmodell der personer, organisasjoner eller selskap kan hente inn økonomisk støtte (</a:t>
            </a:r>
            <a:r>
              <a:rPr lang="nb-NO" b="0" i="0" dirty="0" err="1">
                <a:solidFill>
                  <a:srgbClr val="1A1A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funding</a:t>
            </a:r>
            <a:r>
              <a:rPr lang="nb-NO" b="0" i="0" dirty="0">
                <a:solidFill>
                  <a:srgbClr val="1A1A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/kapital) fra et stort antall givere via en </a:t>
            </a:r>
            <a:r>
              <a:rPr lang="nb-NO" b="0" i="1" dirty="0">
                <a:solidFill>
                  <a:srgbClr val="1A1A1A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digital plattform. </a:t>
            </a:r>
          </a:p>
          <a:p>
            <a:endParaRPr lang="nb-NO" dirty="0">
              <a:solidFill>
                <a:srgbClr val="1A1A1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b-NO" dirty="0">
                <a:latin typeface="Arial" panose="020B0604020202020204" pitchFamily="34" charset="0"/>
                <a:cs typeface="Arial" panose="020B0604020202020204" pitchFamily="34" charset="0"/>
              </a:rPr>
              <a:t>Som långiver skattlegges du av mottatt inntekt (plattformene </a:t>
            </a:r>
            <a:r>
              <a:rPr lang="nb-NO" dirty="0" err="1">
                <a:latin typeface="Arial" panose="020B0604020202020204" pitchFamily="34" charset="0"/>
                <a:cs typeface="Arial" panose="020B0604020202020204" pitchFamily="34" charset="0"/>
              </a:rPr>
              <a:t>tredjepartsrapporterer</a:t>
            </a:r>
            <a:r>
              <a:rPr lang="nb-NO" dirty="0">
                <a:latin typeface="Arial" panose="020B0604020202020204" pitchFamily="34" charset="0"/>
                <a:cs typeface="Arial" panose="020B0604020202020204" pitchFamily="34" charset="0"/>
              </a:rPr>
              <a:t> til skatteetaten)</a:t>
            </a:r>
          </a:p>
          <a:p>
            <a:endParaRPr lang="nb-N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b-NO" sz="3200" dirty="0"/>
              <a:t>Hvis du taper pengene får du fradrag for tapet. </a:t>
            </a:r>
            <a:endParaRPr lang="nb-NO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nb-NO" dirty="0">
              <a:solidFill>
                <a:srgbClr val="1A1A1A"/>
              </a:solidFill>
              <a:latin typeface="Arial" panose="020B0604020202020204" pitchFamily="34" charset="0"/>
            </a:endParaRPr>
          </a:p>
          <a:p>
            <a:r>
              <a:rPr lang="nb-NO" dirty="0">
                <a:solidFill>
                  <a:srgbClr val="1A1A1A"/>
                </a:solidFill>
                <a:latin typeface="Arial" panose="020B0604020202020204" pitchFamily="34" charset="0"/>
              </a:rPr>
              <a:t>Eksempler på </a:t>
            </a:r>
            <a:r>
              <a:rPr lang="nb-NO" dirty="0" err="1">
                <a:solidFill>
                  <a:srgbClr val="1A1A1A"/>
                </a:solidFill>
                <a:latin typeface="Arial" panose="020B0604020202020204" pitchFamily="34" charset="0"/>
              </a:rPr>
              <a:t>crowdlending</a:t>
            </a:r>
            <a:r>
              <a:rPr lang="nb-NO" dirty="0">
                <a:solidFill>
                  <a:srgbClr val="1A1A1A"/>
                </a:solidFill>
                <a:latin typeface="Arial" panose="020B0604020202020204" pitchFamily="34" charset="0"/>
              </a:rPr>
              <a:t>-plattformer: Kameo, </a:t>
            </a:r>
            <a:r>
              <a:rPr lang="nb-NO" dirty="0" err="1">
                <a:solidFill>
                  <a:srgbClr val="1A1A1A"/>
                </a:solidFill>
                <a:latin typeface="Arial" panose="020B0604020202020204" pitchFamily="34" charset="0"/>
              </a:rPr>
              <a:t>Oblinor</a:t>
            </a:r>
            <a:r>
              <a:rPr lang="nb-NO" dirty="0">
                <a:solidFill>
                  <a:srgbClr val="1A1A1A"/>
                </a:solidFill>
                <a:latin typeface="Arial" panose="020B0604020202020204" pitchFamily="34" charset="0"/>
              </a:rPr>
              <a:t>, </a:t>
            </a:r>
            <a:r>
              <a:rPr lang="nb-NO" dirty="0" err="1">
                <a:solidFill>
                  <a:srgbClr val="1A1A1A"/>
                </a:solidFill>
                <a:latin typeface="Arial" panose="020B0604020202020204" pitchFamily="34" charset="0"/>
              </a:rPr>
              <a:t>Monio</a:t>
            </a:r>
            <a:r>
              <a:rPr lang="nb-NO" dirty="0">
                <a:solidFill>
                  <a:srgbClr val="1A1A1A"/>
                </a:solidFill>
                <a:latin typeface="Arial" panose="020B0604020202020204" pitchFamily="34" charset="0"/>
              </a:rPr>
              <a:t> og </a:t>
            </a:r>
            <a:r>
              <a:rPr lang="nb-NO" dirty="0" err="1">
                <a:solidFill>
                  <a:srgbClr val="1A1A1A"/>
                </a:solidFill>
                <a:latin typeface="Arial" panose="020B0604020202020204" pitchFamily="34" charset="0"/>
              </a:rPr>
              <a:t>Kredd</a:t>
            </a:r>
            <a:r>
              <a:rPr lang="nb-NO" dirty="0">
                <a:solidFill>
                  <a:srgbClr val="1A1A1A"/>
                </a:solidFill>
                <a:latin typeface="Arial" panose="020B0604020202020204" pitchFamily="34" charset="0"/>
              </a:rPr>
              <a:t>.</a:t>
            </a:r>
          </a:p>
          <a:p>
            <a:endParaRPr lang="nb-NO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nb-NO" dirty="0"/>
          </a:p>
          <a:p>
            <a:endParaRPr lang="nb-NO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947E1-7E43-8C84-F571-69A1B6A7F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37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58296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9146-0DCA-41CB-9E0A-2642AA21D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290"/>
            <a:ext cx="10515600" cy="1325563"/>
          </a:xfrm>
        </p:spPr>
        <p:txBody>
          <a:bodyPr/>
          <a:lstStyle/>
          <a:p>
            <a:r>
              <a:rPr lang="nb-NO" dirty="0" err="1"/>
              <a:t>Crowdlending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D67EF-76FC-4681-862B-A615388C7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32648"/>
            <a:ext cx="10932459" cy="4944316"/>
          </a:xfrm>
        </p:spPr>
        <p:txBody>
          <a:bodyPr>
            <a:normAutofit/>
          </a:bodyPr>
          <a:lstStyle/>
          <a:p>
            <a:r>
              <a:rPr lang="nb-NO" sz="3000" dirty="0"/>
              <a:t>Plattformene organiserer prosjekter</a:t>
            </a:r>
          </a:p>
          <a:p>
            <a:endParaRPr lang="nb-NO" sz="3000" dirty="0"/>
          </a:p>
          <a:p>
            <a:endParaRPr lang="nb-N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D53D0F-6D08-7D14-EE0A-FA4C3EF04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44" y="2116477"/>
            <a:ext cx="12085716" cy="316506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32FEC-F9B0-A312-1435-29F72E4FF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38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777088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23206-7F0D-B44B-E62A-2C5AA0009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2" y="358588"/>
            <a:ext cx="10968318" cy="6320118"/>
          </a:xfrm>
        </p:spPr>
        <p:txBody>
          <a:bodyPr>
            <a:normAutofit/>
          </a:bodyPr>
          <a:lstStyle/>
          <a:p>
            <a:r>
              <a:rPr lang="nb-NO" sz="3200" dirty="0"/>
              <a:t>Plattformen tar seg betalt gjennom avgift enten til låntager og/eller til långiver eller begge deler.</a:t>
            </a:r>
          </a:p>
          <a:p>
            <a:endParaRPr lang="nb-NO" sz="3200" dirty="0"/>
          </a:p>
          <a:p>
            <a:r>
              <a:rPr lang="nb-NO" sz="3200" dirty="0"/>
              <a:t>Når du gir lån via plattformen må du stole på dens risikovurdering</a:t>
            </a:r>
          </a:p>
          <a:p>
            <a:endParaRPr lang="nb-NO" sz="3200" dirty="0"/>
          </a:p>
          <a:p>
            <a:r>
              <a:rPr lang="nb-NO" sz="3200" dirty="0"/>
              <a:t>Plattformen har svake insitamenter til riktig risikovurdering fordi den ikke bærer et eventuelt tap av hovedstol (lånet).</a:t>
            </a:r>
          </a:p>
          <a:p>
            <a:endParaRPr lang="en-US" sz="3200" dirty="0"/>
          </a:p>
          <a:p>
            <a:r>
              <a:rPr lang="nb-NO" sz="3200" dirty="0"/>
              <a:t>Merk at du kjenner ikke kreditthistorien til noen av låntakerne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B54E80-671B-BC5C-4660-3551C0512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39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76264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8C7CD2-1E04-4C35-1958-DFD4AD974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76" y="275785"/>
            <a:ext cx="10545647" cy="630643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5E765F-D6E9-3249-BE1B-CB8FC3DE0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40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874781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E04568-F60C-4C09-B5A3-2A98D5A32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39" y="687218"/>
            <a:ext cx="11405920" cy="537520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55E977-6C8B-902D-C124-38B7BF8AE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41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182493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A1CB6-7A46-64C3-A038-2866D6583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314"/>
            <a:ext cx="10515600" cy="719604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Belønningsbasert</a:t>
            </a:r>
            <a:r>
              <a:rPr lang="en-US" sz="3600" b="1" dirty="0"/>
              <a:t> CF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E793E-E4BB-2549-2FB6-BB4EB740C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259" y="1559235"/>
            <a:ext cx="11359982" cy="5108451"/>
          </a:xfrm>
        </p:spPr>
        <p:txBody>
          <a:bodyPr>
            <a:normAutofit lnSpcReduction="10000"/>
          </a:bodyPr>
          <a:lstStyle/>
          <a:p>
            <a:r>
              <a:rPr lang="nb-NO" sz="30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 </a:t>
            </a:r>
            <a:r>
              <a:rPr lang="nb-NO" sz="3000" b="0" i="0" dirty="0">
                <a:solidFill>
                  <a:srgbClr val="1A1A1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donerer et beløp for å hjelpe et selskap til å finansiere et nytt produkt og får en gjenytelse for donasjonen (for eksempel rabatt).</a:t>
            </a:r>
          </a:p>
          <a:p>
            <a:pPr algn="l"/>
            <a:endParaRPr lang="nb-NO" sz="3000" b="0" i="0" dirty="0">
              <a:solidFill>
                <a:srgbClr val="1A1A1A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nb-NO" sz="3000" dirty="0">
                <a:solidFill>
                  <a:srgbClr val="1A1A1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Gjenytelsen avhenger ofte av hvor mye man donerer</a:t>
            </a:r>
          </a:p>
          <a:p>
            <a:pPr algn="l"/>
            <a:endParaRPr lang="nb-NO" sz="3000" b="0" i="0" dirty="0">
              <a:solidFill>
                <a:srgbClr val="1A1A1A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nb-NO" sz="3000" dirty="0">
                <a:latin typeface="Calibri" panose="020F0502020204030204" pitchFamily="34" charset="0"/>
                <a:cs typeface="Calibri" panose="020F0502020204030204" pitchFamily="34" charset="0"/>
              </a:rPr>
              <a:t>Hvis pengene dine går tapt  (prosjektet er ulønnsomt) har du ikke krav på fradrag for tapet. Mangelen på skattefradrag gjør det svært dyrt å investere (krever høy avkastning)</a:t>
            </a:r>
          </a:p>
          <a:p>
            <a:pPr marL="0" indent="0" algn="l">
              <a:buNone/>
            </a:pPr>
            <a:endParaRPr lang="nb-NO" sz="3000" b="0" i="0" dirty="0">
              <a:solidFill>
                <a:srgbClr val="1A1A1A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nb-NO" sz="3000" b="0" i="0" dirty="0">
                <a:solidFill>
                  <a:srgbClr val="1A1A1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Eksempler på belønningsbaserte plattformer er Spleis, Bidra, Kickstarter og </a:t>
            </a:r>
            <a:r>
              <a:rPr lang="nb-NO" sz="3000" b="0" i="0" dirty="0" err="1">
                <a:solidFill>
                  <a:srgbClr val="1A1A1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IndieGoGo</a:t>
            </a:r>
            <a:r>
              <a:rPr lang="nb-NO" sz="3000" b="0" i="0" dirty="0">
                <a:solidFill>
                  <a:srgbClr val="1A1A1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1E041-0D0E-7F21-9FCF-0847A8E83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42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56223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83B52-3D99-6930-7902-4D33B83A4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753" y="136525"/>
            <a:ext cx="10515600" cy="594099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+mn-lt"/>
              </a:rPr>
              <a:t>Skattemessige</a:t>
            </a:r>
            <a:r>
              <a:rPr lang="en-US" sz="4000" dirty="0">
                <a:latin typeface="+mn-lt"/>
              </a:rPr>
              <a:t> forhold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2D537-7C36-EB7F-A057-A69F7D889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3" y="842682"/>
            <a:ext cx="10910047" cy="5853953"/>
          </a:xfrm>
        </p:spPr>
        <p:txBody>
          <a:bodyPr>
            <a:normAutofit/>
          </a:bodyPr>
          <a:lstStyle/>
          <a:p>
            <a:r>
              <a:rPr lang="nb-NO" sz="3200" b="0" i="0" dirty="0">
                <a:solidFill>
                  <a:srgbClr val="1A1A1A"/>
                </a:solidFill>
                <a:effectLst/>
              </a:rPr>
              <a:t>Aksjer du har kjøpt gjennom en </a:t>
            </a:r>
            <a:r>
              <a:rPr lang="nb-NO" sz="3200" b="0" i="0" dirty="0" err="1">
                <a:solidFill>
                  <a:srgbClr val="1A1A1A"/>
                </a:solidFill>
                <a:effectLst/>
              </a:rPr>
              <a:t>crowdfunding</a:t>
            </a:r>
            <a:r>
              <a:rPr lang="nb-NO" sz="3200" b="0" i="0" dirty="0">
                <a:solidFill>
                  <a:srgbClr val="1A1A1A"/>
                </a:solidFill>
                <a:effectLst/>
              </a:rPr>
              <a:t>-plattform kan gi avkastning i form av utbytte eller gevinst ved salg av aksjene. </a:t>
            </a:r>
          </a:p>
          <a:p>
            <a:endParaRPr lang="nb-NO" sz="3200" dirty="0">
              <a:solidFill>
                <a:srgbClr val="1A1A1A"/>
              </a:solidFill>
            </a:endParaRPr>
          </a:p>
          <a:p>
            <a:r>
              <a:rPr lang="nb-NO" sz="3200" b="0" i="0" dirty="0">
                <a:solidFill>
                  <a:srgbClr val="1A1A1A"/>
                </a:solidFill>
                <a:effectLst/>
              </a:rPr>
              <a:t>Du skal oppgi utbyttet eller gevinsten som skattepliktig inntekt i skattemeldingen samt formuesverdien.</a:t>
            </a:r>
          </a:p>
          <a:p>
            <a:endParaRPr lang="nb-NO" sz="3200" dirty="0">
              <a:solidFill>
                <a:srgbClr val="1A1A1A"/>
              </a:solidFill>
            </a:endParaRPr>
          </a:p>
          <a:p>
            <a:r>
              <a:rPr lang="nb-NO" sz="3200" b="0" i="0" dirty="0">
                <a:solidFill>
                  <a:srgbClr val="1A1A1A"/>
                </a:solidFill>
                <a:effectLst/>
              </a:rPr>
              <a:t>Norske </a:t>
            </a:r>
            <a:r>
              <a:rPr lang="nb-NO" sz="3200" b="0" i="0" dirty="0" err="1">
                <a:solidFill>
                  <a:srgbClr val="1A1A1A"/>
                </a:solidFill>
                <a:effectLst/>
              </a:rPr>
              <a:t>crowdlending</a:t>
            </a:r>
            <a:r>
              <a:rPr lang="nb-NO" sz="3200" b="0" i="0" dirty="0">
                <a:solidFill>
                  <a:srgbClr val="1A1A1A"/>
                </a:solidFill>
                <a:effectLst/>
              </a:rPr>
              <a:t>-plattformer og banker har plikt til å rapportere inn opplysninger om henholdsvis lån og renteinntekter til Skatteetaten.</a:t>
            </a:r>
          </a:p>
          <a:p>
            <a:endParaRPr lang="nb-NO" sz="3200" dirty="0">
              <a:solidFill>
                <a:srgbClr val="1A1A1A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0C14C-A791-AAC1-9B11-293177073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43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23318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E161A-5E61-479A-9081-D73D41B46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Gråmarkedet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DCD9A-5DBB-4FA3-A971-401113527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45A64-52C4-59E7-52F9-14254B709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44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340542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07CAD-0B2D-49A5-A775-195554467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76" y="18256"/>
            <a:ext cx="10515600" cy="958898"/>
          </a:xfrm>
        </p:spPr>
        <p:txBody>
          <a:bodyPr/>
          <a:lstStyle/>
          <a:p>
            <a:r>
              <a:rPr lang="nb-NO" dirty="0"/>
              <a:t>Gråmarkedslån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E8305-8A28-412A-9655-05505B41A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54" y="1083881"/>
            <a:ext cx="11681012" cy="5199809"/>
          </a:xfrm>
        </p:spPr>
        <p:txBody>
          <a:bodyPr>
            <a:normAutofit lnSpcReduction="10000"/>
          </a:bodyPr>
          <a:lstStyle/>
          <a:p>
            <a:r>
              <a:rPr lang="nb-NO" sz="3200" dirty="0"/>
              <a:t>Direkte forbindelse mellom låntaker og långiver eller via mellommann. Vilkår avtales mellom partene.</a:t>
            </a:r>
          </a:p>
          <a:p>
            <a:endParaRPr lang="nb-NO" sz="3200" dirty="0"/>
          </a:p>
          <a:p>
            <a:r>
              <a:rPr lang="nb-NO" sz="3200" dirty="0"/>
              <a:t>Renteinntekt skattlegges med 22%. Skattyter må selv-rapportere</a:t>
            </a:r>
          </a:p>
          <a:p>
            <a:endParaRPr lang="nb-NO" sz="3200" dirty="0"/>
          </a:p>
          <a:p>
            <a:r>
              <a:rPr lang="nb-NO" sz="3200" dirty="0"/>
              <a:t>Tap på lån som gis av private </a:t>
            </a:r>
            <a:r>
              <a:rPr lang="nb-NO" sz="3200" i="1" dirty="0"/>
              <a:t>kan ikke avskrives mot alminnelig inntekt mens gevinst skattlegges (asymmetri som gir høy rente)</a:t>
            </a:r>
          </a:p>
          <a:p>
            <a:endParaRPr lang="nb-NO" sz="3200" dirty="0"/>
          </a:p>
          <a:p>
            <a:r>
              <a:rPr lang="nb-NO" sz="3200" dirty="0"/>
              <a:t>Typisk 2 eller 3dje prioritet på lån i gråmarkedet og det kan være mange som har 2 </a:t>
            </a:r>
            <a:r>
              <a:rPr lang="nb-NO" sz="3200" dirty="0" err="1"/>
              <a:t>pri</a:t>
            </a:r>
            <a:r>
              <a:rPr lang="nb-NO" sz="3200" dirty="0"/>
              <a:t> på sine lån. Vanskelig risikovurdering!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15026-0B92-E759-CC91-8B287C93F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45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97369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2EC8C-1BDF-7E8C-B5DD-9D0C3A9D3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093"/>
            <a:ext cx="10515600" cy="652017"/>
          </a:xfrm>
        </p:spPr>
        <p:txBody>
          <a:bodyPr>
            <a:normAutofit fontScale="90000"/>
          </a:bodyPr>
          <a:lstStyle/>
          <a:p>
            <a:r>
              <a:rPr lang="nb-NO" b="1" dirty="0">
                <a:solidFill>
                  <a:srgbClr val="FF0000"/>
                </a:solidFill>
              </a:rPr>
              <a:t>Hvor risikabelt er gråmarkedet?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B0D472-6D30-2D49-AD0C-DFA259D944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830" y="2980699"/>
            <a:ext cx="9689222" cy="1465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C0F1FA-39F1-56FF-C703-652E224D0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06" y="694699"/>
            <a:ext cx="10920794" cy="2286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57D48B-4133-568B-F540-A968032A84E3}"/>
              </a:ext>
            </a:extLst>
          </p:cNvPr>
          <p:cNvSpPr txBox="1"/>
          <p:nvPr/>
        </p:nvSpPr>
        <p:spPr>
          <a:xfrm>
            <a:off x="480849" y="4472138"/>
            <a:ext cx="1178976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/>
              <a:t>I gråmarkedet kan det være mange investorer med 2 prioritet uten at du vet det</a:t>
            </a:r>
          </a:p>
          <a:p>
            <a:r>
              <a:rPr lang="nb-NO" sz="2800" dirty="0"/>
              <a:t>Sjansen for mislighold og tap er derfor stor. Asymmetrisk informasjon (stor </a:t>
            </a:r>
          </a:p>
          <a:p>
            <a:r>
              <a:rPr lang="nb-NO" sz="2800" dirty="0"/>
              <a:t>usikkerhet </a:t>
            </a:r>
            <a:r>
              <a:rPr lang="nb-NO" sz="2800" dirty="0" err="1"/>
              <a:t>mht</a:t>
            </a:r>
            <a:r>
              <a:rPr lang="nb-NO" sz="2800" dirty="0"/>
              <a:t> utfall) og at du ikke får fradrag for tap mot inntekt forklarer</a:t>
            </a:r>
          </a:p>
          <a:p>
            <a:r>
              <a:rPr lang="nb-NO" sz="2800" dirty="0"/>
              <a:t> de høye rentene i gråmarkedet</a:t>
            </a:r>
            <a:endParaRPr lang="nb-NO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86299F-6339-C500-090E-6CD6E8D4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46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1662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7C0A33-9FCC-F7FC-49F2-867632C8D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546" y="170995"/>
            <a:ext cx="9554908" cy="6516009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E3AC58A-4130-224B-A1A0-6B1EC6C40A59}"/>
              </a:ext>
            </a:extLst>
          </p:cNvPr>
          <p:cNvCxnSpPr>
            <a:cxnSpLocks/>
          </p:cNvCxnSpPr>
          <p:nvPr/>
        </p:nvCxnSpPr>
        <p:spPr>
          <a:xfrm>
            <a:off x="1522107" y="3765177"/>
            <a:ext cx="238650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BBB1DF-0FDC-A1C2-9388-8FBED2F2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47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936794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2F0D9E-9B50-870D-38D1-9C9E60AEB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48</a:t>
            </a:fld>
            <a:endParaRPr lang="nb-NO"/>
          </a:p>
        </p:txBody>
      </p:sp>
      <p:pic>
        <p:nvPicPr>
          <p:cNvPr id="4" name="Picture 3" descr="A person shaking hands with another person&#10;&#10;AI-generated content may be incorrect.">
            <a:extLst>
              <a:ext uri="{FF2B5EF4-FFF2-40B4-BE49-F238E27FC236}">
                <a16:creationId xmlns:a16="http://schemas.microsoft.com/office/drawing/2014/main" id="{E31E2F2A-A828-DAB2-48E7-5A66CC6D6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842" y="0"/>
            <a:ext cx="6659515" cy="6858000"/>
          </a:xfrm>
          <a:prstGeom prst="rect">
            <a:avLst/>
          </a:prstGeom>
        </p:spPr>
      </p:pic>
      <p:pic>
        <p:nvPicPr>
          <p:cNvPr id="6" name="Picture 5" descr="A person shaking hands with another person&#10;&#10;AI-generated content may be incorrect.">
            <a:extLst>
              <a:ext uri="{FF2B5EF4-FFF2-40B4-BE49-F238E27FC236}">
                <a16:creationId xmlns:a16="http://schemas.microsoft.com/office/drawing/2014/main" id="{99F5263F-F7EF-549E-4CC6-F5CD51B8F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79" y="0"/>
            <a:ext cx="56789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64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23BFF-5F4F-C21C-A8F9-B5147124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595"/>
            <a:ext cx="10515600" cy="804769"/>
          </a:xfrm>
        </p:spPr>
        <p:txBody>
          <a:bodyPr>
            <a:normAutofit fontScale="90000"/>
          </a:bodyPr>
          <a:lstStyle/>
          <a:p>
            <a:r>
              <a:rPr lang="nb-NO" b="1" dirty="0">
                <a:latin typeface="+mn-lt"/>
              </a:rPr>
              <a:t>Tapsfradrag vs. ikke tapsfradrag og avkastning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CBA25A-022F-7E91-07A8-9CC95D9F63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4787" y="1107141"/>
                <a:ext cx="11362765" cy="506982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nb-NO" sz="3600" dirty="0">
                    <a:latin typeface="Calibri"/>
                    <a:cs typeface="Calibri"/>
                  </a:rPr>
                  <a:t>Vi investerer kr </a:t>
                </a:r>
                <a14:m>
                  <m:oMath xmlns:m="http://schemas.openxmlformats.org/officeDocument/2006/math">
                    <m:r>
                      <a:rPr lang="nb-NO" sz="3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Calibri"/>
                      </a:rPr>
                      <m:t>𝐾</m:t>
                    </m:r>
                  </m:oMath>
                </a14:m>
                <a:r>
                  <a:rPr lang="nb-NO" sz="3600" i="1" dirty="0">
                    <a:solidFill>
                      <a:srgbClr val="FF0000"/>
                    </a:solidFill>
                    <a:latin typeface="Calibri"/>
                    <a:cs typeface="Calibri"/>
                  </a:rPr>
                  <a:t> </a:t>
                </a:r>
                <a:r>
                  <a:rPr lang="nb-NO" sz="3600" dirty="0">
                    <a:latin typeface="Calibri"/>
                    <a:cs typeface="Calibri"/>
                  </a:rPr>
                  <a:t>og er risikonøytral.  </a:t>
                </a:r>
              </a:p>
              <a:p>
                <a:r>
                  <a:rPr lang="nb-NO" sz="3600" dirty="0"/>
                  <a:t> </a:t>
                </a:r>
                <a14:m>
                  <m:oMath xmlns:m="http://schemas.openxmlformats.org/officeDocument/2006/math">
                    <m:r>
                      <a:rPr lang="nb-NO" sz="3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nb-NO" sz="3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b-NO" sz="3600" dirty="0"/>
                  <a:t>= sannsynlighet for suksess og renteinntekt </a:t>
                </a:r>
                <a14:m>
                  <m:oMath xmlns:m="http://schemas.openxmlformats.org/officeDocument/2006/math">
                    <m:r>
                      <a:rPr lang="nb-NO" sz="3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nb-NO" sz="3600" i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nb-NO" sz="3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r>
                      <a:rPr lang="nb-NO" sz="3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nb-NO" sz="3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b-NO" sz="3600" i="1" dirty="0">
                    <a:solidFill>
                      <a:srgbClr val="FF0000"/>
                    </a:solidFill>
                  </a:rPr>
                  <a:t>= </a:t>
                </a:r>
                <a:r>
                  <a:rPr lang="nb-NO" sz="3600" dirty="0">
                    <a:solidFill>
                      <a:schemeClr val="tx1"/>
                    </a:solidFill>
                  </a:rPr>
                  <a:t>sannsynlighet for tap</a:t>
                </a:r>
              </a:p>
              <a:p>
                <a:pPr marL="0" indent="0">
                  <a:buNone/>
                </a:pPr>
                <a:endParaRPr lang="nb-NO" sz="3600" i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nb-NO" sz="3600" b="1" i="1" dirty="0"/>
                  <a:t>Eksempel</a:t>
                </a:r>
              </a:p>
              <a:p>
                <a:pPr marL="0" indent="0">
                  <a:buNone/>
                </a:pPr>
                <a:r>
                  <a:rPr lang="nb-NO" sz="3600" i="1" dirty="0"/>
                  <a:t> </a:t>
                </a:r>
                <a14:m>
                  <m:oMath xmlns:m="http://schemas.openxmlformats.org/officeDocument/2006/math">
                    <m:r>
                      <a:rPr lang="nb-NO" sz="3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nb-NO" sz="3600" dirty="0"/>
                  <a:t> = 1 000 000 (Egenkapital som investeres)</a:t>
                </a:r>
              </a:p>
              <a:p>
                <a:pPr marL="0" indent="0">
                  <a:buNone/>
                </a:pPr>
                <a:r>
                  <a:rPr lang="nb-NO" sz="3600" dirty="0"/>
                  <a:t> </a:t>
                </a:r>
                <a14:m>
                  <m:oMath xmlns:m="http://schemas.openxmlformats.org/officeDocument/2006/math">
                    <m:r>
                      <a:rPr lang="nb-NO" sz="3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nb-NO" sz="3600" i="1" dirty="0"/>
                  <a:t> </a:t>
                </a:r>
                <a:r>
                  <a:rPr lang="nb-NO" sz="3600" dirty="0"/>
                  <a:t>= 200 000 </a:t>
                </a:r>
                <a:r>
                  <a:rPr lang="nb-NO" sz="3600" dirty="0" err="1"/>
                  <a:t>dvs</a:t>
                </a:r>
                <a:r>
                  <a:rPr lang="nb-NO" sz="3600" dirty="0"/>
                  <a:t> 20% rente av lån på kr 1 000 000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nb-NO" sz="3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nb-NO" sz="3600" dirty="0"/>
                  <a:t> = 90% (sjansen for suksess); </a:t>
                </a:r>
                <a14:m>
                  <m:oMath xmlns:m="http://schemas.openxmlformats.org/officeDocument/2006/math">
                    <m:r>
                      <a:rPr lang="nb-NO" sz="3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r>
                      <a:rPr lang="nb-NO" sz="3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nb-NO" sz="3600" dirty="0"/>
                  <a:t> = 10%; sjanse for tap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nb-NO" sz="3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nb-NO" sz="3600" dirty="0">
                    <a:solidFill>
                      <a:srgbClr val="FF0000"/>
                    </a:solidFill>
                  </a:rPr>
                  <a:t> </a:t>
                </a:r>
                <a:r>
                  <a:rPr lang="nb-NO" sz="3600" dirty="0"/>
                  <a:t>= 22% (skatt på renteinntekt på lånet)</a:t>
                </a:r>
                <a:endParaRPr lang="nb-NO" sz="3600" i="1" dirty="0"/>
              </a:p>
              <a:p>
                <a:endParaRPr lang="nb-NO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CBA25A-022F-7E91-07A8-9CC95D9F63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4787" y="1107141"/>
                <a:ext cx="11362765" cy="5069822"/>
              </a:xfrm>
              <a:blipFill>
                <a:blip r:embed="rId2"/>
                <a:stretch>
                  <a:fillRect l="-1453" t="-3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DBEC1-47C3-533F-FDD0-AA0B8C24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49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762735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D3376-DBD8-47BD-8C21-4DB23FF33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41" y="152400"/>
            <a:ext cx="10515600" cy="510638"/>
          </a:xfrm>
        </p:spPr>
        <p:txBody>
          <a:bodyPr>
            <a:noAutofit/>
          </a:bodyPr>
          <a:lstStyle/>
          <a:p>
            <a:r>
              <a:rPr lang="nb-NO" sz="3600" b="1" dirty="0">
                <a:latin typeface="+mn-lt"/>
              </a:rPr>
              <a:t>Full avskrivning av tapet</a:t>
            </a:r>
            <a:endParaRPr lang="nb-NO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EFEF2-B01D-40CF-9D5C-D5D4456FDA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0306" y="1066800"/>
                <a:ext cx="10923494" cy="56388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nb-NO" sz="3200" dirty="0"/>
                  <a:t>Forventet avkastning (risikonøytral investor) etter skatt er (100%-22%)=78%:</a:t>
                </a:r>
              </a:p>
              <a:p>
                <a:endParaRPr lang="nb-NO" sz="3200" dirty="0"/>
              </a:p>
              <a:p>
                <a:endParaRPr lang="nb-NO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sz="32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nb-NO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sz="32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nb-NO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nb-NO" sz="32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nb-NO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nb-NO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b-NO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d>
                            <m:dPr>
                              <m:ctrlPr>
                                <a:rPr lang="nb-N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b-N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nb-N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nb-N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nb-N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b-N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r>
                        <a:rPr lang="nb-NO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𝑝𝑅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nb-NO" sz="32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sz="3200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nb-NO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b-NO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nb-NO" sz="3200" dirty="0"/>
              </a:p>
              <a:p>
                <a:pPr marL="0" indent="0">
                  <a:buNone/>
                </a:pPr>
                <a:endParaRPr lang="nb-NO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sz="32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nb-NO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sz="32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nb-NO" sz="3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90%</m:t>
                          </m:r>
                          <m:r>
                            <a:rPr lang="nb-NO" sz="3200" i="1">
                              <a:latin typeface="Cambria Math" panose="02040503050406030204" pitchFamily="18" charset="0"/>
                            </a:rPr>
                            <m:t>∗200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sz="3200" i="1">
                              <a:latin typeface="Cambria Math" panose="02040503050406030204" pitchFamily="18" charset="0"/>
                            </a:rPr>
                            <m:t>000∗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78%</m:t>
                          </m:r>
                          <m:r>
                            <a:rPr lang="nb-NO" sz="3200" i="1">
                              <a:latin typeface="Cambria Math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10%∗</m:t>
                          </m:r>
                          <m:r>
                            <a:rPr lang="nb-NO" sz="32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sz="3200" i="1"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sz="3200" i="1"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78%</m:t>
                          </m:r>
                        </m:num>
                        <m:den>
                          <m:r>
                            <a:rPr lang="nb-NO" sz="32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sz="3200" i="1"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sz="3200" i="1">
                              <a:latin typeface="Cambria Math" panose="02040503050406030204" pitchFamily="18" charset="0"/>
                            </a:rPr>
                            <m:t>000</m:t>
                          </m:r>
                        </m:den>
                      </m:f>
                      <m:r>
                        <a:rPr lang="nb-NO" sz="3200" i="1">
                          <a:latin typeface="Cambria Math"/>
                        </a:rPr>
                        <m:t>=</m:t>
                      </m:r>
                      <m:r>
                        <a:rPr lang="nb-NO" sz="3200" b="0" i="1" smtClean="0">
                          <a:latin typeface="Cambria Math" panose="02040503050406030204" pitchFamily="18" charset="0"/>
                        </a:rPr>
                        <m:t> 6,2%</m:t>
                      </m:r>
                    </m:oMath>
                  </m:oMathPara>
                </a14:m>
                <a:endParaRPr lang="nb-NO" sz="3200" dirty="0"/>
              </a:p>
              <a:p>
                <a:endParaRPr lang="nb-NO" sz="3600" dirty="0"/>
              </a:p>
              <a:p>
                <a:pPr marL="0" indent="0">
                  <a:buNone/>
                </a:pPr>
                <a:r>
                  <a:rPr lang="nb-NO" sz="3200" dirty="0"/>
                  <a:t>Forventet avkastning på investert kapital er </a:t>
                </a:r>
                <a:r>
                  <a:rPr lang="nb-NO" sz="3200" i="1" dirty="0">
                    <a:solidFill>
                      <a:srgbClr val="FF0000"/>
                    </a:solidFill>
                  </a:rPr>
                  <a:t>6,2% med 20% lånerente </a:t>
                </a:r>
                <a:r>
                  <a:rPr lang="nb-NO" sz="3200" dirty="0"/>
                  <a:t>og </a:t>
                </a:r>
                <a:r>
                  <a:rPr lang="nb-NO" sz="3200" dirty="0">
                    <a:solidFill>
                      <a:srgbClr val="FF0000"/>
                    </a:solidFill>
                  </a:rPr>
                  <a:t>90%</a:t>
                </a:r>
                <a:r>
                  <a:rPr lang="nb-NO" sz="3200" dirty="0"/>
                  <a:t> sjanse for suksess </a:t>
                </a:r>
                <a:r>
                  <a:rPr lang="nb-NO" sz="3200" i="1" dirty="0"/>
                  <a:t>hvis tapt lån kan avskrives mot inntekt.</a:t>
                </a:r>
              </a:p>
              <a:p>
                <a:endParaRPr lang="nb-NO" sz="3200" i="1" dirty="0"/>
              </a:p>
              <a:p>
                <a:endParaRPr lang="nb-NO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EFEF2-B01D-40CF-9D5C-D5D4456FDA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306" y="1066800"/>
                <a:ext cx="10923494" cy="5638800"/>
              </a:xfrm>
              <a:blipFill>
                <a:blip r:embed="rId2"/>
                <a:stretch>
                  <a:fillRect l="-1339" t="-2162" r="-391" b="-3243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Left Brace 3">
            <a:extLst>
              <a:ext uri="{FF2B5EF4-FFF2-40B4-BE49-F238E27FC236}">
                <a16:creationId xmlns:a16="http://schemas.microsoft.com/office/drawing/2014/main" id="{5915C19C-DAFF-4733-6D95-F16D9371BE25}"/>
              </a:ext>
            </a:extLst>
          </p:cNvPr>
          <p:cNvSpPr/>
          <p:nvPr/>
        </p:nvSpPr>
        <p:spPr>
          <a:xfrm rot="5400000">
            <a:off x="2674900" y="2036697"/>
            <a:ext cx="215153" cy="1281952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1CFC0-25F2-A44D-ABA6-29F3BEEC0053}"/>
              </a:ext>
            </a:extLst>
          </p:cNvPr>
          <p:cNvSpPr txBox="1"/>
          <p:nvPr/>
        </p:nvSpPr>
        <p:spPr>
          <a:xfrm>
            <a:off x="1370390" y="2143628"/>
            <a:ext cx="3125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000" dirty="0">
                <a:solidFill>
                  <a:srgbClr val="0070C0"/>
                </a:solidFill>
              </a:rPr>
              <a:t>Forventet gevinst etter skatt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5F04237D-0BA1-5BC9-6BF3-C175A4A9788E}"/>
              </a:ext>
            </a:extLst>
          </p:cNvPr>
          <p:cNvSpPr/>
          <p:nvPr/>
        </p:nvSpPr>
        <p:spPr>
          <a:xfrm rot="5400000">
            <a:off x="5342044" y="1634419"/>
            <a:ext cx="215153" cy="1972236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B578C5-7EF0-4CB1-C566-95591C65E36C}"/>
              </a:ext>
            </a:extLst>
          </p:cNvPr>
          <p:cNvSpPr txBox="1"/>
          <p:nvPr/>
        </p:nvSpPr>
        <p:spPr>
          <a:xfrm>
            <a:off x="4547750" y="2092614"/>
            <a:ext cx="2727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000" dirty="0">
                <a:solidFill>
                  <a:srgbClr val="FF0000"/>
                </a:solidFill>
              </a:rPr>
              <a:t>Forventet tap etter skatt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D071E7-DCF3-1F1A-8B71-A7D4C7153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50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861430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C5896-C976-BF2B-6F8E-A5B14AE81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77875"/>
          </a:xfrm>
        </p:spPr>
        <p:txBody>
          <a:bodyPr>
            <a:normAutofit/>
          </a:bodyPr>
          <a:lstStyle/>
          <a:p>
            <a:r>
              <a:rPr lang="nb-NO" sz="3600" dirty="0">
                <a:latin typeface="+mn-lt"/>
              </a:rPr>
              <a:t>Ingen tapsavskrivning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1C5BE7-569A-91B1-C91A-99874BE826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05840"/>
                <a:ext cx="11189970" cy="517112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endParaRPr lang="nb-NO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b-NO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b-NO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nb-NO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𝑝𝑅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)−</m:t>
                          </m:r>
                          <m:d>
                            <m:dPr>
                              <m:ctrlPr>
                                <a:rPr lang="nb-NO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b-NO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nb-NO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nb-NO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nb-NO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nb-NO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90%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∗200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000∗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78%</m:t>
                          </m:r>
                          <m:r>
                            <a:rPr lang="nb-NO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10%∗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0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00</m:t>
                          </m:r>
                        </m:num>
                        <m:den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i="1">
                              <a:latin typeface="Cambria Math" panose="02040503050406030204" pitchFamily="18" charset="0"/>
                            </a:rPr>
                            <m:t>000</m:t>
                          </m:r>
                        </m:den>
                      </m:f>
                      <m:r>
                        <a:rPr lang="nb-NO" i="1">
                          <a:latin typeface="Cambria Math" panose="02040503050406030204" pitchFamily="18" charset="0"/>
                        </a:rPr>
                        <m:t>=4%</m:t>
                      </m:r>
                    </m:oMath>
                  </m:oMathPara>
                </a14:m>
                <a:endParaRPr lang="nb-NO" dirty="0">
                  <a:latin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nb-NO" dirty="0">
                  <a:latin typeface="Cambria" panose="02040503050406030204" pitchFamily="18" charset="0"/>
                </a:endParaRPr>
              </a:p>
              <a:p>
                <a:r>
                  <a:rPr lang="nb-NO" dirty="0"/>
                  <a:t>Avkastningen er 4% mot 6,2% med tapsfradrag.</a:t>
                </a:r>
              </a:p>
              <a:p>
                <a:r>
                  <a:rPr lang="nb-NO" dirty="0"/>
                  <a:t>Tapsfradrag gir 55% høyere avkastning (4%*1,55 = 6,2%)</a:t>
                </a:r>
              </a:p>
              <a:p>
                <a:r>
                  <a:rPr lang="nb-NO" dirty="0">
                    <a:latin typeface="Cambria" panose="02040503050406030204" pitchFamily="18" charset="0"/>
                  </a:rPr>
                  <a:t>Liten forskjell i avkastning? Risikoen er det som avgjør. Hva er </a:t>
                </a:r>
                <a14:m>
                  <m:oMath xmlns:m="http://schemas.openxmlformats.org/officeDocument/2006/math">
                    <m:r>
                      <a:rPr lang="nb-NO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nb-NO" dirty="0">
                  <a:solidFill>
                    <a:srgbClr val="FF0000"/>
                  </a:solidFill>
                  <a:latin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1C5BE7-569A-91B1-C91A-99874BE826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05840"/>
                <a:ext cx="11189970" cy="5171123"/>
              </a:xfrm>
              <a:blipFill>
                <a:blip r:embed="rId2"/>
                <a:stretch>
                  <a:fillRect l="-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78A55-B4CD-F8A5-8518-112530D09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51</a:t>
            </a:fld>
            <a:endParaRPr lang="nb-NO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D1854B1E-C7AF-E3F8-CC36-859F1D6BBB42}"/>
              </a:ext>
            </a:extLst>
          </p:cNvPr>
          <p:cNvSpPr/>
          <p:nvPr/>
        </p:nvSpPr>
        <p:spPr>
          <a:xfrm rot="5400000">
            <a:off x="5634990" y="1365885"/>
            <a:ext cx="251460" cy="163449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C252E37A-07A1-7889-EFB0-7140DFAC5812}"/>
              </a:ext>
            </a:extLst>
          </p:cNvPr>
          <p:cNvSpPr/>
          <p:nvPr/>
        </p:nvSpPr>
        <p:spPr>
          <a:xfrm rot="5400000">
            <a:off x="7410926" y="1513046"/>
            <a:ext cx="251460" cy="1340168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D8710E-757F-EF9A-2D3A-B199D1D84A25}"/>
              </a:ext>
            </a:extLst>
          </p:cNvPr>
          <p:cNvSpPr txBox="1"/>
          <p:nvPr/>
        </p:nvSpPr>
        <p:spPr>
          <a:xfrm>
            <a:off x="4943475" y="1116122"/>
            <a:ext cx="17972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400" dirty="0"/>
              <a:t>Renteinntekt</a:t>
            </a:r>
          </a:p>
          <a:p>
            <a:r>
              <a:rPr lang="nb-NO" sz="2400" dirty="0"/>
              <a:t> etter skatt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18E23-298D-FF9C-07A8-1EBCF2FEC652}"/>
              </a:ext>
            </a:extLst>
          </p:cNvPr>
          <p:cNvSpPr txBox="1"/>
          <p:nvPr/>
        </p:nvSpPr>
        <p:spPr>
          <a:xfrm>
            <a:off x="6866572" y="1128077"/>
            <a:ext cx="23740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400" dirty="0">
                <a:solidFill>
                  <a:srgbClr val="FF0000"/>
                </a:solidFill>
              </a:rPr>
              <a:t>Tapt investering</a:t>
            </a:r>
          </a:p>
          <a:p>
            <a:r>
              <a:rPr lang="nb-NO" sz="2400">
                <a:solidFill>
                  <a:srgbClr val="FF0000"/>
                </a:solidFill>
              </a:rPr>
              <a:t>uten </a:t>
            </a:r>
            <a:r>
              <a:rPr lang="nb-NO" sz="2400" dirty="0">
                <a:solidFill>
                  <a:srgbClr val="FF0000"/>
                </a:solidFill>
              </a:rPr>
              <a:t>fradragsrett</a:t>
            </a:r>
          </a:p>
        </p:txBody>
      </p:sp>
    </p:spTree>
    <p:extLst>
      <p:ext uri="{BB962C8B-B14F-4D97-AF65-F5344CB8AC3E}">
        <p14:creationId xmlns:p14="http://schemas.microsoft.com/office/powerpoint/2010/main" val="19320406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90291-0E1D-7856-AD48-A73AECD06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0F4CC1-185A-14CC-0377-FC24C26A96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0361" y="233082"/>
                <a:ext cx="12091639" cy="6624918"/>
              </a:xfrm>
            </p:spPr>
            <p:txBody>
              <a:bodyPr>
                <a:normAutofit fontScale="25000" lnSpcReduction="20000"/>
              </a:bodyPr>
              <a:lstStyle/>
              <a:p>
                <a:pPr marL="0" indent="0">
                  <a:buNone/>
                </a:pPr>
                <a:r>
                  <a:rPr lang="nb-NO" sz="10400" b="1" dirty="0"/>
                  <a:t>Hva hvis sannsynligheten for suksess er </a:t>
                </a:r>
                <a:r>
                  <a:rPr lang="nb-NO" sz="10400" b="1" dirty="0">
                    <a:solidFill>
                      <a:srgbClr val="FF0000"/>
                    </a:solidFill>
                  </a:rPr>
                  <a:t>80% </a:t>
                </a:r>
                <a:r>
                  <a:rPr lang="nb-NO" sz="10400" b="1" dirty="0"/>
                  <a:t>og ingen tapsavskrivning</a:t>
                </a:r>
              </a:p>
              <a:p>
                <a:pPr marL="0" indent="0">
                  <a:buNone/>
                </a:pPr>
                <a:endParaRPr lang="en-US" sz="9600" b="1" i="1" dirty="0"/>
              </a:p>
              <a:p>
                <a:pPr marL="0" indent="0">
                  <a:buNone/>
                </a:pPr>
                <a:endParaRPr lang="en-US" sz="9600" b="1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9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9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9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80%</m:t>
                          </m:r>
                          <m:r>
                            <a:rPr lang="nb-NO" sz="9600" i="1">
                              <a:latin typeface="Cambria Math" panose="02040503050406030204" pitchFamily="18" charset="0"/>
                            </a:rPr>
                            <m:t>∗200</m:t>
                          </m:r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sz="9600" i="1">
                              <a:latin typeface="Cambria Math" panose="02040503050406030204" pitchFamily="18" charset="0"/>
                            </a:rPr>
                            <m:t>000∗</m:t>
                          </m:r>
                          <m:r>
                            <a:rPr lang="en-US" sz="9600" b="0" i="1" smtClean="0">
                              <a:latin typeface="Cambria Math" panose="02040503050406030204" pitchFamily="18" charset="0"/>
                            </a:rPr>
                            <m:t>(100%−22%)</m:t>
                          </m:r>
                          <m:r>
                            <a:rPr lang="en-US" sz="96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sz="9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20%∗</m:t>
                          </m:r>
                          <m:r>
                            <a:rPr lang="nb-NO" sz="9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sz="9600" i="1"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sz="9600" i="1">
                              <a:latin typeface="Cambria Math" panose="02040503050406030204" pitchFamily="18" charset="0"/>
                            </a:rPr>
                            <m:t>000</m:t>
                          </m:r>
                        </m:num>
                        <m:den>
                          <m:r>
                            <a:rPr lang="nb-NO" sz="9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sz="9600" i="1">
                              <a:latin typeface="Cambria Math" panose="02040503050406030204" pitchFamily="18" charset="0"/>
                            </a:rPr>
                            <m:t>000</m:t>
                          </m:r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sz="9600" i="1">
                              <a:latin typeface="Cambria Math" panose="02040503050406030204" pitchFamily="18" charset="0"/>
                            </a:rPr>
                            <m:t>000</m:t>
                          </m:r>
                        </m:den>
                      </m:f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=−7,5%</m:t>
                      </m:r>
                    </m:oMath>
                  </m:oMathPara>
                </a14:m>
                <a:endParaRPr lang="en-US" sz="9600" b="1" i="1" dirty="0"/>
              </a:p>
              <a:p>
                <a:pPr marL="0" indent="0">
                  <a:buNone/>
                </a:pPr>
                <a:endParaRPr lang="nb-NO" sz="9600" dirty="0"/>
              </a:p>
              <a:p>
                <a:pPr marL="0" indent="0">
                  <a:buNone/>
                </a:pPr>
                <a:r>
                  <a:rPr lang="nb-NO" sz="10400" b="1" dirty="0"/>
                  <a:t>Vi må kreve mye høyre rente enn 20% for å ha positiv forventet avkastning. </a:t>
                </a:r>
              </a:p>
              <a:p>
                <a:pPr marL="0" indent="0">
                  <a:buNone/>
                </a:pPr>
                <a:endParaRPr lang="nb-NO" sz="10400" b="1" dirty="0"/>
              </a:p>
              <a:p>
                <a:pPr marL="0" indent="0">
                  <a:buNone/>
                </a:pPr>
                <a:r>
                  <a:rPr lang="nb-NO" sz="10400" b="1" dirty="0"/>
                  <a:t>Uten tapsfradrag må renten være </a:t>
                </a:r>
                <a:r>
                  <a:rPr lang="nb-NO" sz="10400" b="1" dirty="0" err="1"/>
                  <a:t>ca</a:t>
                </a:r>
                <a:r>
                  <a:rPr lang="nb-NO" sz="10400" b="1" dirty="0"/>
                  <a:t> </a:t>
                </a:r>
                <a:r>
                  <a:rPr lang="nb-NO" sz="10400" b="1" dirty="0">
                    <a:solidFill>
                      <a:srgbClr val="FF0000"/>
                    </a:solidFill>
                  </a:rPr>
                  <a:t>32%</a:t>
                </a:r>
                <a:r>
                  <a:rPr lang="nb-NO" sz="10400" b="1" dirty="0"/>
                  <a:t> for at </a:t>
                </a:r>
                <a14:m>
                  <m:oMath xmlns:m="http://schemas.openxmlformats.org/officeDocument/2006/math">
                    <m:r>
                      <a:rPr lang="nb-NO" sz="10400" b="1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nb-NO" sz="10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sz="104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  <m:r>
                      <a:rPr lang="en-US" sz="10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4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0400" b="1" i="1" smtClean="0">
                        <a:latin typeface="Cambria Math" panose="02040503050406030204" pitchFamily="18" charset="0"/>
                      </a:rPr>
                      <m:t>%.  </m:t>
                    </m:r>
                  </m:oMath>
                </a14:m>
                <a:endParaRPr lang="en-US" sz="10400" b="1" dirty="0"/>
              </a:p>
              <a:p>
                <a:pPr marL="0" indent="0">
                  <a:buNone/>
                </a:pPr>
                <a:endParaRPr lang="en-US" sz="10400" b="1" dirty="0"/>
              </a:p>
              <a:p>
                <a:pPr marL="0" indent="0">
                  <a:buNone/>
                </a:pPr>
                <a:r>
                  <a:rPr lang="en-US" sz="10400" b="1" dirty="0">
                    <a:solidFill>
                      <a:schemeClr val="tx1"/>
                    </a:solidFill>
                  </a:rPr>
                  <a:t>Med </a:t>
                </a:r>
                <a:r>
                  <a:rPr lang="en-US" sz="10400" b="1" dirty="0">
                    <a:solidFill>
                      <a:srgbClr val="FF0000"/>
                    </a:solidFill>
                  </a:rPr>
                  <a:t>40% </a:t>
                </a:r>
                <a:r>
                  <a:rPr lang="en-US" sz="10400" b="1" dirty="0" err="1">
                    <a:solidFill>
                      <a:schemeClr val="tx1"/>
                    </a:solidFill>
                  </a:rPr>
                  <a:t>rente</a:t>
                </a:r>
                <a:r>
                  <a:rPr lang="en-US" sz="10400" b="1" dirty="0">
                    <a:solidFill>
                      <a:schemeClr val="tx1"/>
                    </a:solidFill>
                  </a:rPr>
                  <a:t> er </a:t>
                </a:r>
                <a14:m>
                  <m:oMath xmlns:m="http://schemas.openxmlformats.org/officeDocument/2006/math">
                    <m:r>
                      <a:rPr lang="nb-NO" sz="10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nb-NO" sz="10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sz="10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d>
                    <m:r>
                      <a:rPr lang="en-US" sz="10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0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10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sz="10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10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å</m:t>
                    </m:r>
                    <m:r>
                      <a:rPr lang="en-US" sz="10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sz="10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𝒔𝒂𝒏𝒏𝒔𝒚𝒏𝒍𝒊𝒈𝒉𝒆𝒕𝒆𝒏</m:t>
                    </m:r>
                    <m:r>
                      <a:rPr lang="en-US" sz="10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𝒇𝒐𝒓</m:t>
                    </m:r>
                    <m:r>
                      <a:rPr lang="en-US" sz="10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𝒕𝒂𝒑</m:t>
                    </m:r>
                    <m:r>
                      <a:rPr lang="en-US" sz="10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𝒆𝒓</m:t>
                    </m:r>
                    <m:r>
                      <a:rPr lang="en-US" sz="10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sz="10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sz="10400" b="1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0400" b="1" i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𝐌𝐞𝐫𝐤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𝐚𝐭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𝐦𝐞𝐝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𝟒𝟎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𝐫𝐞𝐧𝐭𝐞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𝐞𝐫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𝐟𝐨𝐫𝐯𝐞𝐧𝐭𝐞𝐭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𝐚𝐯𝐤𝐚𝐬𝐭𝐢𝐧𝐠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% 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𝐬𝐨𝐦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𝐞𝐫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𝐡𝐚𝐥𝐯𝐩𝐚𝐫𝐭𝐞𝐧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0400" b="1" i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𝐚𝐯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𝐚𝐯𝐤𝐚𝐬𝐭𝐧𝐢𝐧𝐠𝐞𝐧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𝐦𝐚𝐧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𝐤𝐮𝐧𝐧𝐞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𝐟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å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𝐭𝐭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𝐢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𝐞𝐭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𝐢𝐧𝐝𝐞𝐤𝐬𝐟𝐨𝐧𝐝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𝐃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å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𝐫𝐥𝐢𝐠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𝐝𝐞𝐚𝐥</m:t>
                      </m:r>
                      <m:r>
                        <a:rPr lang="en-US" sz="104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? </m:t>
                      </m:r>
                    </m:oMath>
                  </m:oMathPara>
                </a14:m>
                <a:endParaRPr lang="en-US" sz="10400" b="1" i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0400" b="1" i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𝐃𝐞𝐭𝐭𝐞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𝐞𝐫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𝐫𝐞𝐧𝐭𝐞𝐧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𝐇𝐚𝐧𝐯𝐢𝐤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𝐥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å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𝐧𝐭𝐞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𝐮𝐭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𝐩𝐞𝐧𝐠𝐞𝐫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𝐭𝐢𝐥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𝐅𝐫𝐢𝐞𝐥𝐞</m:t>
                    </m:r>
                    <m:r>
                      <a:rPr lang="en-US" sz="10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sz="10400" b="1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sz="104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nb-NO" sz="9600" b="1" dirty="0"/>
                  <a:t>  </a:t>
                </a:r>
              </a:p>
              <a:p>
                <a:pPr marL="0" indent="0">
                  <a:buNone/>
                </a:pPr>
                <a:endParaRPr lang="nb-NO" sz="2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0F4CC1-185A-14CC-0377-FC24C26A96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361" y="233082"/>
                <a:ext cx="12091639" cy="6624918"/>
              </a:xfrm>
              <a:blipFill>
                <a:blip r:embed="rId2"/>
                <a:stretch>
                  <a:fillRect l="-907" t="-2300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104BAC-33E8-9209-411B-1E5E7A495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52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81502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52E9E-64F8-4C94-B320-61D264C43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Investeringer i aksjer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B2EC0C-8097-4026-B39F-A87B48818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D1241-750D-B851-904C-B4C7BE2A9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53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238939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196A4C-7D18-71F3-AC35-EEF4E7FF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54</a:t>
            </a:fld>
            <a:endParaRPr lang="nb-N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08839D-D69A-9659-1599-99E87A3C6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4" y="399627"/>
            <a:ext cx="12088912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146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F4B37-BD81-45BD-B5C2-1D2A15382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047" y="121025"/>
            <a:ext cx="11520865" cy="6651810"/>
          </a:xfrm>
        </p:spPr>
        <p:txBody>
          <a:bodyPr>
            <a:noAutofit/>
          </a:bodyPr>
          <a:lstStyle/>
          <a:p>
            <a:r>
              <a:rPr lang="nb-NO" dirty="0"/>
              <a:t>Fra standard finansteori følger det at vi burde investere passivt i markedsporteføljen (indeksfond; </a:t>
            </a:r>
            <a:r>
              <a:rPr lang="nb-NO" dirty="0" err="1"/>
              <a:t>Merton</a:t>
            </a:r>
            <a:r>
              <a:rPr lang="nb-NO" dirty="0"/>
              <a:t>, 1969; Tobin, 1958).</a:t>
            </a:r>
          </a:p>
          <a:p>
            <a:pPr lvl="1"/>
            <a:r>
              <a:rPr lang="nb-NO" dirty="0"/>
              <a:t>De fleste nordmenn investerer i enkeltaksjer eller i aktivt forvaltede fond </a:t>
            </a:r>
          </a:p>
          <a:p>
            <a:pPr lvl="1"/>
            <a:r>
              <a:rPr lang="nb-NO" dirty="0"/>
              <a:t>Små investorer diversifiserer ikke i tilstrekkelig grad (French and </a:t>
            </a:r>
            <a:r>
              <a:rPr lang="nb-NO" dirty="0" err="1"/>
              <a:t>Poterba</a:t>
            </a:r>
            <a:r>
              <a:rPr lang="nb-NO" dirty="0"/>
              <a:t>, 1991).</a:t>
            </a:r>
          </a:p>
          <a:p>
            <a:endParaRPr lang="nb-NO" dirty="0"/>
          </a:p>
          <a:p>
            <a:r>
              <a:rPr lang="nb-NO" dirty="0"/>
              <a:t>Forvaltere av aktivt forvaltede fond ønsker å fremheve at noen enkeltaksjer (for eksempel NIVIDA) utgjør en for stor andel av markedsporteføljen slik at risikoen er stor i indeksfond</a:t>
            </a:r>
          </a:p>
          <a:p>
            <a:endParaRPr lang="nb-NO" dirty="0"/>
          </a:p>
          <a:p>
            <a:r>
              <a:rPr lang="nb-NO" dirty="0"/>
              <a:t>De unnlater å si at i et aktivt forvaltet fond er risikoen enda større pga. færre aksjer og høye forvaltningshonorarer</a:t>
            </a:r>
            <a:r>
              <a:rPr lang="nb-NO" sz="3200" dirty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76F2C1-B517-3ABB-50AB-FABB75829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55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6445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7E62-71BF-7772-273A-B2025FC09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5606"/>
          </a:xfrm>
        </p:spPr>
        <p:txBody>
          <a:bodyPr>
            <a:normAutofit/>
          </a:bodyPr>
          <a:lstStyle/>
          <a:p>
            <a:r>
              <a:rPr lang="nb-NO" sz="3600" b="1" noProof="0" dirty="0"/>
              <a:t>Forbrukerrådet og aktiv </a:t>
            </a:r>
            <a:r>
              <a:rPr lang="nb-NO" sz="3600" b="1" noProof="0" dirty="0" err="1"/>
              <a:t>vs</a:t>
            </a:r>
            <a:r>
              <a:rPr lang="nb-NO" sz="3600" b="1" noProof="0" dirty="0"/>
              <a:t> passiv forvaltning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1CDF4-BEC5-9A90-B5FF-7E707A759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5834"/>
            <a:ext cx="10515600" cy="4821129"/>
          </a:xfrm>
        </p:spPr>
        <p:txBody>
          <a:bodyPr/>
          <a:lstStyle/>
          <a:p>
            <a:r>
              <a:rPr lang="nb-NO" noProof="0" dirty="0"/>
              <a:t>Aktivt forvaltede </a:t>
            </a:r>
            <a:r>
              <a:rPr lang="nb-NO" b="1" noProof="0" dirty="0"/>
              <a:t>globale fond</a:t>
            </a:r>
            <a:r>
              <a:rPr lang="nb-NO" noProof="0" dirty="0"/>
              <a:t> gav i snitt ga rundt 1,1 prosentpoeng lavere årlig avkastning enn indeksfond, målt over en 20-års periode.</a:t>
            </a:r>
          </a:p>
          <a:p>
            <a:endParaRPr lang="nb-NO" noProof="0" dirty="0"/>
          </a:p>
          <a:p>
            <a:r>
              <a:rPr lang="nb-NO" noProof="0" dirty="0"/>
              <a:t>For </a:t>
            </a:r>
            <a:r>
              <a:rPr lang="nb-NO" b="1" noProof="0" dirty="0"/>
              <a:t>norske aksjefond</a:t>
            </a:r>
            <a:r>
              <a:rPr lang="nb-NO" noProof="0" dirty="0"/>
              <a:t> spesifikt fant rapporten faktisk det motsatte: aktivt forvaltede norske fond slo referanseindeksen med i snitt 0,86 % årlig over 20 år (0,81 % over 15 år, 1,13 % over 25 år). </a:t>
            </a:r>
          </a:p>
          <a:p>
            <a:endParaRPr lang="nb-NO" dirty="0"/>
          </a:p>
          <a:p>
            <a:r>
              <a:rPr lang="nb-NO" noProof="0" dirty="0"/>
              <a:t>Kjenner norske forvaltere bedre til enkeltaksjer enn indeksen?  </a:t>
            </a:r>
            <a:r>
              <a:rPr lang="nb-NO" dirty="0"/>
              <a:t>R</a:t>
            </a:r>
            <a:r>
              <a:rPr lang="nb-NO" noProof="0" dirty="0"/>
              <a:t>apporten tyder på det.</a:t>
            </a:r>
          </a:p>
          <a:p>
            <a:pPr marL="0" indent="0">
              <a:buNone/>
            </a:pPr>
            <a:endParaRPr lang="nb-NO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4FE77-C221-6F10-A4E1-76D1166BD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noProof="0" smtClean="0"/>
              <a:t>56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22097765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43AB1-CBB5-4626-912B-6053EED56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53" y="304800"/>
            <a:ext cx="11779623" cy="5872163"/>
          </a:xfrm>
        </p:spPr>
        <p:txBody>
          <a:bodyPr>
            <a:normAutofit/>
          </a:bodyPr>
          <a:lstStyle/>
          <a:p>
            <a:endParaRPr lang="nb-NO" dirty="0"/>
          </a:p>
          <a:p>
            <a:pPr marL="0" indent="0">
              <a:buNone/>
            </a:pPr>
            <a:r>
              <a:rPr lang="nb-NO" sz="4000" dirty="0"/>
              <a:t>Hvorfor investerer vi feil:</a:t>
            </a:r>
          </a:p>
          <a:p>
            <a:pPr lvl="1"/>
            <a:r>
              <a:rPr lang="nb-NO" sz="4000" dirty="0"/>
              <a:t>Overdreven tiltro til egne evner</a:t>
            </a:r>
          </a:p>
          <a:p>
            <a:pPr lvl="1"/>
            <a:r>
              <a:rPr lang="nb-NO" sz="4000" dirty="0"/>
              <a:t>Forstår ikke verdien av diversifisering</a:t>
            </a:r>
          </a:p>
          <a:p>
            <a:pPr lvl="1"/>
            <a:r>
              <a:rPr lang="nb-NO" sz="4000" dirty="0"/>
              <a:t>Påvirket (negativt) av sosiale nettverk (</a:t>
            </a:r>
            <a:r>
              <a:rPr lang="nb-NO" sz="4000"/>
              <a:t>influensere)</a:t>
            </a:r>
            <a:endParaRPr lang="nb-NO" sz="4000" dirty="0"/>
          </a:p>
          <a:p>
            <a:pPr lvl="1"/>
            <a:r>
              <a:rPr lang="nb-NO" sz="4000" dirty="0"/>
              <a:t>Påvirket av pågående megler</a:t>
            </a:r>
          </a:p>
          <a:p>
            <a:pPr lvl="1"/>
            <a:r>
              <a:rPr lang="nb-NO" sz="4000" dirty="0"/>
              <a:t>Preferanser for gambling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D1652-4950-0DFF-1633-A2333316F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57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6586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1881F-D7C6-4D70-8831-C1DEC77A3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r>
              <a:rPr lang="nb-NO" sz="3200" b="1" dirty="0"/>
              <a:t>Skal du investere i aksjer og er privatperson bruk ASK!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58712-C4BE-4404-8B4D-2A66064B6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373" y="1462088"/>
            <a:ext cx="11372295" cy="4714875"/>
          </a:xfrm>
        </p:spPr>
        <p:txBody>
          <a:bodyPr>
            <a:normAutofit fontScale="85000" lnSpcReduction="20000"/>
          </a:bodyPr>
          <a:lstStyle/>
          <a:p>
            <a:r>
              <a:rPr lang="nb-NO" sz="3100" b="0" i="0" dirty="0">
                <a:solidFill>
                  <a:srgbClr val="000000"/>
                </a:solidFill>
                <a:effectLst/>
              </a:rPr>
              <a:t>Du kan kjøpe, selge aksjefond og aksjer skattefritt på ASK-kontoen.</a:t>
            </a:r>
          </a:p>
          <a:p>
            <a:endParaRPr lang="nb-NO" sz="3100" dirty="0">
              <a:solidFill>
                <a:srgbClr val="000000"/>
              </a:solidFill>
            </a:endParaRPr>
          </a:p>
          <a:p>
            <a:r>
              <a:rPr lang="nb-NO" sz="3100" dirty="0"/>
              <a:t>På en ASK-konto forsvinner ikke ubenyttet skjerming, men akkumuleres og fremføres på kontonivå og ikke pr. enkeltaksje. Kjøp og salg av aksjer eller fondsandeler internt i ASK-kontoen endrer ikke skjermingsgrunnlaget</a:t>
            </a:r>
            <a:r>
              <a:rPr lang="en-US" sz="3100" dirty="0"/>
              <a:t> </a:t>
            </a:r>
          </a:p>
          <a:p>
            <a:endParaRPr lang="nb-NO" sz="3100" b="0" i="0" dirty="0">
              <a:solidFill>
                <a:srgbClr val="000000"/>
              </a:solidFill>
              <a:effectLst/>
            </a:endParaRPr>
          </a:p>
          <a:p>
            <a:r>
              <a:rPr lang="nb-NO" sz="3100" b="0" i="0" dirty="0">
                <a:solidFill>
                  <a:srgbClr val="000000"/>
                </a:solidFill>
                <a:effectLst/>
              </a:rPr>
              <a:t> Skatten betales først når du tar ut gevinsten fra kontoen (skattekreditt). </a:t>
            </a:r>
          </a:p>
          <a:p>
            <a:endParaRPr lang="nb-NO" sz="3100" dirty="0">
              <a:solidFill>
                <a:srgbClr val="000000"/>
              </a:solidFill>
            </a:endParaRPr>
          </a:p>
          <a:p>
            <a:r>
              <a:rPr lang="nb-NO" sz="3100" b="0" i="0" dirty="0">
                <a:solidFill>
                  <a:srgbClr val="000000"/>
                </a:solidFill>
                <a:effectLst/>
              </a:rPr>
              <a:t>Du kan ta ut beløpet du har investert fra kontoen skattefritt. </a:t>
            </a:r>
          </a:p>
          <a:p>
            <a:endParaRPr lang="nb-NO" sz="3100" b="0" i="0" dirty="0">
              <a:solidFill>
                <a:srgbClr val="000000"/>
              </a:solidFill>
              <a:effectLst/>
            </a:endParaRPr>
          </a:p>
          <a:p>
            <a:r>
              <a:rPr lang="nb-NO" sz="3100" b="0" i="0" dirty="0">
                <a:solidFill>
                  <a:srgbClr val="000000"/>
                </a:solidFill>
                <a:effectLst/>
              </a:rPr>
              <a:t>ASK gir deg en gratis opsjon; skattene kan gå opp eller ned og du kan velge realisasjonstidspunkt</a:t>
            </a:r>
          </a:p>
          <a:p>
            <a:endParaRPr lang="nb-NO" dirty="0">
              <a:solidFill>
                <a:srgbClr val="000000"/>
              </a:solidFill>
              <a:latin typeface="NordeaSansSmal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C8DC4-142B-2031-F6BC-F3D88061C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58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3921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FCBA0-268D-21AE-1112-8D2B49F78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513" y="154321"/>
            <a:ext cx="10515600" cy="840761"/>
          </a:xfrm>
        </p:spPr>
        <p:txBody>
          <a:bodyPr>
            <a:normAutofit/>
          </a:bodyPr>
          <a:lstStyle/>
          <a:p>
            <a:r>
              <a:rPr lang="nb-NO" sz="3200" b="1" dirty="0">
                <a:latin typeface="+mn-lt"/>
              </a:rPr>
              <a:t>High-</a:t>
            </a:r>
            <a:r>
              <a:rPr lang="nb-NO" sz="3200" b="1" dirty="0" err="1">
                <a:latin typeface="+mn-lt"/>
              </a:rPr>
              <a:t>yield</a:t>
            </a:r>
            <a:r>
              <a:rPr lang="nb-NO" sz="3200" b="1" dirty="0">
                <a:latin typeface="+mn-lt"/>
              </a:rPr>
              <a:t> obligasjoner som alternativ til aksjer/fond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159F5-06AC-065A-198C-7191272CD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754226" cy="4957763"/>
          </a:xfrm>
        </p:spPr>
        <p:txBody>
          <a:bodyPr>
            <a:noAutofit/>
          </a:bodyPr>
          <a:lstStyle/>
          <a:p>
            <a:r>
              <a:rPr lang="nb-NO" dirty="0"/>
              <a:t>High-</a:t>
            </a:r>
            <a:r>
              <a:rPr lang="nb-NO" dirty="0" err="1"/>
              <a:t>yield</a:t>
            </a:r>
            <a:r>
              <a:rPr lang="nb-NO" dirty="0"/>
              <a:t> obligasjoner er obligasjoner utstedt av bedrifter</a:t>
            </a:r>
          </a:p>
          <a:p>
            <a:r>
              <a:rPr lang="nb-NO" dirty="0"/>
              <a:t>De er risikable noe som er reflektert i at renten er høy (10-20%)</a:t>
            </a:r>
          </a:p>
          <a:p>
            <a:r>
              <a:rPr lang="nb-NO" dirty="0"/>
              <a:t>Når det går dårlig konverteres noen ganger obligasjonene til aksjer</a:t>
            </a:r>
          </a:p>
          <a:p>
            <a:r>
              <a:rPr lang="nb-NO" dirty="0"/>
              <a:t>Avkastningen på </a:t>
            </a:r>
            <a:r>
              <a:rPr lang="nb-NO" dirty="0" err="1"/>
              <a:t>high-yield</a:t>
            </a:r>
            <a:r>
              <a:rPr lang="nb-NO" dirty="0"/>
              <a:t> obligasjoner varierer fra bransje til bransje </a:t>
            </a:r>
          </a:p>
          <a:p>
            <a:endParaRPr lang="nb-NO" dirty="0"/>
          </a:p>
          <a:p>
            <a:r>
              <a:rPr lang="nb-NO" dirty="0"/>
              <a:t>NHH masteroppgave om </a:t>
            </a:r>
            <a:r>
              <a:rPr lang="nb-NO" dirty="0" err="1"/>
              <a:t>high-yield</a:t>
            </a:r>
            <a:r>
              <a:rPr lang="nb-NO" dirty="0"/>
              <a:t> obligasjoner i perioden 2005 – 2011</a:t>
            </a:r>
          </a:p>
          <a:p>
            <a:pPr lvl="1"/>
            <a:r>
              <a:rPr lang="nb-NO" sz="2800" dirty="0"/>
              <a:t>Gjennomsnittlig </a:t>
            </a:r>
            <a:r>
              <a:rPr lang="nb-NO" sz="2800" dirty="0" err="1">
                <a:solidFill>
                  <a:srgbClr val="FF0000"/>
                </a:solidFill>
              </a:rPr>
              <a:t>annualisert</a:t>
            </a:r>
            <a:r>
              <a:rPr lang="nb-NO" sz="2800" dirty="0">
                <a:solidFill>
                  <a:srgbClr val="FF0000"/>
                </a:solidFill>
              </a:rPr>
              <a:t> avkastning på 0,51%. </a:t>
            </a:r>
          </a:p>
          <a:p>
            <a:pPr marL="0" indent="0">
              <a:buNone/>
            </a:pPr>
            <a:endParaRPr lang="nb-NO" dirty="0"/>
          </a:p>
          <a:p>
            <a:r>
              <a:rPr lang="nb-NO" dirty="0"/>
              <a:t>Skattesats er 22% på obligasjonsrenter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5FC51-8489-AC97-00AC-25C487896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59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0312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CE963-78DE-A9AA-C209-0A889682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nb-NO" sz="3600" b="1" dirty="0">
                <a:solidFill>
                  <a:srgbClr val="FF0000"/>
                </a:solidFill>
              </a:rPr>
              <a:t>Når et selskap ikke kan betjene gjelden på sine utstedte obligasjoner konverteres obligasjonen til aksjer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EE1C9-B10D-E4FC-A7E7-07CB3D37E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sz="3600" dirty="0"/>
              <a:t>Obligasjonseiere i DOF (DOF Subsea) måtte konvertere sine obligasjoner til aksjer som en del av en restrukturering av selskapets gjeld. </a:t>
            </a:r>
          </a:p>
          <a:p>
            <a:pPr marL="0" indent="0">
              <a:buNone/>
            </a:pPr>
            <a:endParaRPr lang="nb-NO" sz="3600" dirty="0"/>
          </a:p>
          <a:p>
            <a:r>
              <a:rPr lang="nb-NO" sz="3600" dirty="0"/>
              <a:t>Obligasjonseierne mister sin hovedstol og sine renteinntekter men kan håpe på at aksjene stiger i verdi og at det senere betales utbytte.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F6F0C-C53F-9733-A314-839928C0B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60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865012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16CBE-50E8-6EC3-0381-A90E07140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Appendiks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forelesningen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7BF6F-9869-27F6-AAA9-7BA57930C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 vi </a:t>
            </a:r>
            <a:r>
              <a:rPr lang="en-US" dirty="0" err="1"/>
              <a:t>brukt</a:t>
            </a:r>
            <a:r>
              <a:rPr lang="en-US" dirty="0"/>
              <a:t> </a:t>
            </a:r>
            <a:r>
              <a:rPr lang="en-US" dirty="0" err="1"/>
              <a:t>riktig</a:t>
            </a:r>
            <a:r>
              <a:rPr lang="en-US" dirty="0"/>
              <a:t> </a:t>
            </a:r>
            <a:r>
              <a:rPr lang="en-US" dirty="0" err="1"/>
              <a:t>diskonteringsrenet</a:t>
            </a:r>
            <a:r>
              <a:rPr lang="en-US" dirty="0"/>
              <a:t> </a:t>
            </a:r>
            <a:r>
              <a:rPr lang="en-US" dirty="0" err="1"/>
              <a:t>ved</a:t>
            </a:r>
            <a:r>
              <a:rPr lang="en-US" dirty="0"/>
              <a:t> </a:t>
            </a:r>
            <a:r>
              <a:rPr lang="en-US" dirty="0" err="1"/>
              <a:t>skattefri</a:t>
            </a:r>
            <a:r>
              <a:rPr lang="en-US" dirty="0"/>
              <a:t> </a:t>
            </a:r>
            <a:r>
              <a:rPr lang="en-US" dirty="0" err="1"/>
              <a:t>utleie</a:t>
            </a:r>
            <a:r>
              <a:rPr lang="en-US" dirty="0"/>
              <a:t>. </a:t>
            </a:r>
            <a:r>
              <a:rPr lang="en-US" dirty="0" err="1"/>
              <a:t>Kontantstrømmen</a:t>
            </a:r>
            <a:r>
              <a:rPr lang="en-US" dirty="0"/>
              <a:t> er </a:t>
            </a:r>
            <a:r>
              <a:rPr lang="en-US" dirty="0" err="1"/>
              <a:t>uten</a:t>
            </a:r>
            <a:r>
              <a:rPr lang="en-US" dirty="0"/>
              <a:t> </a:t>
            </a:r>
            <a:r>
              <a:rPr lang="en-US" dirty="0" err="1"/>
              <a:t>skatt</a:t>
            </a:r>
            <a:r>
              <a:rPr lang="en-US" dirty="0"/>
              <a:t> </a:t>
            </a:r>
            <a:r>
              <a:rPr lang="en-US" dirty="0" err="1"/>
              <a:t>mens</a:t>
            </a:r>
            <a:r>
              <a:rPr lang="en-US" dirty="0"/>
              <a:t> </a:t>
            </a:r>
            <a:r>
              <a:rPr lang="en-US" dirty="0" err="1"/>
              <a:t>diskonteringsrenten</a:t>
            </a:r>
            <a:r>
              <a:rPr lang="en-US" dirty="0"/>
              <a:t> er 3% </a:t>
            </a:r>
            <a:r>
              <a:rPr lang="en-US" dirty="0" err="1"/>
              <a:t>og</a:t>
            </a:r>
            <a:r>
              <a:rPr lang="en-US" dirty="0"/>
              <a:t> er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etter</a:t>
            </a:r>
            <a:r>
              <a:rPr lang="en-US" dirty="0"/>
              <a:t> </a:t>
            </a:r>
            <a:r>
              <a:rPr lang="en-US" dirty="0" err="1"/>
              <a:t>skatt</a:t>
            </a:r>
            <a:r>
              <a:rPr lang="en-US" dirty="0"/>
              <a:t> </a:t>
            </a:r>
            <a:r>
              <a:rPr lang="en-US" dirty="0" err="1"/>
              <a:t>renete</a:t>
            </a:r>
            <a:r>
              <a:rPr lang="en-US" dirty="0"/>
              <a:t> (</a:t>
            </a:r>
            <a:r>
              <a:rPr lang="nb-NO" dirty="0"/>
              <a:t>4,35%*(100% - 22%) = 3%.)</a:t>
            </a:r>
          </a:p>
          <a:p>
            <a:endParaRPr lang="nb-NO" dirty="0"/>
          </a:p>
          <a:p>
            <a:r>
              <a:rPr lang="nb-NO" dirty="0"/>
              <a:t>Hva om vi bruker en </a:t>
            </a:r>
            <a:r>
              <a:rPr lang="nb-NO" dirty="0" err="1"/>
              <a:t>diskonterinsgrente</a:t>
            </a:r>
            <a:r>
              <a:rPr lang="nb-NO" dirty="0"/>
              <a:t> før skatt på 4,$% i tilfellet med skattefri utleie av et rom. </a:t>
            </a:r>
          </a:p>
          <a:p>
            <a:endParaRPr lang="nb-NO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881E8-DAEE-20F5-4349-D956D7D3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61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316158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C4604-DDF6-5A25-8F54-C8C7F90A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 dirty="0"/>
              <a:t>Hva er feil ved forrige slide?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7B45B-BDEE-DADC-CAE9-1D13430A37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b-NO" noProof="0" dirty="0"/>
                  <a:t>Investeringsbeløp og inntekter er uten skatt men vi diskonterer med en etter skatt rente!</a:t>
                </a:r>
              </a:p>
              <a:p>
                <a:endParaRPr lang="nb-NO" noProof="0" dirty="0"/>
              </a:p>
              <a:p>
                <a:r>
                  <a:rPr lang="nb-NO" noProof="0" dirty="0"/>
                  <a:t>Renten før skatt var </a:t>
                </a:r>
                <a14:m>
                  <m:oMath xmlns:m="http://schemas.openxmlformats.org/officeDocument/2006/math">
                    <m:r>
                      <a:rPr lang="nb-NO" i="1" noProof="0" smtClean="0">
                        <a:latin typeface="Cambria Math" panose="02040503050406030204" pitchFamily="18" charset="0"/>
                      </a:rPr>
                      <m:t>4,35%</m:t>
                    </m:r>
                    <m:r>
                      <a:rPr lang="nb-NO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nb-NO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4,4%</m:t>
                    </m:r>
                    <m:r>
                      <a:rPr lang="nb-NO" i="1" noProof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nb-NO" noProof="0" dirty="0"/>
                  <a:t>La oss bruke den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A7B45B-BDEE-DADC-CAE9-1D13430A37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36F63-91ED-7B5B-33B0-60C8FA98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noProof="0" smtClean="0"/>
              <a:t>62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37564263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925B2-C801-F46D-AAA7-63C66267C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7E1FF-A773-6106-D9D8-1D56123C2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8946"/>
          </a:xfrm>
        </p:spPr>
        <p:txBody>
          <a:bodyPr>
            <a:noAutofit/>
          </a:bodyPr>
          <a:lstStyle/>
          <a:p>
            <a:r>
              <a:rPr lang="nb-NO" sz="3600" b="1" dirty="0">
                <a:latin typeface="+mn-lt"/>
              </a:rPr>
              <a:t>EK-finansiering, rente 4,4% (før skatt rente) og leie ut 1 rom (salgsgevinst skattefri)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6F381B-E814-6D87-7BCF-A16A745BE7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597865"/>
                <a:ext cx="12192000" cy="512361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𝒎𝒊𝒍𝒍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87 000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1,0</m:t>
                                      </m:r>
                                      <m:r>
                                        <a:rPr lang="nb-NO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44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𝟏𝟗𝟖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𝟎𝟎𝟎</m:t>
                          </m:r>
                        </m:num>
                        <m:den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𝟎𝟒𝟒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𝟔𝟓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𝟑𝟑𝟕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nb-NO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6F381B-E814-6D87-7BCF-A16A745BE7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597865"/>
                <a:ext cx="12192000" cy="5123610"/>
              </a:xfrm>
              <a:blipFill>
                <a:blip r:embed="rId2"/>
                <a:stretch>
                  <a:fillRect t="-2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5474C-FC58-0BFF-1B81-AD0A11DF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63</a:t>
            </a:fld>
            <a:endParaRPr lang="nb-NO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7C93C9DF-3927-C571-DFC4-4F03FDFE4BCB}"/>
              </a:ext>
            </a:extLst>
          </p:cNvPr>
          <p:cNvSpPr/>
          <p:nvPr/>
        </p:nvSpPr>
        <p:spPr>
          <a:xfrm rot="5400000">
            <a:off x="5481917" y="2221577"/>
            <a:ext cx="327211" cy="1680883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>
              <a:solidFill>
                <a:srgbClr val="0070C0"/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477F48EF-C021-2AB1-A47D-D1FD85707727}"/>
              </a:ext>
            </a:extLst>
          </p:cNvPr>
          <p:cNvSpPr/>
          <p:nvPr/>
        </p:nvSpPr>
        <p:spPr>
          <a:xfrm rot="5400000">
            <a:off x="7788088" y="2270028"/>
            <a:ext cx="327211" cy="1317813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077082-3037-86C7-4397-BEBEA8D7CE20}"/>
              </a:ext>
            </a:extLst>
          </p:cNvPr>
          <p:cNvSpPr txBox="1"/>
          <p:nvPr/>
        </p:nvSpPr>
        <p:spPr>
          <a:xfrm>
            <a:off x="4721171" y="3230441"/>
            <a:ext cx="22843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600" dirty="0">
                <a:solidFill>
                  <a:srgbClr val="0070C0"/>
                </a:solidFill>
              </a:rPr>
              <a:t>Skattefri</a:t>
            </a:r>
          </a:p>
          <a:p>
            <a:r>
              <a:rPr lang="nb-NO" sz="3600" dirty="0">
                <a:solidFill>
                  <a:srgbClr val="0070C0"/>
                </a:solidFill>
              </a:rPr>
              <a:t>leieinntekt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27C9A9-EC59-36DF-77A6-AA3248B58692}"/>
              </a:ext>
            </a:extLst>
          </p:cNvPr>
          <p:cNvSpPr txBox="1"/>
          <p:nvPr/>
        </p:nvSpPr>
        <p:spPr>
          <a:xfrm>
            <a:off x="7292787" y="3083881"/>
            <a:ext cx="24173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600" dirty="0">
                <a:solidFill>
                  <a:srgbClr val="0070C0"/>
                </a:solidFill>
              </a:rPr>
              <a:t>Skattefri</a:t>
            </a:r>
          </a:p>
          <a:p>
            <a:r>
              <a:rPr lang="nb-NO" sz="3600" dirty="0">
                <a:solidFill>
                  <a:srgbClr val="0070C0"/>
                </a:solidFill>
              </a:rPr>
              <a:t>salgsinntekt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717F1A-0765-866E-96A0-8545D6BCF64C}"/>
              </a:ext>
            </a:extLst>
          </p:cNvPr>
          <p:cNvSpPr txBox="1"/>
          <p:nvPr/>
        </p:nvSpPr>
        <p:spPr>
          <a:xfrm>
            <a:off x="5645523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nb-NO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9BC33A-94B9-3697-B069-1B94925F5A33}"/>
                  </a:ext>
                </a:extLst>
              </p:cNvPr>
              <p:cNvSpPr txBox="1"/>
              <p:nvPr/>
            </p:nvSpPr>
            <p:spPr>
              <a:xfrm>
                <a:off x="414618" y="4964772"/>
                <a:ext cx="7624844" cy="12121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𝐸𝐾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𝑟𝑒𝑛𝑡𝑎𝑏𝑖𝑙𝑖𝑡𝑒𝑡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7,6% (≅</m:t>
                      </m:r>
                      <m:f>
                        <m:fPr>
                          <m:ctrlPr>
                            <a:rPr lang="nb-NO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nb-NO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65 337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6 100 000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nb-NO" sz="1200" dirty="0"/>
              </a:p>
              <a:p>
                <a:endParaRPr lang="nb-NO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9BC33A-94B9-3697-B069-1B94925F5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18" y="4964772"/>
                <a:ext cx="7624844" cy="1212191"/>
              </a:xfrm>
              <a:prstGeom prst="rect">
                <a:avLst/>
              </a:prstGeom>
              <a:blipFill>
                <a:blip r:embed="rId3"/>
                <a:stretch>
                  <a:fillRect t="-6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1896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E41CA-13AA-E9D1-84AF-11245F31F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Konklusjon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2BA6E-5744-BBA9-D86A-DDF8C48E0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 </a:t>
            </a:r>
            <a:r>
              <a:rPr lang="en-US" dirty="0" err="1"/>
              <a:t>rente</a:t>
            </a:r>
            <a:r>
              <a:rPr lang="en-US" dirty="0"/>
              <a:t> </a:t>
            </a:r>
            <a:r>
              <a:rPr lang="en-US" dirty="0" err="1"/>
              <a:t>før</a:t>
            </a:r>
            <a:r>
              <a:rPr lang="en-US" dirty="0"/>
              <a:t> </a:t>
            </a:r>
            <a:r>
              <a:rPr lang="en-US" dirty="0" err="1"/>
              <a:t>skatt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caset</a:t>
            </a:r>
            <a:r>
              <a:rPr lang="en-US" dirty="0"/>
              <a:t> med  </a:t>
            </a:r>
            <a:r>
              <a:rPr lang="en-US" dirty="0" err="1"/>
              <a:t>skattefri</a:t>
            </a:r>
            <a:r>
              <a:rPr lang="en-US" dirty="0"/>
              <a:t> </a:t>
            </a:r>
            <a:r>
              <a:rPr lang="en-US" dirty="0" err="1"/>
              <a:t>utleie</a:t>
            </a:r>
            <a:r>
              <a:rPr lang="en-US" dirty="0"/>
              <a:t>, </a:t>
            </a:r>
            <a:r>
              <a:rPr lang="en-US" dirty="0" err="1"/>
              <a:t>får</a:t>
            </a:r>
            <a:r>
              <a:rPr lang="en-US" dirty="0"/>
              <a:t> vi </a:t>
            </a:r>
            <a:r>
              <a:rPr lang="en-US" dirty="0" err="1"/>
              <a:t>avkastning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EK </a:t>
            </a:r>
            <a:r>
              <a:rPr lang="en-US" dirty="0" err="1"/>
              <a:t>på</a:t>
            </a:r>
            <a:r>
              <a:rPr lang="en-US" dirty="0"/>
              <a:t> 7,5% </a:t>
            </a:r>
          </a:p>
          <a:p>
            <a:endParaRPr lang="en-US" dirty="0"/>
          </a:p>
          <a:p>
            <a:r>
              <a:rPr lang="en-US" dirty="0"/>
              <a:t>Med </a:t>
            </a:r>
            <a:r>
              <a:rPr lang="en-US" dirty="0" err="1"/>
              <a:t>rente</a:t>
            </a:r>
            <a:r>
              <a:rPr lang="en-US" dirty="0"/>
              <a:t> </a:t>
            </a:r>
            <a:r>
              <a:rPr lang="en-US" dirty="0" err="1"/>
              <a:t>etter</a:t>
            </a:r>
            <a:r>
              <a:rPr lang="en-US" dirty="0"/>
              <a:t> </a:t>
            </a:r>
            <a:r>
              <a:rPr lang="en-US" dirty="0" err="1"/>
              <a:t>skatt</a:t>
            </a:r>
            <a:r>
              <a:rPr lang="en-US" dirty="0"/>
              <a:t> </a:t>
            </a:r>
            <a:r>
              <a:rPr lang="en-US" dirty="0" err="1"/>
              <a:t>fikk</a:t>
            </a:r>
            <a:r>
              <a:rPr lang="en-US" dirty="0"/>
              <a:t> vi 8,3%</a:t>
            </a:r>
          </a:p>
          <a:p>
            <a:endParaRPr lang="en-US" dirty="0"/>
          </a:p>
          <a:p>
            <a:r>
              <a:rPr lang="en-US" dirty="0" err="1"/>
              <a:t>Riktig</a:t>
            </a:r>
            <a:r>
              <a:rPr lang="en-US" dirty="0"/>
              <a:t> </a:t>
            </a:r>
            <a:r>
              <a:rPr lang="en-US" dirty="0" err="1"/>
              <a:t>rente</a:t>
            </a:r>
            <a:r>
              <a:rPr lang="en-US" dirty="0"/>
              <a:t> </a:t>
            </a:r>
            <a:r>
              <a:rPr lang="en-US" dirty="0" err="1"/>
              <a:t>senker</a:t>
            </a:r>
            <a:r>
              <a:rPr lang="en-US" dirty="0"/>
              <a:t> </a:t>
            </a:r>
            <a:r>
              <a:rPr lang="en-US" dirty="0" err="1"/>
              <a:t>avkastningen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10950-0F92-31B6-FEA3-92914739B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64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830146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D8D60-DDB7-B3EF-1849-8F1B2D6FA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 dirty="0"/>
              <a:t>Hva med alternativkostnaden knytte til </a:t>
            </a:r>
            <a:r>
              <a:rPr lang="nb-NO" noProof="0" dirty="0" err="1"/>
              <a:t>caset</a:t>
            </a:r>
            <a:r>
              <a:rPr lang="nb-NO" noProof="0" dirty="0"/>
              <a:t> leie ut hele leiligheten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3FB84-68DC-D035-669A-EBA421415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b-NO" noProof="0" dirty="0"/>
              <a:t>Argumentet er at hvis vi kjøper og leier ut har vi et sted å bo mens hvis vi leier ut hele leiligheten må vi ha et sted å bo</a:t>
            </a:r>
          </a:p>
          <a:p>
            <a:endParaRPr lang="nb-NO" noProof="0" dirty="0"/>
          </a:p>
          <a:p>
            <a:r>
              <a:rPr lang="nb-NO" noProof="0" dirty="0"/>
              <a:t>Leieinntekten vår for et rom i </a:t>
            </a:r>
            <a:r>
              <a:rPr lang="nb-NO" noProof="0" dirty="0" err="1"/>
              <a:t>caset</a:t>
            </a:r>
            <a:r>
              <a:rPr lang="nb-NO" noProof="0" dirty="0"/>
              <a:t> leie ut et rom var kr 87000</a:t>
            </a:r>
          </a:p>
          <a:p>
            <a:endParaRPr lang="nb-NO" noProof="0" dirty="0"/>
          </a:p>
          <a:p>
            <a:r>
              <a:rPr lang="nb-NO" noProof="0" dirty="0"/>
              <a:t>Det er ikke urimelig å anta at det er alternativkostnaden ved å leie ut hele leiligheten</a:t>
            </a:r>
          </a:p>
          <a:p>
            <a:endParaRPr lang="nb-NO" noProof="0" dirty="0"/>
          </a:p>
          <a:p>
            <a:r>
              <a:rPr lang="nb-NO" noProof="0" dirty="0"/>
              <a:t>På neste slide ser vi på hva som da skjer i tilfellet leie ut hele leiligheten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C0EF7-3049-6DA9-8FC8-BBD0D8E5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noProof="0" smtClean="0"/>
              <a:t>65</a:t>
            </a:fld>
            <a:endParaRPr lang="nb-NO" noProof="0" dirty="0"/>
          </a:p>
        </p:txBody>
      </p:sp>
    </p:spTree>
    <p:extLst>
      <p:ext uri="{BB962C8B-B14F-4D97-AF65-F5344CB8AC3E}">
        <p14:creationId xmlns:p14="http://schemas.microsoft.com/office/powerpoint/2010/main" val="280030761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8F5EF-31C7-67F5-1B0B-37FAF433D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267A1-4B97-1F8A-6D9C-117F457DF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8946"/>
          </a:xfrm>
        </p:spPr>
        <p:txBody>
          <a:bodyPr>
            <a:noAutofit/>
          </a:bodyPr>
          <a:lstStyle/>
          <a:p>
            <a:r>
              <a:rPr lang="nb-NO" sz="3600" b="1" dirty="0">
                <a:latin typeface="+mn-lt"/>
              </a:rPr>
              <a:t>Utleie og EK-finansiering, NV-beregning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C06574-E97F-8DAD-9ACC-F12BBC77EC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053353"/>
                <a:ext cx="12192000" cy="512361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𝒎𝒊𝒍𝒍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f>
                            <m:fPr>
                              <m:ctrlPr>
                                <a:rPr lang="nb-NO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85 650</m:t>
                                  </m:r>
                                  <m:r>
                                    <a:rPr lang="nb-NO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−87 000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1,03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𝟐𝟒𝟏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𝟎𝟎𝟎</m:t>
                          </m:r>
                        </m:num>
                        <m:den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𝟎𝟑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𝟏𝟗𝟖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𝟎𝟎𝟎</m:t>
                          </m:r>
                        </m:num>
                        <m:den>
                          <m:sSup>
                            <m:sSupPr>
                              <m:ctrlP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𝟎𝟑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≅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𝟐𝟔𝟐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nb-NO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𝟖𝟔𝟐</m:t>
                      </m:r>
                    </m:oMath>
                  </m:oMathPara>
                </a14:m>
                <a:endParaRPr lang="nb-NO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C06574-E97F-8DAD-9ACC-F12BBC77EC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53353"/>
                <a:ext cx="12192000" cy="5123610"/>
              </a:xfrm>
              <a:blipFill>
                <a:blip r:embed="rId2"/>
                <a:stretch>
                  <a:fillRect t="-27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C07AAD-F13A-7B50-E758-8DCAC1E9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B6145-9EF0-482A-8704-5649857AB793}" type="slidenum">
              <a:rPr lang="nb-NO" smtClean="0"/>
              <a:t>66</a:t>
            </a:fld>
            <a:endParaRPr lang="nb-NO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5D712C52-0B91-B35E-58F5-489F9C225B12}"/>
              </a:ext>
            </a:extLst>
          </p:cNvPr>
          <p:cNvSpPr/>
          <p:nvPr/>
        </p:nvSpPr>
        <p:spPr>
          <a:xfrm rot="5400000">
            <a:off x="4905740" y="2036946"/>
            <a:ext cx="327211" cy="1680883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>
              <a:solidFill>
                <a:srgbClr val="0070C0"/>
              </a:solidFill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6B839E30-BBB3-3434-FDAD-9E7EBEBF7241}"/>
              </a:ext>
            </a:extLst>
          </p:cNvPr>
          <p:cNvSpPr/>
          <p:nvPr/>
        </p:nvSpPr>
        <p:spPr>
          <a:xfrm rot="5400000">
            <a:off x="6704859" y="2361731"/>
            <a:ext cx="366199" cy="1070305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50CA0B81-249D-2C6B-6247-07458BD1266A}"/>
              </a:ext>
            </a:extLst>
          </p:cNvPr>
          <p:cNvSpPr/>
          <p:nvPr/>
        </p:nvSpPr>
        <p:spPr>
          <a:xfrm rot="5400000">
            <a:off x="8531656" y="2054875"/>
            <a:ext cx="327211" cy="1317813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E264D7-3204-330B-3B94-9C6EF42C922E}"/>
              </a:ext>
            </a:extLst>
          </p:cNvPr>
          <p:cNvSpPr txBox="1"/>
          <p:nvPr/>
        </p:nvSpPr>
        <p:spPr>
          <a:xfrm>
            <a:off x="3927173" y="3079983"/>
            <a:ext cx="22843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600" dirty="0">
                <a:solidFill>
                  <a:srgbClr val="0070C0"/>
                </a:solidFill>
              </a:rPr>
              <a:t>leieinntekt </a:t>
            </a:r>
          </a:p>
          <a:p>
            <a:r>
              <a:rPr lang="nb-NO" sz="3600" dirty="0">
                <a:solidFill>
                  <a:srgbClr val="0070C0"/>
                </a:solidFill>
              </a:rPr>
              <a:t>etter skatt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7B6FA9-0973-7B9E-E518-86F8623AFA9E}"/>
              </a:ext>
            </a:extLst>
          </p:cNvPr>
          <p:cNvSpPr txBox="1"/>
          <p:nvPr/>
        </p:nvSpPr>
        <p:spPr>
          <a:xfrm>
            <a:off x="6282214" y="3032028"/>
            <a:ext cx="24191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600" dirty="0">
                <a:solidFill>
                  <a:srgbClr val="FF0000"/>
                </a:solidFill>
              </a:rPr>
              <a:t>skatt på</a:t>
            </a:r>
          </a:p>
          <a:p>
            <a:r>
              <a:rPr lang="nb-NO" sz="3600" dirty="0">
                <a:solidFill>
                  <a:srgbClr val="FF0000"/>
                </a:solidFill>
              </a:rPr>
              <a:t>salgsgevinst</a:t>
            </a:r>
          </a:p>
          <a:p>
            <a:r>
              <a:rPr lang="nb-NO" sz="3600" dirty="0">
                <a:solidFill>
                  <a:srgbClr val="FF0000"/>
                </a:solidFill>
              </a:rPr>
              <a:t>leilighet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DF7C8A-5C07-C262-D7E2-C49A7F37A127}"/>
              </a:ext>
            </a:extLst>
          </p:cNvPr>
          <p:cNvSpPr txBox="1"/>
          <p:nvPr/>
        </p:nvSpPr>
        <p:spPr>
          <a:xfrm>
            <a:off x="8039919" y="2918774"/>
            <a:ext cx="2417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3600" dirty="0">
                <a:solidFill>
                  <a:srgbClr val="0070C0"/>
                </a:solidFill>
              </a:rPr>
              <a:t>salgsinntekt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998F7D-F4C1-40F4-5AD1-017471E6FE96}"/>
              </a:ext>
            </a:extLst>
          </p:cNvPr>
          <p:cNvSpPr txBox="1"/>
          <p:nvPr/>
        </p:nvSpPr>
        <p:spPr>
          <a:xfrm>
            <a:off x="5645523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nb-NO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2CB87B-4B0D-C40F-DA7A-04F1DE224290}"/>
                  </a:ext>
                </a:extLst>
              </p:cNvPr>
              <p:cNvSpPr txBox="1"/>
              <p:nvPr/>
            </p:nvSpPr>
            <p:spPr>
              <a:xfrm>
                <a:off x="414617" y="4964772"/>
                <a:ext cx="11043091" cy="21835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𝐸𝐾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𝑟𝑒𝑛𝑡𝑎𝑏𝑖𝑙𝑖𝑡𝑒𝑡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4,3% 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nb-NO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b-NO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262 862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6 100 000</m:t>
                            </m:r>
                          </m:den>
                        </m:f>
                      </m:e>
                    </m:d>
                  </m:oMath>
                </a14:m>
                <a:r>
                  <a:rPr lang="nb-NO" sz="3200" b="0" dirty="0">
                    <a:ea typeface="Cambria Math" panose="02040503050406030204" pitchFamily="18" charset="0"/>
                  </a:rPr>
                  <a:t> altså blir det enda mindre attraktivt å leie ut hele leiligheten versus </a:t>
                </a:r>
                <a:r>
                  <a:rPr lang="nb-NO" sz="3200" b="0" dirty="0" err="1">
                    <a:ea typeface="Cambria Math" panose="02040503050406030204" pitchFamily="18" charset="0"/>
                  </a:rPr>
                  <a:t>caset</a:t>
                </a:r>
                <a:r>
                  <a:rPr lang="nb-NO" sz="3200" b="0" dirty="0">
                    <a:ea typeface="Cambria Math" panose="02040503050406030204" pitchFamily="18" charset="0"/>
                  </a:rPr>
                  <a:t> leie ut et rom som gav 7,6% i avkastning med riktig diskonteringsrente </a:t>
                </a:r>
                <a:r>
                  <a:rPr lang="nb-NO" sz="3200" b="0">
                    <a:ea typeface="Cambria Math" panose="02040503050406030204" pitchFamily="18" charset="0"/>
                  </a:rPr>
                  <a:t>og EK.</a:t>
                </a:r>
                <a:endParaRPr lang="nb-NO" sz="3200" b="0" dirty="0">
                  <a:ea typeface="Cambria Math" panose="02040503050406030204" pitchFamily="18" charset="0"/>
                </a:endParaRPr>
              </a:p>
              <a:p>
                <a:pPr/>
                <a:endParaRPr lang="nb-NO" sz="1200" dirty="0"/>
              </a:p>
              <a:p>
                <a:endParaRPr lang="nb-NO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2CB87B-4B0D-C40F-DA7A-04F1DE224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17" y="4964772"/>
                <a:ext cx="11043091" cy="2183546"/>
              </a:xfrm>
              <a:prstGeom prst="rect">
                <a:avLst/>
              </a:prstGeom>
              <a:blipFill>
                <a:blip r:embed="rId3"/>
                <a:stretch>
                  <a:fillRect l="-2181" t="-1149" r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23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18737</TotalTime>
  <Words>4047</Words>
  <Application>Microsoft Macintosh PowerPoint</Application>
  <PresentationFormat>Widescreen</PresentationFormat>
  <Paragraphs>604</Paragraphs>
  <Slides>66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5" baseType="lpstr">
      <vt:lpstr>Aptos</vt:lpstr>
      <vt:lpstr>Arial</vt:lpstr>
      <vt:lpstr>Calibri</vt:lpstr>
      <vt:lpstr>Calibri Light</vt:lpstr>
      <vt:lpstr>Cambria</vt:lpstr>
      <vt:lpstr>Cambria Math</vt:lpstr>
      <vt:lpstr>NordeaSansSmall</vt:lpstr>
      <vt:lpstr>Wingdings</vt:lpstr>
      <vt:lpstr>Office Theme</vt:lpstr>
      <vt:lpstr>INVESTERING OG  SKATT 4 ulike investeringer</vt:lpstr>
      <vt:lpstr>Skatt og investeringer</vt:lpstr>
      <vt:lpstr>Investering i eiendom</vt:lpstr>
      <vt:lpstr>Strategiske valg</vt:lpstr>
      <vt:lpstr>Vi ser på to finansieringsalternativer</vt:lpstr>
      <vt:lpstr>Låneforskriften, renten og skatt</vt:lpstr>
      <vt:lpstr>Gearingeffekten/brekkstangeffekten </vt:lpstr>
      <vt:lpstr>Investerings objektet: Leilighet i Sandviken</vt:lpstr>
      <vt:lpstr>PowerPoint Presentation</vt:lpstr>
      <vt:lpstr>Vi selger leiligheten etter 3 år</vt:lpstr>
      <vt:lpstr>PowerPoint Presentation</vt:lpstr>
      <vt:lpstr>Hvilken diskonteringsrente skal vi bruke?</vt:lpstr>
      <vt:lpstr>PowerPoint Presentation</vt:lpstr>
      <vt:lpstr>Hva kan vi selge leiligheten for etter 3 år?</vt:lpstr>
      <vt:lpstr>Skattefri utleie</vt:lpstr>
      <vt:lpstr>Skattepliktig utleie</vt:lpstr>
      <vt:lpstr>Kostnader til fradrag ved skattepliktig utleie</vt:lpstr>
      <vt:lpstr>To strategier</vt:lpstr>
      <vt:lpstr>Kravene for skattefritt salg</vt:lpstr>
      <vt:lpstr>Case 1:  Vi leier ut hele leiligheten</vt:lpstr>
      <vt:lpstr>PowerPoint Presentation</vt:lpstr>
      <vt:lpstr>Utleie og EK-finansiering, NV-beregning</vt:lpstr>
      <vt:lpstr>Noen kommentarer</vt:lpstr>
      <vt:lpstr>PowerPoint Presentation</vt:lpstr>
      <vt:lpstr>EK-finansiering og leie ut 1 rom (salgsgevinst skattefri)</vt:lpstr>
      <vt:lpstr>Konklusjon (i)</vt:lpstr>
      <vt:lpstr>Case 2: Gearing og utleie 1 rom</vt:lpstr>
      <vt:lpstr>Gearing og leie ut 1 rom</vt:lpstr>
      <vt:lpstr>Hva hvis renten øker fra 3,5% til 6%</vt:lpstr>
      <vt:lpstr>PowerPoint Presentation</vt:lpstr>
      <vt:lpstr>Konklusjon </vt:lpstr>
      <vt:lpstr>SENSITIVITETSANALYSE: Gearing og ett rom utleid; Vi selger til samme pris som vi kjøpte (3,5% lånerente)</vt:lpstr>
      <vt:lpstr>SENSITIVITETESANALYSE 2: EK-investering og ett rom utleid; selger til samme pris som vi kjøpte</vt:lpstr>
      <vt:lpstr>PowerPoint Presentation</vt:lpstr>
      <vt:lpstr>Salgsprisen er den mest kritiske faktoren</vt:lpstr>
      <vt:lpstr>Andre Investeringsformer</vt:lpstr>
      <vt:lpstr>Crowdlending</vt:lpstr>
      <vt:lpstr>Crowdlending</vt:lpstr>
      <vt:lpstr>PowerPoint Presentation</vt:lpstr>
      <vt:lpstr>PowerPoint Presentation</vt:lpstr>
      <vt:lpstr>PowerPoint Presentation</vt:lpstr>
      <vt:lpstr>Belønningsbasert CF</vt:lpstr>
      <vt:lpstr>Skattemessige forhold </vt:lpstr>
      <vt:lpstr>Gråmarkedet</vt:lpstr>
      <vt:lpstr>Gråmarkedslån</vt:lpstr>
      <vt:lpstr>Hvor risikabelt er gråmarkedet?</vt:lpstr>
      <vt:lpstr>PowerPoint Presentation</vt:lpstr>
      <vt:lpstr>PowerPoint Presentation</vt:lpstr>
      <vt:lpstr>Tapsfradrag vs. ikke tapsfradrag og avkastning</vt:lpstr>
      <vt:lpstr>Full avskrivning av tapet</vt:lpstr>
      <vt:lpstr>Ingen tapsavskrivning</vt:lpstr>
      <vt:lpstr>PowerPoint Presentation</vt:lpstr>
      <vt:lpstr>Investeringer i aksjer</vt:lpstr>
      <vt:lpstr>PowerPoint Presentation</vt:lpstr>
      <vt:lpstr>PowerPoint Presentation</vt:lpstr>
      <vt:lpstr>Forbrukerrådet og aktiv vs passiv forvaltning</vt:lpstr>
      <vt:lpstr>PowerPoint Presentation</vt:lpstr>
      <vt:lpstr>Skal du investere i aksjer og er privatperson bruk ASK!</vt:lpstr>
      <vt:lpstr>High-yield obligasjoner som alternativ til aksjer/fond</vt:lpstr>
      <vt:lpstr>Når et selskap ikke kan betjene gjelden på sine utstedte obligasjoner konverteres obligasjonen til aksjer</vt:lpstr>
      <vt:lpstr>Appendiks til forelesningen</vt:lpstr>
      <vt:lpstr>Hva er feil ved forrige slide?</vt:lpstr>
      <vt:lpstr>EK-finansiering, rente 4,4% (før skatt rente) og leie ut 1 rom (salgsgevinst skattefri)</vt:lpstr>
      <vt:lpstr>Konklusjon</vt:lpstr>
      <vt:lpstr>Hva med alternativkostnaden knytte til caset leie ut hele leiligheten</vt:lpstr>
      <vt:lpstr>Utleie og EK-finansiering, NV-beregning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INVESTERINGSCASER</dc:title>
  <dc:creator>Guttorm Schjelderup</dc:creator>
  <cp:lastModifiedBy>Guttorm Schjelderup</cp:lastModifiedBy>
  <cp:revision>6</cp:revision>
  <dcterms:created xsi:type="dcterms:W3CDTF">2023-05-08T10:10:34Z</dcterms:created>
  <dcterms:modified xsi:type="dcterms:W3CDTF">2026-08-26T13:52:22Z</dcterms:modified>
</cp:coreProperties>
</file>