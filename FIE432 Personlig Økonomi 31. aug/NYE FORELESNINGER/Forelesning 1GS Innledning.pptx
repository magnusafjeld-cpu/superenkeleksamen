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50"/>
  </p:notesMasterIdLst>
  <p:sldIdLst>
    <p:sldId id="257" r:id="rId6"/>
    <p:sldId id="258" r:id="rId7"/>
    <p:sldId id="262" r:id="rId8"/>
    <p:sldId id="334" r:id="rId9"/>
    <p:sldId id="569" r:id="rId10"/>
    <p:sldId id="568" r:id="rId11"/>
    <p:sldId id="539" r:id="rId12"/>
    <p:sldId id="538" r:id="rId13"/>
    <p:sldId id="472" r:id="rId14"/>
    <p:sldId id="570" r:id="rId15"/>
    <p:sldId id="288" r:id="rId16"/>
    <p:sldId id="580" r:id="rId17"/>
    <p:sldId id="503" r:id="rId18"/>
    <p:sldId id="524" r:id="rId19"/>
    <p:sldId id="527" r:id="rId20"/>
    <p:sldId id="528" r:id="rId21"/>
    <p:sldId id="526" r:id="rId22"/>
    <p:sldId id="572" r:id="rId23"/>
    <p:sldId id="281" r:id="rId24"/>
    <p:sldId id="279" r:id="rId25"/>
    <p:sldId id="286" r:id="rId26"/>
    <p:sldId id="282" r:id="rId27"/>
    <p:sldId id="573" r:id="rId28"/>
    <p:sldId id="574" r:id="rId29"/>
    <p:sldId id="285" r:id="rId30"/>
    <p:sldId id="575" r:id="rId31"/>
    <p:sldId id="554" r:id="rId32"/>
    <p:sldId id="555" r:id="rId33"/>
    <p:sldId id="556" r:id="rId34"/>
    <p:sldId id="557" r:id="rId35"/>
    <p:sldId id="578" r:id="rId36"/>
    <p:sldId id="579" r:id="rId37"/>
    <p:sldId id="564" r:id="rId38"/>
    <p:sldId id="529" r:id="rId39"/>
    <p:sldId id="497" r:id="rId40"/>
    <p:sldId id="565" r:id="rId41"/>
    <p:sldId id="542" r:id="rId42"/>
    <p:sldId id="499" r:id="rId43"/>
    <p:sldId id="540" r:id="rId44"/>
    <p:sldId id="541" r:id="rId45"/>
    <p:sldId id="544" r:id="rId46"/>
    <p:sldId id="547" r:id="rId47"/>
    <p:sldId id="548" r:id="rId48"/>
    <p:sldId id="549" r:id="rId49"/>
  </p:sldIdLst>
  <p:sldSz cx="12192000" cy="6858000"/>
  <p:notesSz cx="9775825" cy="6645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7C637-26F8-A94E-9440-7AE87BBC290C}" v="1111" dt="2026-08-19T08:47:30.9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13"/>
    <p:restoredTop sz="94612"/>
  </p:normalViewPr>
  <p:slideViewPr>
    <p:cSldViewPr snapToGrid="0">
      <p:cViewPr varScale="1">
        <p:scale>
          <a:sx n="213" d="100"/>
          <a:sy n="213" d="100"/>
        </p:scale>
        <p:origin x="10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microsoft.com/office/2015/10/relationships/revisionInfo" Target="revisionInfo.xml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ttorm Schjelderup" userId="e0ac67c0-b505-4405-ab95-266cbfcd4586" providerId="ADAL" clId="{495AF721-4E66-5624-A6F1-D11890231467}"/>
    <pc:docChg chg="undo custSel addSld delSld modSld sldOrd delMainMaster">
      <pc:chgData name="Guttorm Schjelderup" userId="e0ac67c0-b505-4405-ab95-266cbfcd4586" providerId="ADAL" clId="{495AF721-4E66-5624-A6F1-D11890231467}" dt="2026-08-19T08:47:30.993" v="10647"/>
      <pc:docMkLst>
        <pc:docMk/>
      </pc:docMkLst>
      <pc:sldChg chg="modSp mod">
        <pc:chgData name="Guttorm Schjelderup" userId="e0ac67c0-b505-4405-ab95-266cbfcd4586" providerId="ADAL" clId="{495AF721-4E66-5624-A6F1-D11890231467}" dt="2026-08-18T18:52:59.596" v="9287" actId="20577"/>
        <pc:sldMkLst>
          <pc:docMk/>
          <pc:sldMk cId="152905517" sldId="262"/>
        </pc:sldMkLst>
        <pc:spChg chg="mod">
          <ac:chgData name="Guttorm Schjelderup" userId="e0ac67c0-b505-4405-ab95-266cbfcd4586" providerId="ADAL" clId="{495AF721-4E66-5624-A6F1-D11890231467}" dt="2026-08-18T18:52:59.596" v="9287" actId="20577"/>
          <ac:spMkLst>
            <pc:docMk/>
            <pc:sldMk cId="152905517" sldId="262"/>
            <ac:spMk id="3" creationId="{E912942C-BC70-5E44-96A3-FD3225E8D448}"/>
          </ac:spMkLst>
        </pc:spChg>
      </pc:sldChg>
      <pc:sldChg chg="modSp mod modAnim">
        <pc:chgData name="Guttorm Schjelderup" userId="e0ac67c0-b505-4405-ab95-266cbfcd4586" providerId="ADAL" clId="{495AF721-4E66-5624-A6F1-D11890231467}" dt="2026-08-18T11:30:19.828" v="8895" actId="20577"/>
        <pc:sldMkLst>
          <pc:docMk/>
          <pc:sldMk cId="126549877" sldId="279"/>
        </pc:sldMkLst>
        <pc:spChg chg="mod">
          <ac:chgData name="Guttorm Schjelderup" userId="e0ac67c0-b505-4405-ab95-266cbfcd4586" providerId="ADAL" clId="{495AF721-4E66-5624-A6F1-D11890231467}" dt="2026-08-05T07:45:40.260" v="3865" actId="403"/>
          <ac:spMkLst>
            <pc:docMk/>
            <pc:sldMk cId="126549877" sldId="279"/>
            <ac:spMk id="2" creationId="{B8D0EA98-6B02-08AA-C55E-C187E02E4322}"/>
          </ac:spMkLst>
        </pc:spChg>
        <pc:spChg chg="mod">
          <ac:chgData name="Guttorm Schjelderup" userId="e0ac67c0-b505-4405-ab95-266cbfcd4586" providerId="ADAL" clId="{495AF721-4E66-5624-A6F1-D11890231467}" dt="2026-08-18T11:30:19.828" v="8895" actId="20577"/>
          <ac:spMkLst>
            <pc:docMk/>
            <pc:sldMk cId="126549877" sldId="279"/>
            <ac:spMk id="3" creationId="{2818BB7D-9658-ECF4-CFED-128067E76600}"/>
          </ac:spMkLst>
        </pc:spChg>
      </pc:sldChg>
      <pc:sldChg chg="modSp mod ord modAnim">
        <pc:chgData name="Guttorm Schjelderup" userId="e0ac67c0-b505-4405-ab95-266cbfcd4586" providerId="ADAL" clId="{495AF721-4E66-5624-A6F1-D11890231467}" dt="2026-08-10T12:34:42.703" v="5966" actId="20577"/>
        <pc:sldMkLst>
          <pc:docMk/>
          <pc:sldMk cId="288969742" sldId="281"/>
        </pc:sldMkLst>
        <pc:spChg chg="mod">
          <ac:chgData name="Guttorm Schjelderup" userId="e0ac67c0-b505-4405-ab95-266cbfcd4586" providerId="ADAL" clId="{495AF721-4E66-5624-A6F1-D11890231467}" dt="2026-08-05T07:34:50.356" v="3715" actId="20577"/>
          <ac:spMkLst>
            <pc:docMk/>
            <pc:sldMk cId="288969742" sldId="281"/>
            <ac:spMk id="2" creationId="{EB4E088A-7851-3E77-6DB8-CF3E34BAC39E}"/>
          </ac:spMkLst>
        </pc:spChg>
        <pc:spChg chg="mod">
          <ac:chgData name="Guttorm Schjelderup" userId="e0ac67c0-b505-4405-ab95-266cbfcd4586" providerId="ADAL" clId="{495AF721-4E66-5624-A6F1-D11890231467}" dt="2026-08-10T12:34:42.703" v="5966" actId="20577"/>
          <ac:spMkLst>
            <pc:docMk/>
            <pc:sldMk cId="288969742" sldId="281"/>
            <ac:spMk id="3" creationId="{31FE8D2F-0F0D-8AFC-71F9-133307515F03}"/>
          </ac:spMkLst>
        </pc:spChg>
      </pc:sldChg>
      <pc:sldChg chg="modSp mod modAnim">
        <pc:chgData name="Guttorm Schjelderup" userId="e0ac67c0-b505-4405-ab95-266cbfcd4586" providerId="ADAL" clId="{495AF721-4E66-5624-A6F1-D11890231467}" dt="2026-08-19T08:28:28.339" v="9692" actId="20577"/>
        <pc:sldMkLst>
          <pc:docMk/>
          <pc:sldMk cId="625057657" sldId="282"/>
        </pc:sldMkLst>
        <pc:spChg chg="mod">
          <ac:chgData name="Guttorm Schjelderup" userId="e0ac67c0-b505-4405-ab95-266cbfcd4586" providerId="ADAL" clId="{495AF721-4E66-5624-A6F1-D11890231467}" dt="2026-08-05T07:49:26.347" v="4238" actId="20577"/>
          <ac:spMkLst>
            <pc:docMk/>
            <pc:sldMk cId="625057657" sldId="282"/>
            <ac:spMk id="2" creationId="{E2E11D6D-9F99-542D-7209-D9E8EEE394F9}"/>
          </ac:spMkLst>
        </pc:spChg>
        <pc:spChg chg="mod">
          <ac:chgData name="Guttorm Schjelderup" userId="e0ac67c0-b505-4405-ab95-266cbfcd4586" providerId="ADAL" clId="{495AF721-4E66-5624-A6F1-D11890231467}" dt="2026-08-19T08:28:28.339" v="9692" actId="20577"/>
          <ac:spMkLst>
            <pc:docMk/>
            <pc:sldMk cId="625057657" sldId="282"/>
            <ac:spMk id="3" creationId="{E59A9A17-45EF-31BD-D766-34CA8ACA82CA}"/>
          </ac:spMkLst>
        </pc:spChg>
      </pc:sldChg>
      <pc:sldChg chg="modSp mod modAnim">
        <pc:chgData name="Guttorm Schjelderup" userId="e0ac67c0-b505-4405-ab95-266cbfcd4586" providerId="ADAL" clId="{495AF721-4E66-5624-A6F1-D11890231467}" dt="2026-08-19T08:36:44.650" v="10346" actId="20577"/>
        <pc:sldMkLst>
          <pc:docMk/>
          <pc:sldMk cId="1970700158" sldId="285"/>
        </pc:sldMkLst>
        <pc:spChg chg="mod">
          <ac:chgData name="Guttorm Schjelderup" userId="e0ac67c0-b505-4405-ab95-266cbfcd4586" providerId="ADAL" clId="{495AF721-4E66-5624-A6F1-D11890231467}" dt="2026-08-19T08:36:44.650" v="10346" actId="20577"/>
          <ac:spMkLst>
            <pc:docMk/>
            <pc:sldMk cId="1970700158" sldId="285"/>
            <ac:spMk id="3" creationId="{BA59D8D2-82F8-9B0D-9406-25832C1B325D}"/>
          </ac:spMkLst>
        </pc:spChg>
      </pc:sldChg>
      <pc:sldChg chg="modSp mod ord">
        <pc:chgData name="Guttorm Schjelderup" userId="e0ac67c0-b505-4405-ab95-266cbfcd4586" providerId="ADAL" clId="{495AF721-4E66-5624-A6F1-D11890231467}" dt="2026-08-18T19:32:30.160" v="9413" actId="20577"/>
        <pc:sldMkLst>
          <pc:docMk/>
          <pc:sldMk cId="1389522022" sldId="286"/>
        </pc:sldMkLst>
        <pc:spChg chg="mod">
          <ac:chgData name="Guttorm Schjelderup" userId="e0ac67c0-b505-4405-ab95-266cbfcd4586" providerId="ADAL" clId="{495AF721-4E66-5624-A6F1-D11890231467}" dt="2026-08-18T19:31:26.241" v="9411" actId="27636"/>
          <ac:spMkLst>
            <pc:docMk/>
            <pc:sldMk cId="1389522022" sldId="286"/>
            <ac:spMk id="4" creationId="{E00B4811-E8F9-CAB7-0E48-9A209FFCBFC4}"/>
          </ac:spMkLst>
        </pc:spChg>
        <pc:spChg chg="mod">
          <ac:chgData name="Guttorm Schjelderup" userId="e0ac67c0-b505-4405-ab95-266cbfcd4586" providerId="ADAL" clId="{495AF721-4E66-5624-A6F1-D11890231467}" dt="2026-08-05T07:52:11.956" v="4294" actId="20577"/>
          <ac:spMkLst>
            <pc:docMk/>
            <pc:sldMk cId="1389522022" sldId="286"/>
            <ac:spMk id="5" creationId="{6CA4005D-0A38-4E76-17DD-A9BB99361260}"/>
          </ac:spMkLst>
        </pc:spChg>
        <pc:spChg chg="mod">
          <ac:chgData name="Guttorm Schjelderup" userId="e0ac67c0-b505-4405-ab95-266cbfcd4586" providerId="ADAL" clId="{495AF721-4E66-5624-A6F1-D11890231467}" dt="2026-08-18T19:32:30.160" v="9413" actId="20577"/>
          <ac:spMkLst>
            <pc:docMk/>
            <pc:sldMk cId="1389522022" sldId="286"/>
            <ac:spMk id="6" creationId="{BF58A0AE-C567-10A1-C722-C01AE8F94FD1}"/>
          </ac:spMkLst>
        </pc:spChg>
      </pc:sldChg>
      <pc:sldChg chg="modSp mod modAnim">
        <pc:chgData name="Guttorm Schjelderup" userId="e0ac67c0-b505-4405-ab95-266cbfcd4586" providerId="ADAL" clId="{495AF721-4E66-5624-A6F1-D11890231467}" dt="2026-08-18T18:55:22.628" v="9288" actId="20577"/>
        <pc:sldMkLst>
          <pc:docMk/>
          <pc:sldMk cId="1523631275" sldId="288"/>
        </pc:sldMkLst>
        <pc:spChg chg="mod">
          <ac:chgData name="Guttorm Schjelderup" userId="e0ac67c0-b505-4405-ab95-266cbfcd4586" providerId="ADAL" clId="{495AF721-4E66-5624-A6F1-D11890231467}" dt="2026-08-18T18:55:22.628" v="9288" actId="20577"/>
          <ac:spMkLst>
            <pc:docMk/>
            <pc:sldMk cId="1523631275" sldId="288"/>
            <ac:spMk id="4" creationId="{3D6C73CE-902C-4A63-4FB1-D93E3F2FA64F}"/>
          </ac:spMkLst>
        </pc:spChg>
        <pc:spChg chg="mod">
          <ac:chgData name="Guttorm Schjelderup" userId="e0ac67c0-b505-4405-ab95-266cbfcd4586" providerId="ADAL" clId="{495AF721-4E66-5624-A6F1-D11890231467}" dt="2026-08-02T09:47:21.127" v="2954" actId="20577"/>
          <ac:spMkLst>
            <pc:docMk/>
            <pc:sldMk cId="1523631275" sldId="288"/>
            <ac:spMk id="5" creationId="{C6E140ED-BCFA-9EF7-AD1D-DC0E8E8C67D5}"/>
          </ac:spMkLst>
        </pc:spChg>
      </pc:sldChg>
      <pc:sldChg chg="modSp mod">
        <pc:chgData name="Guttorm Schjelderup" userId="e0ac67c0-b505-4405-ab95-266cbfcd4586" providerId="ADAL" clId="{495AF721-4E66-5624-A6F1-D11890231467}" dt="2026-07-31T09:23:32.936" v="390" actId="14100"/>
        <pc:sldMkLst>
          <pc:docMk/>
          <pc:sldMk cId="1270768477" sldId="334"/>
        </pc:sldMkLst>
        <pc:spChg chg="mod">
          <ac:chgData name="Guttorm Schjelderup" userId="e0ac67c0-b505-4405-ab95-266cbfcd4586" providerId="ADAL" clId="{495AF721-4E66-5624-A6F1-D11890231467}" dt="2026-07-31T09:23:32.936" v="390" actId="14100"/>
          <ac:spMkLst>
            <pc:docMk/>
            <pc:sldMk cId="1270768477" sldId="334"/>
            <ac:spMk id="3" creationId="{00000000-0000-0000-0000-000000000000}"/>
          </ac:spMkLst>
        </pc:spChg>
      </pc:sldChg>
      <pc:sldChg chg="addSp delSp modSp mod">
        <pc:chgData name="Guttorm Schjelderup" userId="e0ac67c0-b505-4405-ab95-266cbfcd4586" providerId="ADAL" clId="{495AF721-4E66-5624-A6F1-D11890231467}" dt="2026-07-31T09:37:08.973" v="677" actId="14100"/>
        <pc:sldMkLst>
          <pc:docMk/>
          <pc:sldMk cId="1555726345" sldId="472"/>
        </pc:sldMkLst>
        <pc:picChg chg="add mod">
          <ac:chgData name="Guttorm Schjelderup" userId="e0ac67c0-b505-4405-ab95-266cbfcd4586" providerId="ADAL" clId="{495AF721-4E66-5624-A6F1-D11890231467}" dt="2026-07-31T09:37:08.973" v="677" actId="14100"/>
          <ac:picMkLst>
            <pc:docMk/>
            <pc:sldMk cId="1555726345" sldId="472"/>
            <ac:picMk id="2" creationId="{0F3206CB-1430-989F-19CA-E8F544065E6F}"/>
          </ac:picMkLst>
        </pc:picChg>
      </pc:sldChg>
      <pc:sldChg chg="add del">
        <pc:chgData name="Guttorm Schjelderup" userId="e0ac67c0-b505-4405-ab95-266cbfcd4586" providerId="ADAL" clId="{495AF721-4E66-5624-A6F1-D11890231467}" dt="2026-08-18T11:37:00.791" v="9232" actId="2696"/>
        <pc:sldMkLst>
          <pc:docMk/>
          <pc:sldMk cId="1847661689" sldId="484"/>
        </pc:sldMkLst>
      </pc:sldChg>
      <pc:sldChg chg="modSp add del mod">
        <pc:chgData name="Guttorm Schjelderup" userId="e0ac67c0-b505-4405-ab95-266cbfcd4586" providerId="ADAL" clId="{495AF721-4E66-5624-A6F1-D11890231467}" dt="2026-08-18T11:37:00.791" v="9232" actId="2696"/>
        <pc:sldMkLst>
          <pc:docMk/>
          <pc:sldMk cId="700274767" sldId="491"/>
        </pc:sldMkLst>
        <pc:spChg chg="mod">
          <ac:chgData name="Guttorm Schjelderup" userId="e0ac67c0-b505-4405-ab95-266cbfcd4586" providerId="ADAL" clId="{495AF721-4E66-5624-A6F1-D11890231467}" dt="2026-08-18T11:35:52.196" v="9100" actId="20577"/>
          <ac:spMkLst>
            <pc:docMk/>
            <pc:sldMk cId="700274767" sldId="491"/>
            <ac:spMk id="4" creationId="{FCA59633-0653-1009-617F-A4278D564AA4}"/>
          </ac:spMkLst>
        </pc:spChg>
        <pc:cxnChg chg="mod">
          <ac:chgData name="Guttorm Schjelderup" userId="e0ac67c0-b505-4405-ab95-266cbfcd4586" providerId="ADAL" clId="{495AF721-4E66-5624-A6F1-D11890231467}" dt="2026-08-18T11:35:25.800" v="9087" actId="1076"/>
          <ac:cxnSpMkLst>
            <pc:docMk/>
            <pc:sldMk cId="700274767" sldId="491"/>
            <ac:cxnSpMk id="7" creationId="{728CB8A7-084C-E26E-0D60-E11BB87A2CFF}"/>
          </ac:cxnSpMkLst>
        </pc:cxnChg>
      </pc:sldChg>
      <pc:sldChg chg="modSp mod">
        <pc:chgData name="Guttorm Schjelderup" userId="e0ac67c0-b505-4405-ab95-266cbfcd4586" providerId="ADAL" clId="{495AF721-4E66-5624-A6F1-D11890231467}" dt="2026-08-10T15:04:43.599" v="7423" actId="27636"/>
        <pc:sldMkLst>
          <pc:docMk/>
          <pc:sldMk cId="2789818713" sldId="497"/>
        </pc:sldMkLst>
        <pc:spChg chg="mod">
          <ac:chgData name="Guttorm Schjelderup" userId="e0ac67c0-b505-4405-ab95-266cbfcd4586" providerId="ADAL" clId="{495AF721-4E66-5624-A6F1-D11890231467}" dt="2026-08-10T15:04:35.663" v="7417" actId="1076"/>
          <ac:spMkLst>
            <pc:docMk/>
            <pc:sldMk cId="2789818713" sldId="497"/>
            <ac:spMk id="2" creationId="{3C7C82EC-735E-9963-6FFD-BDEA5E4BCAB4}"/>
          </ac:spMkLst>
        </pc:spChg>
        <pc:spChg chg="mod">
          <ac:chgData name="Guttorm Schjelderup" userId="e0ac67c0-b505-4405-ab95-266cbfcd4586" providerId="ADAL" clId="{495AF721-4E66-5624-A6F1-D11890231467}" dt="2026-08-10T15:04:43.599" v="7423" actId="27636"/>
          <ac:spMkLst>
            <pc:docMk/>
            <pc:sldMk cId="2789818713" sldId="497"/>
            <ac:spMk id="3" creationId="{0AAE23F6-2CB3-F912-568B-6810A02BD897}"/>
          </ac:spMkLst>
        </pc:spChg>
      </pc:sldChg>
      <pc:sldChg chg="modSp add del mod ord modAnim">
        <pc:chgData name="Guttorm Schjelderup" userId="e0ac67c0-b505-4405-ab95-266cbfcd4586" providerId="ADAL" clId="{495AF721-4E66-5624-A6F1-D11890231467}" dt="2026-08-19T08:47:30.993" v="10647"/>
        <pc:sldMkLst>
          <pc:docMk/>
          <pc:sldMk cId="2682931476" sldId="499"/>
        </pc:sldMkLst>
        <pc:spChg chg="mod">
          <ac:chgData name="Guttorm Schjelderup" userId="e0ac67c0-b505-4405-ab95-266cbfcd4586" providerId="ADAL" clId="{495AF721-4E66-5624-A6F1-D11890231467}" dt="2026-08-19T08:47:30.993" v="10647"/>
          <ac:spMkLst>
            <pc:docMk/>
            <pc:sldMk cId="2682931476" sldId="499"/>
            <ac:spMk id="3" creationId="{DF621CDB-5A08-26DD-BAC0-32E737F01847}"/>
          </ac:spMkLst>
        </pc:spChg>
      </pc:sldChg>
      <pc:sldChg chg="add">
        <pc:chgData name="Guttorm Schjelderup" userId="e0ac67c0-b505-4405-ab95-266cbfcd4586" providerId="ADAL" clId="{495AF721-4E66-5624-A6F1-D11890231467}" dt="2026-08-04T14:02:41.576" v="3665"/>
        <pc:sldMkLst>
          <pc:docMk/>
          <pc:sldMk cId="1448206358" sldId="503"/>
        </pc:sldMkLst>
      </pc:sldChg>
      <pc:sldChg chg="modSp add mod">
        <pc:chgData name="Guttorm Schjelderup" userId="e0ac67c0-b505-4405-ab95-266cbfcd4586" providerId="ADAL" clId="{495AF721-4E66-5624-A6F1-D11890231467}" dt="2026-08-10T12:04:32.891" v="5471" actId="1076"/>
        <pc:sldMkLst>
          <pc:docMk/>
          <pc:sldMk cId="3042447337" sldId="524"/>
        </pc:sldMkLst>
        <pc:spChg chg="mod">
          <ac:chgData name="Guttorm Schjelderup" userId="e0ac67c0-b505-4405-ab95-266cbfcd4586" providerId="ADAL" clId="{495AF721-4E66-5624-A6F1-D11890231467}" dt="2026-08-10T12:04:32.891" v="5471" actId="1076"/>
          <ac:spMkLst>
            <pc:docMk/>
            <pc:sldMk cId="3042447337" sldId="524"/>
            <ac:spMk id="2" creationId="{C714D75A-2CCB-D3EC-551C-B98D9A16813B}"/>
          </ac:spMkLst>
        </pc:spChg>
        <pc:picChg chg="mod">
          <ac:chgData name="Guttorm Schjelderup" userId="e0ac67c0-b505-4405-ab95-266cbfcd4586" providerId="ADAL" clId="{495AF721-4E66-5624-A6F1-D11890231467}" dt="2026-08-10T12:04:23.432" v="5469" actId="1076"/>
          <ac:picMkLst>
            <pc:docMk/>
            <pc:sldMk cId="3042447337" sldId="524"/>
            <ac:picMk id="4" creationId="{A81409EF-7FEA-FD10-4B5E-E06B07C660ED}"/>
          </ac:picMkLst>
        </pc:picChg>
      </pc:sldChg>
      <pc:sldChg chg="modSp add mod modAnim">
        <pc:chgData name="Guttorm Schjelderup" userId="e0ac67c0-b505-4405-ab95-266cbfcd4586" providerId="ADAL" clId="{495AF721-4E66-5624-A6F1-D11890231467}" dt="2026-08-18T11:28:19.309" v="8797" actId="20577"/>
        <pc:sldMkLst>
          <pc:docMk/>
          <pc:sldMk cId="14496951" sldId="526"/>
        </pc:sldMkLst>
        <pc:spChg chg="mod">
          <ac:chgData name="Guttorm Schjelderup" userId="e0ac67c0-b505-4405-ab95-266cbfcd4586" providerId="ADAL" clId="{495AF721-4E66-5624-A6F1-D11890231467}" dt="2026-08-18T11:28:19.309" v="8797" actId="20577"/>
          <ac:spMkLst>
            <pc:docMk/>
            <pc:sldMk cId="14496951" sldId="526"/>
            <ac:spMk id="3" creationId="{44C7A857-A982-9B8C-6F4B-F1A4F8350A93}"/>
          </ac:spMkLst>
        </pc:spChg>
      </pc:sldChg>
      <pc:sldChg chg="modSp add mod modAnim">
        <pc:chgData name="Guttorm Schjelderup" userId="e0ac67c0-b505-4405-ab95-266cbfcd4586" providerId="ADAL" clId="{495AF721-4E66-5624-A6F1-D11890231467}" dt="2026-08-18T11:26:31.293" v="8734" actId="5793"/>
        <pc:sldMkLst>
          <pc:docMk/>
          <pc:sldMk cId="2849449610" sldId="527"/>
        </pc:sldMkLst>
        <pc:spChg chg="mod">
          <ac:chgData name="Guttorm Schjelderup" userId="e0ac67c0-b505-4405-ab95-266cbfcd4586" providerId="ADAL" clId="{495AF721-4E66-5624-A6F1-D11890231467}" dt="2026-08-18T11:26:31.293" v="8734" actId="5793"/>
          <ac:spMkLst>
            <pc:docMk/>
            <pc:sldMk cId="2849449610" sldId="527"/>
            <ac:spMk id="3" creationId="{233E650E-E598-8017-EA84-0202FB0648F1}"/>
          </ac:spMkLst>
        </pc:spChg>
      </pc:sldChg>
      <pc:sldChg chg="addSp modSp add mod modAnim">
        <pc:chgData name="Guttorm Schjelderup" userId="e0ac67c0-b505-4405-ab95-266cbfcd4586" providerId="ADAL" clId="{495AF721-4E66-5624-A6F1-D11890231467}" dt="2026-08-18T19:29:03.880" v="9292"/>
        <pc:sldMkLst>
          <pc:docMk/>
          <pc:sldMk cId="3827374716" sldId="528"/>
        </pc:sldMkLst>
        <pc:spChg chg="add mod">
          <ac:chgData name="Guttorm Schjelderup" userId="e0ac67c0-b505-4405-ab95-266cbfcd4586" providerId="ADAL" clId="{495AF721-4E66-5624-A6F1-D11890231467}" dt="2026-08-18T11:27:06.637" v="8741" actId="1076"/>
          <ac:spMkLst>
            <pc:docMk/>
            <pc:sldMk cId="3827374716" sldId="528"/>
            <ac:spMk id="2" creationId="{2C559B0A-1F33-481C-B48A-6304CAFD1C01}"/>
          </ac:spMkLst>
        </pc:spChg>
        <pc:spChg chg="mod">
          <ac:chgData name="Guttorm Schjelderup" userId="e0ac67c0-b505-4405-ab95-266cbfcd4586" providerId="ADAL" clId="{495AF721-4E66-5624-A6F1-D11890231467}" dt="2026-08-18T11:27:36.699" v="8794" actId="20577"/>
          <ac:spMkLst>
            <pc:docMk/>
            <pc:sldMk cId="3827374716" sldId="528"/>
            <ac:spMk id="3" creationId="{8CE6D0EF-66B4-E73C-710E-3E62F656C394}"/>
          </ac:spMkLst>
        </pc:spChg>
        <pc:spChg chg="add mod">
          <ac:chgData name="Guttorm Schjelderup" userId="e0ac67c0-b505-4405-ab95-266cbfcd4586" providerId="ADAL" clId="{495AF721-4E66-5624-A6F1-D11890231467}" dt="2026-08-18T11:27:03.427" v="8740" actId="1076"/>
          <ac:spMkLst>
            <pc:docMk/>
            <pc:sldMk cId="3827374716" sldId="528"/>
            <ac:spMk id="4" creationId="{97BA3FFD-7D43-7855-9F74-B0C7B762AB50}"/>
          </ac:spMkLst>
        </pc:spChg>
        <pc:spChg chg="add mod">
          <ac:chgData name="Guttorm Schjelderup" userId="e0ac67c0-b505-4405-ab95-266cbfcd4586" providerId="ADAL" clId="{495AF721-4E66-5624-A6F1-D11890231467}" dt="2026-08-18T11:27:55.214" v="8796" actId="14100"/>
          <ac:spMkLst>
            <pc:docMk/>
            <pc:sldMk cId="3827374716" sldId="528"/>
            <ac:spMk id="5" creationId="{0AC1F59B-AF70-ECA9-CB76-734C9A9C7DCE}"/>
          </ac:spMkLst>
        </pc:spChg>
      </pc:sldChg>
      <pc:sldChg chg="modSp mod">
        <pc:chgData name="Guttorm Schjelderup" userId="e0ac67c0-b505-4405-ab95-266cbfcd4586" providerId="ADAL" clId="{495AF721-4E66-5624-A6F1-D11890231467}" dt="2026-08-10T18:37:12.116" v="7606" actId="20577"/>
        <pc:sldMkLst>
          <pc:docMk/>
          <pc:sldMk cId="4050556857" sldId="529"/>
        </pc:sldMkLst>
        <pc:spChg chg="mod">
          <ac:chgData name="Guttorm Schjelderup" userId="e0ac67c0-b505-4405-ab95-266cbfcd4586" providerId="ADAL" clId="{495AF721-4E66-5624-A6F1-D11890231467}" dt="2026-08-10T18:37:12.116" v="7606" actId="20577"/>
          <ac:spMkLst>
            <pc:docMk/>
            <pc:sldMk cId="4050556857" sldId="529"/>
            <ac:spMk id="4" creationId="{D6438E46-B682-081B-1B9C-323A8CF21A5F}"/>
          </ac:spMkLst>
        </pc:spChg>
      </pc:sldChg>
      <pc:sldChg chg="delSp modSp mod modAnim">
        <pc:chgData name="Guttorm Schjelderup" userId="e0ac67c0-b505-4405-ab95-266cbfcd4586" providerId="ADAL" clId="{495AF721-4E66-5624-A6F1-D11890231467}" dt="2026-08-18T11:19:32.751" v="8269" actId="20577"/>
        <pc:sldMkLst>
          <pc:docMk/>
          <pc:sldMk cId="117585433" sldId="538"/>
        </pc:sldMkLst>
        <pc:spChg chg="mod">
          <ac:chgData name="Guttorm Schjelderup" userId="e0ac67c0-b505-4405-ab95-266cbfcd4586" providerId="ADAL" clId="{495AF721-4E66-5624-A6F1-D11890231467}" dt="2026-08-18T11:19:32.751" v="8269" actId="20577"/>
          <ac:spMkLst>
            <pc:docMk/>
            <pc:sldMk cId="117585433" sldId="538"/>
            <ac:spMk id="3" creationId="{6CEDF70D-AA16-BA31-9F12-08390A96ECAC}"/>
          </ac:spMkLst>
        </pc:spChg>
      </pc:sldChg>
      <pc:sldChg chg="modSp modAnim">
        <pc:chgData name="Guttorm Schjelderup" userId="e0ac67c0-b505-4405-ab95-266cbfcd4586" providerId="ADAL" clId="{495AF721-4E66-5624-A6F1-D11890231467}" dt="2026-08-02T09:19:38.897" v="2126"/>
        <pc:sldMkLst>
          <pc:docMk/>
          <pc:sldMk cId="401261267" sldId="539"/>
        </pc:sldMkLst>
        <pc:spChg chg="mod">
          <ac:chgData name="Guttorm Schjelderup" userId="e0ac67c0-b505-4405-ab95-266cbfcd4586" providerId="ADAL" clId="{495AF721-4E66-5624-A6F1-D11890231467}" dt="2026-08-02T09:19:28.822" v="2124" actId="20577"/>
          <ac:spMkLst>
            <pc:docMk/>
            <pc:sldMk cId="401261267" sldId="539"/>
            <ac:spMk id="3" creationId="{75C48667-BD81-134B-DBE2-3AD0ECC994A6}"/>
          </ac:spMkLst>
        </pc:spChg>
      </pc:sldChg>
      <pc:sldChg chg="addSp delSp modSp mod">
        <pc:chgData name="Guttorm Schjelderup" userId="e0ac67c0-b505-4405-ab95-266cbfcd4586" providerId="ADAL" clId="{495AF721-4E66-5624-A6F1-D11890231467}" dt="2026-08-10T18:41:16.560" v="7745" actId="478"/>
        <pc:sldMkLst>
          <pc:docMk/>
          <pc:sldMk cId="696979299" sldId="540"/>
        </pc:sldMkLst>
        <pc:spChg chg="mod">
          <ac:chgData name="Guttorm Schjelderup" userId="e0ac67c0-b505-4405-ab95-266cbfcd4586" providerId="ADAL" clId="{495AF721-4E66-5624-A6F1-D11890231467}" dt="2026-08-05T08:14:23.915" v="4476" actId="5793"/>
          <ac:spMkLst>
            <pc:docMk/>
            <pc:sldMk cId="696979299" sldId="540"/>
            <ac:spMk id="3" creationId="{13E78AAA-A9DC-172C-5980-AF53B327123F}"/>
          </ac:spMkLst>
        </pc:spChg>
      </pc:sldChg>
      <pc:sldChg chg="modSp mod">
        <pc:chgData name="Guttorm Schjelderup" userId="e0ac67c0-b505-4405-ab95-266cbfcd4586" providerId="ADAL" clId="{495AF721-4E66-5624-A6F1-D11890231467}" dt="2026-07-31T10:05:27.970" v="1805" actId="20577"/>
        <pc:sldMkLst>
          <pc:docMk/>
          <pc:sldMk cId="990481886" sldId="541"/>
        </pc:sldMkLst>
        <pc:spChg chg="mod">
          <ac:chgData name="Guttorm Schjelderup" userId="e0ac67c0-b505-4405-ab95-266cbfcd4586" providerId="ADAL" clId="{495AF721-4E66-5624-A6F1-D11890231467}" dt="2026-07-31T10:05:27.970" v="1805" actId="20577"/>
          <ac:spMkLst>
            <pc:docMk/>
            <pc:sldMk cId="990481886" sldId="541"/>
            <ac:spMk id="3" creationId="{F182CEB8-57F0-0E5C-9ADE-25745B1E2185}"/>
          </ac:spMkLst>
        </pc:spChg>
      </pc:sldChg>
      <pc:sldChg chg="modSp mod ord">
        <pc:chgData name="Guttorm Schjelderup" userId="e0ac67c0-b505-4405-ab95-266cbfcd4586" providerId="ADAL" clId="{495AF721-4E66-5624-A6F1-D11890231467}" dt="2026-08-19T08:46:39.980" v="10636" actId="20577"/>
        <pc:sldMkLst>
          <pc:docMk/>
          <pc:sldMk cId="3879497011" sldId="542"/>
        </pc:sldMkLst>
        <pc:spChg chg="mod">
          <ac:chgData name="Guttorm Schjelderup" userId="e0ac67c0-b505-4405-ab95-266cbfcd4586" providerId="ADAL" clId="{495AF721-4E66-5624-A6F1-D11890231467}" dt="2026-08-19T08:46:39.980" v="10636" actId="20577"/>
          <ac:spMkLst>
            <pc:docMk/>
            <pc:sldMk cId="3879497011" sldId="542"/>
            <ac:spMk id="2" creationId="{D832EC2F-6FE9-138E-AB80-F283730238F0}"/>
          </ac:spMkLst>
        </pc:spChg>
        <pc:spChg chg="mod">
          <ac:chgData name="Guttorm Schjelderup" userId="e0ac67c0-b505-4405-ab95-266cbfcd4586" providerId="ADAL" clId="{495AF721-4E66-5624-A6F1-D11890231467}" dt="2026-08-05T08:13:07.485" v="4469" actId="20577"/>
          <ac:spMkLst>
            <pc:docMk/>
            <pc:sldMk cId="3879497011" sldId="542"/>
            <ac:spMk id="3" creationId="{C949F82F-4AB9-C852-9DC7-6E0995F1D95F}"/>
          </ac:spMkLst>
        </pc:spChg>
      </pc:sldChg>
      <pc:sldChg chg="modSp mod modAnim">
        <pc:chgData name="Guttorm Schjelderup" userId="e0ac67c0-b505-4405-ab95-266cbfcd4586" providerId="ADAL" clId="{495AF721-4E66-5624-A6F1-D11890231467}" dt="2026-08-18T19:44:04.882" v="9689" actId="27636"/>
        <pc:sldMkLst>
          <pc:docMk/>
          <pc:sldMk cId="2734063629" sldId="544"/>
        </pc:sldMkLst>
        <pc:spChg chg="mod">
          <ac:chgData name="Guttorm Schjelderup" userId="e0ac67c0-b505-4405-ab95-266cbfcd4586" providerId="ADAL" clId="{495AF721-4E66-5624-A6F1-D11890231467}" dt="2026-08-18T19:44:04.882" v="9689" actId="27636"/>
          <ac:spMkLst>
            <pc:docMk/>
            <pc:sldMk cId="2734063629" sldId="544"/>
            <ac:spMk id="3" creationId="{6D320057-E7DF-3D82-6B01-0E243E7E3663}"/>
          </ac:spMkLst>
        </pc:spChg>
      </pc:sldChg>
      <pc:sldChg chg="modAnim">
        <pc:chgData name="Guttorm Schjelderup" userId="e0ac67c0-b505-4405-ab95-266cbfcd4586" providerId="ADAL" clId="{495AF721-4E66-5624-A6F1-D11890231467}" dt="2026-08-18T11:41:30.247" v="9272"/>
        <pc:sldMkLst>
          <pc:docMk/>
          <pc:sldMk cId="1713314696" sldId="547"/>
        </pc:sldMkLst>
      </pc:sldChg>
      <pc:sldChg chg="modSp mod">
        <pc:chgData name="Guttorm Schjelderup" userId="e0ac67c0-b505-4405-ab95-266cbfcd4586" providerId="ADAL" clId="{495AF721-4E66-5624-A6F1-D11890231467}" dt="2026-07-31T10:06:37.885" v="1806" actId="114"/>
        <pc:sldMkLst>
          <pc:docMk/>
          <pc:sldMk cId="2297522603" sldId="549"/>
        </pc:sldMkLst>
        <pc:spChg chg="mod">
          <ac:chgData name="Guttorm Schjelderup" userId="e0ac67c0-b505-4405-ab95-266cbfcd4586" providerId="ADAL" clId="{495AF721-4E66-5624-A6F1-D11890231467}" dt="2026-07-31T10:06:37.885" v="1806" actId="114"/>
          <ac:spMkLst>
            <pc:docMk/>
            <pc:sldMk cId="2297522603" sldId="549"/>
            <ac:spMk id="3" creationId="{D1E6070B-BABE-CF6D-9044-8DE5482BE4D3}"/>
          </ac:spMkLst>
        </pc:spChg>
      </pc:sldChg>
      <pc:sldChg chg="modSp del mod">
        <pc:chgData name="Guttorm Schjelderup" userId="e0ac67c0-b505-4405-ab95-266cbfcd4586" providerId="ADAL" clId="{495AF721-4E66-5624-A6F1-D11890231467}" dt="2026-08-18T19:44:52.746" v="9690" actId="2696"/>
        <pc:sldMkLst>
          <pc:docMk/>
          <pc:sldMk cId="1438630973" sldId="550"/>
        </pc:sldMkLst>
        <pc:spChg chg="mod">
          <ac:chgData name="Guttorm Schjelderup" userId="e0ac67c0-b505-4405-ab95-266cbfcd4586" providerId="ADAL" clId="{495AF721-4E66-5624-A6F1-D11890231467}" dt="2026-08-18T11:42:05.505" v="9277" actId="20577"/>
          <ac:spMkLst>
            <pc:docMk/>
            <pc:sldMk cId="1438630973" sldId="550"/>
            <ac:spMk id="2" creationId="{5E34D059-AAA9-8BA7-E24B-5ACD65B8CFD4}"/>
          </ac:spMkLst>
        </pc:spChg>
      </pc:sldChg>
      <pc:sldChg chg="add">
        <pc:chgData name="Guttorm Schjelderup" userId="e0ac67c0-b505-4405-ab95-266cbfcd4586" providerId="ADAL" clId="{495AF721-4E66-5624-A6F1-D11890231467}" dt="2026-08-10T14:50:49.231" v="6740"/>
        <pc:sldMkLst>
          <pc:docMk/>
          <pc:sldMk cId="2661803923" sldId="554"/>
        </pc:sldMkLst>
      </pc:sldChg>
      <pc:sldChg chg="modSp add mod modAnim">
        <pc:chgData name="Guttorm Schjelderup" userId="e0ac67c0-b505-4405-ab95-266cbfcd4586" providerId="ADAL" clId="{495AF721-4E66-5624-A6F1-D11890231467}" dt="2026-08-19T08:37:36.557" v="10347" actId="20577"/>
        <pc:sldMkLst>
          <pc:docMk/>
          <pc:sldMk cId="2658640017" sldId="555"/>
        </pc:sldMkLst>
        <pc:spChg chg="mod">
          <ac:chgData name="Guttorm Schjelderup" userId="e0ac67c0-b505-4405-ab95-266cbfcd4586" providerId="ADAL" clId="{495AF721-4E66-5624-A6F1-D11890231467}" dt="2026-08-19T08:37:36.557" v="10347" actId="20577"/>
          <ac:spMkLst>
            <pc:docMk/>
            <pc:sldMk cId="2658640017" sldId="555"/>
            <ac:spMk id="3" creationId="{BEC61824-6DF3-E7C3-B5BF-2564081D44B1}"/>
          </ac:spMkLst>
        </pc:spChg>
      </pc:sldChg>
      <pc:sldChg chg="add">
        <pc:chgData name="Guttorm Schjelderup" userId="e0ac67c0-b505-4405-ab95-266cbfcd4586" providerId="ADAL" clId="{495AF721-4E66-5624-A6F1-D11890231467}" dt="2026-08-10T14:50:49.231" v="6740"/>
        <pc:sldMkLst>
          <pc:docMk/>
          <pc:sldMk cId="3033656844" sldId="556"/>
        </pc:sldMkLst>
      </pc:sldChg>
      <pc:sldChg chg="modSp add modAnim">
        <pc:chgData name="Guttorm Schjelderup" userId="e0ac67c0-b505-4405-ab95-266cbfcd4586" providerId="ADAL" clId="{495AF721-4E66-5624-A6F1-D11890231467}" dt="2026-08-19T08:39:32.071" v="10478" actId="20577"/>
        <pc:sldMkLst>
          <pc:docMk/>
          <pc:sldMk cId="693351223" sldId="557"/>
        </pc:sldMkLst>
        <pc:spChg chg="mod">
          <ac:chgData name="Guttorm Schjelderup" userId="e0ac67c0-b505-4405-ab95-266cbfcd4586" providerId="ADAL" clId="{495AF721-4E66-5624-A6F1-D11890231467}" dt="2026-08-19T08:39:32.071" v="10478" actId="20577"/>
          <ac:spMkLst>
            <pc:docMk/>
            <pc:sldMk cId="693351223" sldId="557"/>
            <ac:spMk id="3" creationId="{BE4FA227-E8A1-871F-EB7D-832B1E05F894}"/>
          </ac:spMkLst>
        </pc:spChg>
      </pc:sldChg>
      <pc:sldChg chg="modSp add del mod">
        <pc:chgData name="Guttorm Schjelderup" userId="e0ac67c0-b505-4405-ab95-266cbfcd4586" providerId="ADAL" clId="{495AF721-4E66-5624-A6F1-D11890231467}" dt="2026-08-18T11:37:00.791" v="9232" actId="2696"/>
        <pc:sldMkLst>
          <pc:docMk/>
          <pc:sldMk cId="978019028" sldId="558"/>
        </pc:sldMkLst>
        <pc:spChg chg="mod">
          <ac:chgData name="Guttorm Schjelderup" userId="e0ac67c0-b505-4405-ab95-266cbfcd4586" providerId="ADAL" clId="{495AF721-4E66-5624-A6F1-D11890231467}" dt="2026-08-18T11:36:37.670" v="9231" actId="20577"/>
          <ac:spMkLst>
            <pc:docMk/>
            <pc:sldMk cId="978019028" sldId="558"/>
            <ac:spMk id="3" creationId="{2BB60E69-24EE-7F6D-AA49-AFEDAAD6A0EC}"/>
          </ac:spMkLst>
        </pc:spChg>
      </pc:sldChg>
      <pc:sldChg chg="addSp modSp mod">
        <pc:chgData name="Guttorm Schjelderup" userId="e0ac67c0-b505-4405-ab95-266cbfcd4586" providerId="ADAL" clId="{495AF721-4E66-5624-A6F1-D11890231467}" dt="2026-08-10T18:36:36.367" v="7601" actId="1036"/>
        <pc:sldMkLst>
          <pc:docMk/>
          <pc:sldMk cId="1005733703" sldId="564"/>
        </pc:sldMkLst>
        <pc:spChg chg="add mod">
          <ac:chgData name="Guttorm Schjelderup" userId="e0ac67c0-b505-4405-ab95-266cbfcd4586" providerId="ADAL" clId="{495AF721-4E66-5624-A6F1-D11890231467}" dt="2026-08-10T18:33:21.983" v="7600" actId="20577"/>
          <ac:spMkLst>
            <pc:docMk/>
            <pc:sldMk cId="1005733703" sldId="564"/>
            <ac:spMk id="5" creationId="{904301C3-1E13-90F4-DD2A-87EC478088AA}"/>
          </ac:spMkLst>
        </pc:spChg>
        <pc:picChg chg="mod">
          <ac:chgData name="Guttorm Schjelderup" userId="e0ac67c0-b505-4405-ab95-266cbfcd4586" providerId="ADAL" clId="{495AF721-4E66-5624-A6F1-D11890231467}" dt="2026-08-10T18:36:36.367" v="7601" actId="1036"/>
          <ac:picMkLst>
            <pc:docMk/>
            <pc:sldMk cId="1005733703" sldId="564"/>
            <ac:picMk id="2" creationId="{71BC146A-DA58-DB7F-A409-0ADB41E4C75B}"/>
          </ac:picMkLst>
        </pc:picChg>
      </pc:sldChg>
      <pc:sldChg chg="modSp mod modAnim">
        <pc:chgData name="Guttorm Schjelderup" userId="e0ac67c0-b505-4405-ab95-266cbfcd4586" providerId="ADAL" clId="{495AF721-4E66-5624-A6F1-D11890231467}" dt="2026-08-19T08:46:17.829" v="10631" actId="20577"/>
        <pc:sldMkLst>
          <pc:docMk/>
          <pc:sldMk cId="1320682413" sldId="565"/>
        </pc:sldMkLst>
        <pc:spChg chg="mod">
          <ac:chgData name="Guttorm Schjelderup" userId="e0ac67c0-b505-4405-ab95-266cbfcd4586" providerId="ADAL" clId="{495AF721-4E66-5624-A6F1-D11890231467}" dt="2026-08-19T08:44:54.128" v="10627" actId="27636"/>
          <ac:spMkLst>
            <pc:docMk/>
            <pc:sldMk cId="1320682413" sldId="565"/>
            <ac:spMk id="2" creationId="{8A340BEA-ECE6-433D-7F03-DDD94B8C4A8B}"/>
          </ac:spMkLst>
        </pc:spChg>
        <pc:spChg chg="mod">
          <ac:chgData name="Guttorm Schjelderup" userId="e0ac67c0-b505-4405-ab95-266cbfcd4586" providerId="ADAL" clId="{495AF721-4E66-5624-A6F1-D11890231467}" dt="2026-08-19T08:46:17.829" v="10631" actId="20577"/>
          <ac:spMkLst>
            <pc:docMk/>
            <pc:sldMk cId="1320682413" sldId="565"/>
            <ac:spMk id="3" creationId="{916BEF5B-E3FE-468C-26E8-0F9CF895DC4D}"/>
          </ac:spMkLst>
        </pc:spChg>
      </pc:sldChg>
      <pc:sldChg chg="del modAnim">
        <pc:chgData name="Guttorm Schjelderup" userId="e0ac67c0-b505-4405-ab95-266cbfcd4586" providerId="ADAL" clId="{495AF721-4E66-5624-A6F1-D11890231467}" dt="2026-08-18T19:43:00.709" v="9684" actId="2696"/>
        <pc:sldMkLst>
          <pc:docMk/>
          <pc:sldMk cId="1472848774" sldId="566"/>
        </pc:sldMkLst>
      </pc:sldChg>
      <pc:sldChg chg="modSp del modAnim">
        <pc:chgData name="Guttorm Schjelderup" userId="e0ac67c0-b505-4405-ab95-266cbfcd4586" providerId="ADAL" clId="{495AF721-4E66-5624-A6F1-D11890231467}" dt="2026-08-18T19:43:36.824" v="9686" actId="2696"/>
        <pc:sldMkLst>
          <pc:docMk/>
          <pc:sldMk cId="1669589029" sldId="567"/>
        </pc:sldMkLst>
      </pc:sldChg>
      <pc:sldChg chg="modSp mod ord">
        <pc:chgData name="Guttorm Schjelderup" userId="e0ac67c0-b505-4405-ab95-266cbfcd4586" providerId="ADAL" clId="{495AF721-4E66-5624-A6F1-D11890231467}" dt="2026-08-02T09:34:23.671" v="2235" actId="20578"/>
        <pc:sldMkLst>
          <pc:docMk/>
          <pc:sldMk cId="3115740032" sldId="568"/>
        </pc:sldMkLst>
        <pc:spChg chg="mod">
          <ac:chgData name="Guttorm Schjelderup" userId="e0ac67c0-b505-4405-ab95-266cbfcd4586" providerId="ADAL" clId="{495AF721-4E66-5624-A6F1-D11890231467}" dt="2026-08-02T09:33:13.914" v="2234" actId="20577"/>
          <ac:spMkLst>
            <pc:docMk/>
            <pc:sldMk cId="3115740032" sldId="568"/>
            <ac:spMk id="2" creationId="{197C2D8D-89FE-A96F-A507-CD092CAF7D77}"/>
          </ac:spMkLst>
        </pc:spChg>
      </pc:sldChg>
      <pc:sldChg chg="modSp mod ord modAnim">
        <pc:chgData name="Guttorm Schjelderup" userId="e0ac67c0-b505-4405-ab95-266cbfcd4586" providerId="ADAL" clId="{495AF721-4E66-5624-A6F1-D11890231467}" dt="2026-08-18T11:18:10.399" v="8256" actId="27636"/>
        <pc:sldMkLst>
          <pc:docMk/>
          <pc:sldMk cId="2725422677" sldId="569"/>
        </pc:sldMkLst>
        <pc:spChg chg="mod">
          <ac:chgData name="Guttorm Schjelderup" userId="e0ac67c0-b505-4405-ab95-266cbfcd4586" providerId="ADAL" clId="{495AF721-4E66-5624-A6F1-D11890231467}" dt="2026-08-02T09:34:37.446" v="2237" actId="207"/>
          <ac:spMkLst>
            <pc:docMk/>
            <pc:sldMk cId="2725422677" sldId="569"/>
            <ac:spMk id="2" creationId="{71293954-66AD-7C60-E383-7FCD4A697F4D}"/>
          </ac:spMkLst>
        </pc:spChg>
        <pc:spChg chg="mod">
          <ac:chgData name="Guttorm Schjelderup" userId="e0ac67c0-b505-4405-ab95-266cbfcd4586" providerId="ADAL" clId="{495AF721-4E66-5624-A6F1-D11890231467}" dt="2026-08-18T11:18:10.399" v="8256" actId="27636"/>
          <ac:spMkLst>
            <pc:docMk/>
            <pc:sldMk cId="2725422677" sldId="569"/>
            <ac:spMk id="3" creationId="{CDF8A3AC-2176-828E-933B-F3EC08EF8D3D}"/>
          </ac:spMkLst>
        </pc:spChg>
      </pc:sldChg>
      <pc:sldChg chg="addSp new">
        <pc:chgData name="Guttorm Schjelderup" userId="e0ac67c0-b505-4405-ab95-266cbfcd4586" providerId="ADAL" clId="{495AF721-4E66-5624-A6F1-D11890231467}" dt="2026-07-31T09:38:50.164" v="679"/>
        <pc:sldMkLst>
          <pc:docMk/>
          <pc:sldMk cId="983127472" sldId="570"/>
        </pc:sldMkLst>
        <pc:picChg chg="add">
          <ac:chgData name="Guttorm Schjelderup" userId="e0ac67c0-b505-4405-ab95-266cbfcd4586" providerId="ADAL" clId="{495AF721-4E66-5624-A6F1-D11890231467}" dt="2026-07-31T09:38:50.164" v="679"/>
          <ac:picMkLst>
            <pc:docMk/>
            <pc:sldMk cId="983127472" sldId="570"/>
            <ac:picMk id="2" creationId="{39342E76-D286-069E-92D2-0AB07AFB2027}"/>
          </ac:picMkLst>
        </pc:picChg>
      </pc:sldChg>
      <pc:sldChg chg="addSp delSp modSp new mod ord">
        <pc:chgData name="Guttorm Schjelderup" userId="e0ac67c0-b505-4405-ab95-266cbfcd4586" providerId="ADAL" clId="{495AF721-4E66-5624-A6F1-D11890231467}" dt="2026-08-05T07:34:29.329" v="3699" actId="20578"/>
        <pc:sldMkLst>
          <pc:docMk/>
          <pc:sldMk cId="1212425464" sldId="572"/>
        </pc:sldMkLst>
        <pc:picChg chg="add mod">
          <ac:chgData name="Guttorm Schjelderup" userId="e0ac67c0-b505-4405-ab95-266cbfcd4586" providerId="ADAL" clId="{495AF721-4E66-5624-A6F1-D11890231467}" dt="2026-08-04T14:19:11.352" v="3676" actId="1076"/>
          <ac:picMkLst>
            <pc:docMk/>
            <pc:sldMk cId="1212425464" sldId="572"/>
            <ac:picMk id="4" creationId="{3875692D-500E-C6D5-34CE-A335812A6ADF}"/>
          </ac:picMkLst>
        </pc:picChg>
        <pc:picChg chg="add mod">
          <ac:chgData name="Guttorm Schjelderup" userId="e0ac67c0-b505-4405-ab95-266cbfcd4586" providerId="ADAL" clId="{495AF721-4E66-5624-A6F1-D11890231467}" dt="2026-08-04T14:20:10.477" v="3679" actId="1076"/>
          <ac:picMkLst>
            <pc:docMk/>
            <pc:sldMk cId="1212425464" sldId="572"/>
            <ac:picMk id="5" creationId="{587F9403-A1AF-1F57-908A-0A2EA9707F4C}"/>
          </ac:picMkLst>
        </pc:picChg>
        <pc:picChg chg="add mod">
          <ac:chgData name="Guttorm Schjelderup" userId="e0ac67c0-b505-4405-ab95-266cbfcd4586" providerId="ADAL" clId="{495AF721-4E66-5624-A6F1-D11890231467}" dt="2026-08-04T14:22:44.953" v="3683" actId="1076"/>
          <ac:picMkLst>
            <pc:docMk/>
            <pc:sldMk cId="1212425464" sldId="572"/>
            <ac:picMk id="6" creationId="{AAB03A5B-5267-2374-9FDD-EB0B259AAFEB}"/>
          </ac:picMkLst>
        </pc:picChg>
        <pc:picChg chg="add mod">
          <ac:chgData name="Guttorm Schjelderup" userId="e0ac67c0-b505-4405-ab95-266cbfcd4586" providerId="ADAL" clId="{495AF721-4E66-5624-A6F1-D11890231467}" dt="2026-08-05T07:33:53.745" v="3695" actId="1076"/>
          <ac:picMkLst>
            <pc:docMk/>
            <pc:sldMk cId="1212425464" sldId="572"/>
            <ac:picMk id="8" creationId="{6361C8DF-710E-AC59-F84B-205BADD6A938}"/>
          </ac:picMkLst>
        </pc:picChg>
      </pc:sldChg>
      <pc:sldChg chg="addSp delSp modSp new mod">
        <pc:chgData name="Guttorm Schjelderup" userId="e0ac67c0-b505-4405-ab95-266cbfcd4586" providerId="ADAL" clId="{495AF721-4E66-5624-A6F1-D11890231467}" dt="2026-08-05T07:59:03.237" v="4308" actId="1076"/>
        <pc:sldMkLst>
          <pc:docMk/>
          <pc:sldMk cId="33239637" sldId="573"/>
        </pc:sldMkLst>
        <pc:picChg chg="add mod">
          <ac:chgData name="Guttorm Schjelderup" userId="e0ac67c0-b505-4405-ab95-266cbfcd4586" providerId="ADAL" clId="{495AF721-4E66-5624-A6F1-D11890231467}" dt="2026-08-05T07:59:03.237" v="4308" actId="1076"/>
          <ac:picMkLst>
            <pc:docMk/>
            <pc:sldMk cId="33239637" sldId="573"/>
            <ac:picMk id="4" creationId="{62AB1D8B-5538-0DFF-5A7B-5317542CE090}"/>
          </ac:picMkLst>
        </pc:picChg>
        <pc:picChg chg="add mod">
          <ac:chgData name="Guttorm Schjelderup" userId="e0ac67c0-b505-4405-ab95-266cbfcd4586" providerId="ADAL" clId="{495AF721-4E66-5624-A6F1-D11890231467}" dt="2026-08-05T07:58:59.561" v="4307" actId="1076"/>
          <ac:picMkLst>
            <pc:docMk/>
            <pc:sldMk cId="33239637" sldId="573"/>
            <ac:picMk id="5" creationId="{4D4C49DE-7AA0-C7D5-6DE6-112243FE51B2}"/>
          </ac:picMkLst>
        </pc:picChg>
      </pc:sldChg>
      <pc:sldChg chg="addSp modSp new mod">
        <pc:chgData name="Guttorm Schjelderup" userId="e0ac67c0-b505-4405-ab95-266cbfcd4586" providerId="ADAL" clId="{495AF721-4E66-5624-A6F1-D11890231467}" dt="2026-08-05T08:04:47.477" v="4322" actId="403"/>
        <pc:sldMkLst>
          <pc:docMk/>
          <pc:sldMk cId="2656571887" sldId="574"/>
        </pc:sldMkLst>
        <pc:spChg chg="mod">
          <ac:chgData name="Guttorm Schjelderup" userId="e0ac67c0-b505-4405-ab95-266cbfcd4586" providerId="ADAL" clId="{495AF721-4E66-5624-A6F1-D11890231467}" dt="2026-08-05T08:04:29.518" v="4318" actId="790"/>
          <ac:spMkLst>
            <pc:docMk/>
            <pc:sldMk cId="2656571887" sldId="574"/>
            <ac:spMk id="2" creationId="{32D08FCF-7934-A1E4-02CD-10B45F6FFFB0}"/>
          </ac:spMkLst>
        </pc:spChg>
        <pc:spChg chg="add mod">
          <ac:chgData name="Guttorm Schjelderup" userId="e0ac67c0-b505-4405-ab95-266cbfcd4586" providerId="ADAL" clId="{495AF721-4E66-5624-A6F1-D11890231467}" dt="2026-08-05T08:04:47.477" v="4322" actId="403"/>
          <ac:spMkLst>
            <pc:docMk/>
            <pc:sldMk cId="2656571887" sldId="574"/>
            <ac:spMk id="6" creationId="{760D837C-A8D2-1E4B-8CA1-BA3BBC382FB5}"/>
          </ac:spMkLst>
        </pc:spChg>
        <pc:picChg chg="add mod">
          <ac:chgData name="Guttorm Schjelderup" userId="e0ac67c0-b505-4405-ab95-266cbfcd4586" providerId="ADAL" clId="{495AF721-4E66-5624-A6F1-D11890231467}" dt="2026-08-05T08:01:50.603" v="4312" actId="14100"/>
          <ac:picMkLst>
            <pc:docMk/>
            <pc:sldMk cId="2656571887" sldId="574"/>
            <ac:picMk id="3" creationId="{EF7B544A-512D-1E69-E88D-92ACDB9E0051}"/>
          </ac:picMkLst>
        </pc:picChg>
        <pc:picChg chg="add mod">
          <ac:chgData name="Guttorm Schjelderup" userId="e0ac67c0-b505-4405-ab95-266cbfcd4586" providerId="ADAL" clId="{495AF721-4E66-5624-A6F1-D11890231467}" dt="2026-08-05T08:02:42.857" v="4314" actId="1076"/>
          <ac:picMkLst>
            <pc:docMk/>
            <pc:sldMk cId="2656571887" sldId="574"/>
            <ac:picMk id="4" creationId="{2ECF724D-B6F1-656F-61BB-2063AD8F735D}"/>
          </ac:picMkLst>
        </pc:picChg>
      </pc:sldChg>
      <pc:sldChg chg="modSp new mod">
        <pc:chgData name="Guttorm Schjelderup" userId="e0ac67c0-b505-4405-ab95-266cbfcd4586" providerId="ADAL" clId="{495AF721-4E66-5624-A6F1-D11890231467}" dt="2026-08-10T12:54:27.864" v="6300" actId="20577"/>
        <pc:sldMkLst>
          <pc:docMk/>
          <pc:sldMk cId="3296162778" sldId="575"/>
        </pc:sldMkLst>
        <pc:spChg chg="mod">
          <ac:chgData name="Guttorm Schjelderup" userId="e0ac67c0-b505-4405-ab95-266cbfcd4586" providerId="ADAL" clId="{495AF721-4E66-5624-A6F1-D11890231467}" dt="2026-08-10T12:54:27.864" v="6300" actId="20577"/>
          <ac:spMkLst>
            <pc:docMk/>
            <pc:sldMk cId="3296162778" sldId="575"/>
            <ac:spMk id="2" creationId="{CE52E933-E146-A43A-9816-325D2646F2EA}"/>
          </ac:spMkLst>
        </pc:spChg>
      </pc:sldChg>
      <pc:sldChg chg="modSp new del mod">
        <pc:chgData name="Guttorm Schjelderup" userId="e0ac67c0-b505-4405-ab95-266cbfcd4586" providerId="ADAL" clId="{495AF721-4E66-5624-A6F1-D11890231467}" dt="2026-08-18T19:35:48.335" v="9524" actId="2696"/>
        <pc:sldMkLst>
          <pc:docMk/>
          <pc:sldMk cId="1573241703" sldId="576"/>
        </pc:sldMkLst>
        <pc:spChg chg="mod">
          <ac:chgData name="Guttorm Schjelderup" userId="e0ac67c0-b505-4405-ab95-266cbfcd4586" providerId="ADAL" clId="{495AF721-4E66-5624-A6F1-D11890231467}" dt="2026-08-18T19:35:23.040" v="9515" actId="20577"/>
          <ac:spMkLst>
            <pc:docMk/>
            <pc:sldMk cId="1573241703" sldId="576"/>
            <ac:spMk id="2" creationId="{E876B7F5-C113-D786-DC1C-089274E652E1}"/>
          </ac:spMkLst>
        </pc:spChg>
        <pc:spChg chg="mod">
          <ac:chgData name="Guttorm Schjelderup" userId="e0ac67c0-b505-4405-ab95-266cbfcd4586" providerId="ADAL" clId="{495AF721-4E66-5624-A6F1-D11890231467}" dt="2026-08-18T19:35:36.983" v="9523" actId="20577"/>
          <ac:spMkLst>
            <pc:docMk/>
            <pc:sldMk cId="1573241703" sldId="576"/>
            <ac:spMk id="3" creationId="{2606CE17-A23B-F4C1-C4C1-DF6BDB7C6B08}"/>
          </ac:spMkLst>
        </pc:spChg>
      </pc:sldChg>
      <pc:sldChg chg="modSp new del mod">
        <pc:chgData name="Guttorm Schjelderup" userId="e0ac67c0-b505-4405-ab95-266cbfcd4586" providerId="ADAL" clId="{495AF721-4E66-5624-A6F1-D11890231467}" dt="2026-08-18T19:35:54.307" v="9525" actId="2696"/>
        <pc:sldMkLst>
          <pc:docMk/>
          <pc:sldMk cId="656589581" sldId="577"/>
        </pc:sldMkLst>
      </pc:sldChg>
      <pc:sldChg chg="modSp new mod modAnim">
        <pc:chgData name="Guttorm Schjelderup" userId="e0ac67c0-b505-4405-ab95-266cbfcd4586" providerId="ADAL" clId="{495AF721-4E66-5624-A6F1-D11890231467}" dt="2026-08-19T08:43:06.893" v="10550" actId="1076"/>
        <pc:sldMkLst>
          <pc:docMk/>
          <pc:sldMk cId="3886755746" sldId="578"/>
        </pc:sldMkLst>
        <pc:spChg chg="mod">
          <ac:chgData name="Guttorm Schjelderup" userId="e0ac67c0-b505-4405-ab95-266cbfcd4586" providerId="ADAL" clId="{495AF721-4E66-5624-A6F1-D11890231467}" dt="2026-08-19T08:43:03.243" v="10549" actId="14100"/>
          <ac:spMkLst>
            <pc:docMk/>
            <pc:sldMk cId="3886755746" sldId="578"/>
            <ac:spMk id="2" creationId="{6E17CBB5-95BE-5391-7B1E-36C1CB36F192}"/>
          </ac:spMkLst>
        </pc:spChg>
        <pc:spChg chg="mod">
          <ac:chgData name="Guttorm Schjelderup" userId="e0ac67c0-b505-4405-ab95-266cbfcd4586" providerId="ADAL" clId="{495AF721-4E66-5624-A6F1-D11890231467}" dt="2026-08-19T08:43:06.893" v="10550" actId="1076"/>
          <ac:spMkLst>
            <pc:docMk/>
            <pc:sldMk cId="3886755746" sldId="578"/>
            <ac:spMk id="3" creationId="{64BDC733-8E24-10FA-232B-12BF605CE1F6}"/>
          </ac:spMkLst>
        </pc:spChg>
        <pc:spChg chg="mod">
          <ac:chgData name="Guttorm Schjelderup" userId="e0ac67c0-b505-4405-ab95-266cbfcd4586" providerId="ADAL" clId="{495AF721-4E66-5624-A6F1-D11890231467}" dt="2026-08-10T13:14:08.006" v="6681" actId="790"/>
          <ac:spMkLst>
            <pc:docMk/>
            <pc:sldMk cId="3886755746" sldId="578"/>
            <ac:spMk id="4" creationId="{38E53A8C-BF9E-0EEB-06DC-57EDB4FD7495}"/>
          </ac:spMkLst>
        </pc:spChg>
      </pc:sldChg>
      <pc:sldChg chg="modSp new mod modAnim">
        <pc:chgData name="Guttorm Schjelderup" userId="e0ac67c0-b505-4405-ab95-266cbfcd4586" providerId="ADAL" clId="{495AF721-4E66-5624-A6F1-D11890231467}" dt="2026-08-19T08:43:23.293" v="10555" actId="14100"/>
        <pc:sldMkLst>
          <pc:docMk/>
          <pc:sldMk cId="988464625" sldId="579"/>
        </pc:sldMkLst>
        <pc:spChg chg="mod">
          <ac:chgData name="Guttorm Schjelderup" userId="e0ac67c0-b505-4405-ab95-266cbfcd4586" providerId="ADAL" clId="{495AF721-4E66-5624-A6F1-D11890231467}" dt="2026-08-19T08:43:17.078" v="10553" actId="14100"/>
          <ac:spMkLst>
            <pc:docMk/>
            <pc:sldMk cId="988464625" sldId="579"/>
            <ac:spMk id="2" creationId="{14146975-84A3-40D1-F6FC-F357E029EB2B}"/>
          </ac:spMkLst>
        </pc:spChg>
        <pc:spChg chg="mod">
          <ac:chgData name="Guttorm Schjelderup" userId="e0ac67c0-b505-4405-ab95-266cbfcd4586" providerId="ADAL" clId="{495AF721-4E66-5624-A6F1-D11890231467}" dt="2026-08-19T08:43:23.293" v="10555" actId="14100"/>
          <ac:spMkLst>
            <pc:docMk/>
            <pc:sldMk cId="988464625" sldId="579"/>
            <ac:spMk id="3" creationId="{A29B2044-F55F-DAD3-ED81-719C17C7507F}"/>
          </ac:spMkLst>
        </pc:spChg>
        <pc:spChg chg="mod">
          <ac:chgData name="Guttorm Schjelderup" userId="e0ac67c0-b505-4405-ab95-266cbfcd4586" providerId="ADAL" clId="{495AF721-4E66-5624-A6F1-D11890231467}" dt="2026-08-10T15:00:07.203" v="7311" actId="790"/>
          <ac:spMkLst>
            <pc:docMk/>
            <pc:sldMk cId="988464625" sldId="579"/>
            <ac:spMk id="4" creationId="{039EFA04-EE6B-3813-F652-56DAD9744BAE}"/>
          </ac:spMkLst>
        </pc:spChg>
      </pc:sldChg>
      <pc:sldChg chg="addSp delSp modSp new mod modAnim">
        <pc:chgData name="Guttorm Schjelderup" userId="e0ac67c0-b505-4405-ab95-266cbfcd4586" providerId="ADAL" clId="{495AF721-4E66-5624-A6F1-D11890231467}" dt="2026-08-18T11:22:45.670" v="8531"/>
        <pc:sldMkLst>
          <pc:docMk/>
          <pc:sldMk cId="3270895504" sldId="580"/>
        </pc:sldMkLst>
        <pc:spChg chg="mod">
          <ac:chgData name="Guttorm Schjelderup" userId="e0ac67c0-b505-4405-ab95-266cbfcd4586" providerId="ADAL" clId="{495AF721-4E66-5624-A6F1-D11890231467}" dt="2026-08-17T07:16:04.722" v="8162" actId="313"/>
          <ac:spMkLst>
            <pc:docMk/>
            <pc:sldMk cId="3270895504" sldId="580"/>
            <ac:spMk id="2" creationId="{424BE0F1-C79A-4DB3-2AF2-0766DFF28194}"/>
          </ac:spMkLst>
        </pc:spChg>
        <pc:spChg chg="mod">
          <ac:chgData name="Guttorm Schjelderup" userId="e0ac67c0-b505-4405-ab95-266cbfcd4586" providerId="ADAL" clId="{495AF721-4E66-5624-A6F1-D11890231467}" dt="2026-08-18T11:22:33.190" v="8529" actId="313"/>
          <ac:spMkLst>
            <pc:docMk/>
            <pc:sldMk cId="3270895504" sldId="580"/>
            <ac:spMk id="4" creationId="{815C463C-7AAD-2A04-A7B4-49DAE8448044}"/>
          </ac:spMkLst>
        </pc:spChg>
        <pc:spChg chg="mod">
          <ac:chgData name="Guttorm Schjelderup" userId="e0ac67c0-b505-4405-ab95-266cbfcd4586" providerId="ADAL" clId="{495AF721-4E66-5624-A6F1-D11890231467}" dt="2026-08-17T07:15:52.722" v="8160" actId="790"/>
          <ac:spMkLst>
            <pc:docMk/>
            <pc:sldMk cId="3270895504" sldId="580"/>
            <ac:spMk id="5" creationId="{9E2B66E1-A56C-07A3-C94A-ABAA666C5B4C}"/>
          </ac:spMkLst>
        </pc:spChg>
        <pc:picChg chg="add mod">
          <ac:chgData name="Guttorm Schjelderup" userId="e0ac67c0-b505-4405-ab95-266cbfcd4586" providerId="ADAL" clId="{495AF721-4E66-5624-A6F1-D11890231467}" dt="2026-08-17T07:14:12.263" v="7977"/>
          <ac:picMkLst>
            <pc:docMk/>
            <pc:sldMk cId="3270895504" sldId="580"/>
            <ac:picMk id="6" creationId="{085497F7-B862-5E51-DB93-E5CD244B0F4A}"/>
          </ac:picMkLst>
        </pc:picChg>
        <pc:picChg chg="add mod">
          <ac:chgData name="Guttorm Schjelderup" userId="e0ac67c0-b505-4405-ab95-266cbfcd4586" providerId="ADAL" clId="{495AF721-4E66-5624-A6F1-D11890231467}" dt="2026-08-17T07:15:58.769" v="8161" actId="1076"/>
          <ac:picMkLst>
            <pc:docMk/>
            <pc:sldMk cId="3270895504" sldId="580"/>
            <ac:picMk id="7" creationId="{582C4118-3A41-1B0C-CC0C-5EF853AE02E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35450" cy="333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37200" y="0"/>
            <a:ext cx="4237038" cy="333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F3E37-A230-46F1-A8E3-A0E97AF6D2AC}" type="datetimeFigureOut">
              <a:rPr lang="nb-NO" smtClean="0"/>
              <a:t>19.08.2026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4013" y="830263"/>
            <a:ext cx="3987800" cy="2243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77900" y="3198813"/>
            <a:ext cx="7820025" cy="26162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311900"/>
            <a:ext cx="4235450" cy="333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37200" y="6311900"/>
            <a:ext cx="4237038" cy="333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A3BB2-546A-4012-89E2-8DD70A568A2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74157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Del 1: oversikt over kurset. Del 2: Norge </a:t>
            </a:r>
            <a:r>
              <a:rPr lang="nb-NO" dirty="0" err="1"/>
              <a:t>vs</a:t>
            </a:r>
            <a:r>
              <a:rPr lang="nb-NO" dirty="0"/>
              <a:t> USA. Del 3: Formuesskatt og progresjon: Del 4: Avkastningen av realaktiva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A3BB2-546A-4012-89E2-8DD70A568A2A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30174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0AA6-FB05-4A99-A181-D1EF3D6981B4}" type="slidenum">
              <a:rPr lang="nb-NO" smtClean="0"/>
              <a:pPr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48690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A3BB2-546A-4012-89E2-8DD70A568A2A}" type="slidenum">
              <a:rPr lang="nb-NO" smtClean="0"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53071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A3BB2-546A-4012-89E2-8DD70A568A2A}" type="slidenum">
              <a:rPr lang="nb-NO" smtClean="0"/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69208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A3BB2-546A-4012-89E2-8DD70A568A2A}" type="slidenum">
              <a:rPr lang="nb-NO" smtClean="0"/>
              <a:t>21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81533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A3BB2-546A-4012-89E2-8DD70A568A2A}" type="slidenum">
              <a:rPr lang="nb-NO" smtClean="0"/>
              <a:t>28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37079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A3BB2-546A-4012-89E2-8DD70A568A2A}" type="slidenum">
              <a:rPr lang="nb-NO" smtClean="0"/>
              <a:t>31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00797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09FA54C-974D-4FAE-A5CF-B106153D4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F919F673-C168-4A18-AE13-DAC60E549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AC8BDC-29D9-4065-A312-1E8D6DC6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8A7F4D8-CE18-4B6F-97FA-1C7843CBF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E40E5A0-F4D5-427F-8FA0-45CE1EC7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24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F407244-7F5A-4C97-AF9A-2562EC49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06740BD-BE13-4D26-9FE6-B7253BCF0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06C8171-1761-4A7A-A6C3-111113E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5C96C5E-4EA4-4B77-8DF7-A4C2EB54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2DD55FC-8F06-418E-8440-6C54ACB03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64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4F88D81-4F62-47F4-9222-A3EBA1D79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2973336-24E9-4E13-B2C2-7A509DCA7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3B66245-5725-417E-AFB9-4C802538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B5EFFD3-B4D0-44A4-B38E-0CD6281B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F2D9B72-BC71-44C3-8F13-EE7371C1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363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3040FFE-20A5-48C8-BDDA-6D369884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60450BF-E753-436F-8EE6-DAAF4FE33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9781F19-429D-41F0-B476-9D9E04AB8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B8E01AE4-2ACB-48B3-9518-E7020A9E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F354784B-F1B4-4429-97E9-D54F0DC8D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A4BBDBB-1FD0-44C5-AE40-0A291F3D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61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DA62A4-1468-47C1-9C11-D018187F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578A239-CE88-4A07-A3ED-470641387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0C29081-24DD-4B68-B717-E6D6DB0B5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0D898A9E-F053-4AF6-927D-6D43B074A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4E3259ED-ECC4-46B8-846F-637798EE5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1D05B1D3-6D99-4D1D-ACAF-0B593CBD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0A25D353-06F8-4A4C-A306-4D439861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4E9B96B7-6B7B-4341-898F-AFD58CCD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81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83CD2F2-6847-4AB1-962D-76050596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308A01AF-B5AF-4491-8D9A-0ED780420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313CC696-52D4-4B00-9FCC-36CEF6FA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05427FA-465D-4916-8442-AA0BEBA9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8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FBF36278-CE16-4FBC-824F-BFACE3A21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D2407B9C-701B-4130-A87E-F0F231C5A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2CAA3606-AFAB-4400-AB4C-A1174B957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19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167B7E5-01C3-4CF4-828A-5CAD36A3C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2B81171-F76A-4AB6-B065-0D246955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391E4A8-64B1-4A4F-A11D-B2C87507C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8F94FB6-0886-4197-8460-4443F57D6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AD16851-9086-4902-A048-7AD583787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A157B20-A9B3-474C-9F2E-C1796347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9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ED88CA9-B538-4EA6-91C5-E141F55A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34959E2C-EF1E-4080-ADD8-2D061FD56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D69B9D8-57FC-42DD-8E4A-BC8C30569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5095268-B402-4BFE-B635-619C9E908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5D7762D6-D4D7-405C-AA5E-A76A163E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CEA7745-75B2-4075-A641-291BD218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8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7E8B76-79EF-4891-B886-7A08CCBC2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C146341C-06E7-4E63-9B71-D872B1111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2B60D43-5117-4D35-9F74-D2832F88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1146298-28BA-4876-ADA6-046338C7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01CB3D9-07E8-4008-AB7A-D66477DDE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0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56BAC0EA-F51F-4DBB-BBBB-B2498A78B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2F8E28F2-C659-4DBF-8336-9F0F22D7A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9CF69EB-40BB-4571-863D-AA39BEE3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2BF6C19-E3EE-432C-981C-08A7ABBC2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BD68581-53C3-45F2-8DD7-F65A3FD4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5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7A478-B3EF-43DE-BEA5-558FE1F3DBB9}" type="datetime1">
              <a:rPr lang="nb-NO" smtClean="0"/>
              <a:t>19.08.2026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14273" y="1796233"/>
            <a:ext cx="11363454" cy="4441124"/>
          </a:xfrm>
          <a:prstGeom prst="rect">
            <a:avLst/>
          </a:prstGeom>
        </p:spPr>
        <p:txBody>
          <a:bodyPr vert="horz"/>
          <a:lstStyle>
            <a:lvl1pPr marL="179579" indent="-179579">
              <a:buFont typeface="Arial" panose="020B0604020202020204" pitchFamily="34" charset="0"/>
              <a:buChar char="•"/>
              <a:defRPr sz="217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6025" indent="-164138">
              <a:buFont typeface="Arial" panose="020B0604020202020204" pitchFamily="34" charset="0"/>
              <a:buChar char="•"/>
              <a:defRPr sz="1814"/>
            </a:lvl2pPr>
            <a:lvl3pPr marL="570164" indent="-164138">
              <a:buFont typeface="Arial" panose="020B0604020202020204" pitchFamily="34" charset="0"/>
              <a:buChar char="•"/>
              <a:defRPr sz="1814"/>
            </a:lvl3pPr>
            <a:lvl4pPr marL="812052" indent="-164138">
              <a:buFont typeface="Arial" panose="020B0604020202020204" pitchFamily="34" charset="0"/>
              <a:buChar char="•"/>
              <a:defRPr sz="1814"/>
            </a:lvl4pPr>
            <a:lvl5pPr marL="1053939" indent="-241887">
              <a:buFont typeface="Arial" panose="020B0604020202020204" pitchFamily="34" charset="0"/>
              <a:buChar char="•"/>
              <a:defRPr sz="1814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0" name="Tittel 1"/>
          <p:cNvSpPr>
            <a:spLocks noGrp="1"/>
          </p:cNvSpPr>
          <p:nvPr>
            <p:ph type="title" hasCustomPrompt="1"/>
          </p:nvPr>
        </p:nvSpPr>
        <p:spPr>
          <a:xfrm>
            <a:off x="414273" y="424711"/>
            <a:ext cx="9992003" cy="1044970"/>
          </a:xfrm>
          <a:prstGeom prst="rect">
            <a:avLst/>
          </a:prstGeom>
        </p:spPr>
        <p:txBody>
          <a:bodyPr anchor="b" anchorCtr="0"/>
          <a:lstStyle>
            <a:lvl1pPr>
              <a:defRPr b="0"/>
            </a:lvl1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endParaRPr lang="nb-NO"/>
          </a:p>
        </p:txBody>
      </p:sp>
      <p:pic>
        <p:nvPicPr>
          <p:cNvPr id="11" name="Bilde 10" descr="nhh_logo_1f_positiv_blaa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577" y="447226"/>
            <a:ext cx="457150" cy="914349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78" y="6255663"/>
            <a:ext cx="2971698" cy="56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820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034D9-4D8D-55F0-DC12-A91360CB7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4890C-2AA3-7498-243F-1D0511FDB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07811-9396-8CEB-221E-82E5623D4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810CD-BF89-4434-94B0-9F5DA6030745}" type="datetime1">
              <a:rPr lang="nb-NO" smtClean="0"/>
              <a:t>19.08.2026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186F8-CBD4-9658-F2A6-B96D135FF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6426D-962E-EB6C-7B99-8F482BF2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35007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A4F42-EEA0-98E9-F1F1-74B944C0F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06279-37AE-11B2-2101-23C74C48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B5A38-2137-1983-1D98-3F65A91A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2DE18-725D-4F56-829C-FE7A892E112D}" type="datetime1">
              <a:rPr lang="nb-NO" smtClean="0"/>
              <a:t>19.08.2026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950ED-79B1-59F7-9593-57D0D25B3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7D67A-ECD1-5E84-80BA-348A3A512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12920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9098B-FDCB-0079-2A15-FE3B5E135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30793-EB67-ACBF-14B4-E1ADF08DF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E3D1F-99E6-D9D2-FA30-3A5F5A776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23983-9429-4E41-8603-28305A20F8D3}" type="datetime1">
              <a:rPr lang="nb-NO" smtClean="0"/>
              <a:t>19.08.2026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55257-7E00-8872-CB0F-B7F80CE4E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7F94-1572-2D2E-B5A7-905E7E655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18095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B8614-BF74-5050-9342-486137EE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7A0C3-D9BB-0D99-B7F6-3BD0BAE5A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2F7B6-EABD-0B79-3BF0-6A4436977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8D1C4-F91A-C2BE-4233-6F720ED27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4D22-117A-48F1-B9D1-8C5D238A613E}" type="datetime1">
              <a:rPr lang="nb-NO" smtClean="0"/>
              <a:t>19.08.2026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FB804-C946-3D3C-8D12-F3ADCDC5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6376C-C27E-A18D-C00D-4174F66BF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2354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F61A-0918-60E4-705C-A30FA2EEE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69DFE-7BD3-6C8C-72B9-AEED15D7E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1A472-DC7A-11EF-D915-0971BB356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4B697-0AE8-FC35-2949-62F354132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E9F4F-5940-ACE4-E5EC-39DBE4302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66EA39-950C-C7E1-D436-66C106E9D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A6A24-D9B8-4416-9B64-FEB80D1F9428}" type="datetime1">
              <a:rPr lang="nb-NO" smtClean="0"/>
              <a:t>19.08.2026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E2B9B2-80E3-E434-0734-0F0C3F2A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8C7E02-D190-27CF-413E-4494DB538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17615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5E483-B36C-84EC-4263-7FC25FEC9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9D251-6502-737A-E096-56A4CF0D0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B6E-8ABF-486B-9E56-AC79E1B3B33F}" type="datetime1">
              <a:rPr lang="nb-NO" smtClean="0"/>
              <a:t>19.08.2026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2FD1A1-C82A-D127-F4A2-5AE84988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00113-7F06-8E58-F66E-946B7DB25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404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EECDC2-3C33-61FE-2E08-1D251856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BBC0-54A2-4A1A-99D0-40105A26DD2F}" type="datetime1">
              <a:rPr lang="nb-NO" smtClean="0"/>
              <a:t>19.08.2026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3FBD4-2EF7-489C-39E9-6A943DF78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E7373-3C65-D026-AF95-AF7F0902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065929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21DAB-B8E6-E1B3-A0E9-510799A0D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544AA-3A9E-5E69-1CA5-F12D731D5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2C941-993B-19CB-EE3F-EB859F0AD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91244-8C24-3A04-F088-E70B95560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BBFC1-9765-4A25-B8D5-F9DAC75BBB8B}" type="datetime1">
              <a:rPr lang="nb-NO" smtClean="0"/>
              <a:t>19.08.2026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0918C-AC0B-CA68-22D2-EAE721622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2CBF4-7D23-0142-3D2F-CB1161E4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585727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5CDF8-1369-3181-60E2-46045366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1F4978-52EF-8001-5D32-28AE421ED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5695B-AFD5-C870-7A5B-74FE314D3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1C5F1-6AC7-983C-6DD5-FC2873DCE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7AACB-AF8E-4954-B802-0A2C44CC9B07}" type="datetime1">
              <a:rPr lang="nb-NO" smtClean="0"/>
              <a:t>19.08.2026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796BD-80B7-D90C-6748-6723F98E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04731-491B-A80D-69B1-DCF98C8F1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92397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9FE1C-6E70-F454-EBB4-9AC0BCBDA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04E35-B574-63E7-E8EA-3A9E76B48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84593-F6AD-F8F3-A395-91E2198C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D1F43-CA58-4DAA-ACFB-A483B70F214A}" type="datetime1">
              <a:rPr lang="nb-NO" smtClean="0"/>
              <a:t>19.08.2026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467AA-BDB0-9388-4863-B068087B8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ED734-CBDD-4CF9-67AD-120EAAD3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309695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858D67-D69B-F298-213E-ABBEC5217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C1EB7-C174-4A9D-0456-181D1CC02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769E4-AE2C-8A4C-5B45-971CB9226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7042-F89A-4962-A42F-795CEF23EAD3}" type="datetime1">
              <a:rPr lang="nb-NO" smtClean="0"/>
              <a:t>19.08.2026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2D3CB-A0F8-B570-B640-52E8011ED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64780-6428-2ED9-8DCB-13D22AFB9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59777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34C2A7C5-9D92-46F1-B3F9-21AAACFC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BC6ED2A-1149-476B-8B78-14F3ACC93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F88D9C5-5559-4AA2-8AF8-CC90568EF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E97ED-7B41-4EE9-9B68-10FD35DE1682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3536A32-4B33-43BF-B28B-CCE4187F5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B70FC16-3678-411B-97A2-9764CBE12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14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05881-AB7E-40D9-EB26-D82A66EFF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CECEA-EFC9-4E88-E4AA-7E9B74AC0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4BDBF-436E-CC4C-F4CC-F7EE2E0FB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2BA63-0397-4C7D-8EC5-E74B9B382095}" type="datetime1">
              <a:rPr lang="nb-NO" smtClean="0"/>
              <a:t>19.08.2026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ECB34-5F10-E4C7-22CD-C99394F90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C206D-7C78-1E52-61E4-9AD103871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04DD7-8F05-44CF-B2BD-836547C761A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664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g.no/nyheter/i/yEV9dr/stangs-skattemisforstaaelse" TargetMode="Externa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sb.no/inntekt-og-forbruk/artikler-og-publikasjoner/ulikheten-betydelig-storre-enn-statistikken-vise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75CC83C-9062-4828-A01A-55610590C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8400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FIE 432 </a:t>
            </a:r>
            <a:r>
              <a:rPr lang="en-US" sz="5800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Personlig</a:t>
            </a:r>
            <a:r>
              <a:rPr lang="en-US" sz="5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800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Økonomi</a:t>
            </a:r>
            <a:endParaRPr lang="en-US" sz="5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621CD9A-4E13-4030-96F4-A32C9F93F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256436"/>
            <a:ext cx="9144000" cy="160081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nb-NO" sz="2400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Professor Guttorm Schjelderup</a:t>
            </a:r>
            <a:endParaRPr lang="en-US" sz="2400" kern="1200">
              <a:solidFill>
                <a:schemeClr val="accent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159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11737"/>
    </mc:Choice>
    <mc:Fallback xmlns="">
      <p:transition spd="slow" advTm="1173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2</a:t>
            </a:fld>
            <a:endParaRPr lang="nb-NO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What is a good empirical research project?</a:t>
            </a:r>
          </a:p>
        </p:txBody>
      </p:sp>
      <p:pic>
        <p:nvPicPr>
          <p:cNvPr id="8" name="Taxes_Kid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359"/>
            <a:ext cx="12192000" cy="685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2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02D886F1-CB4A-4FC1-AAA7-9402B0D0D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762B7B97-C3EE-4AEE-A61F-AFA873FE2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013557" y="0"/>
            <a:ext cx="1017844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88CCB-B757-0542-9378-D7076E46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787" y="1635358"/>
            <a:ext cx="2752344" cy="2706624"/>
          </a:xfrm>
          <a:prstGeom prst="ellipse">
            <a:avLst/>
          </a:prstGeom>
          <a:solidFill>
            <a:schemeClr val="bg1"/>
          </a:solidFill>
          <a:ln w="174625" cmpd="thinThick"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600" b="1"/>
              <a:t>FIE 432 Personlig Økonomi</a:t>
            </a:r>
            <a:endParaRPr lang="nb-NO" sz="2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2942C-BC70-5E44-96A3-FD3225E8D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0" y="258418"/>
            <a:ext cx="8956813" cy="6354050"/>
          </a:xfrm>
        </p:spPr>
        <p:txBody>
          <a:bodyPr anchor="ctr">
            <a:normAutofit lnSpcReduction="10000"/>
          </a:bodyPr>
          <a:lstStyle/>
          <a:p>
            <a:endParaRPr lang="nb-NO" sz="3200" b="1" dirty="0">
              <a:solidFill>
                <a:schemeClr val="bg1"/>
              </a:solidFill>
            </a:endParaRPr>
          </a:p>
          <a:p>
            <a:endParaRPr lang="nb-NO" sz="3200" b="1" dirty="0">
              <a:solidFill>
                <a:schemeClr val="bg1"/>
              </a:solidFill>
            </a:endParaRPr>
          </a:p>
          <a:p>
            <a:r>
              <a:rPr lang="nb-NO" sz="3200" b="1" dirty="0">
                <a:solidFill>
                  <a:schemeClr val="bg1"/>
                </a:solidFill>
              </a:rPr>
              <a:t>Foreleser:</a:t>
            </a:r>
            <a:r>
              <a:rPr lang="nb-NO" sz="3200" dirty="0">
                <a:solidFill>
                  <a:schemeClr val="bg1"/>
                </a:solidFill>
              </a:rPr>
              <a:t> Guttorm Schjelderup (GS)</a:t>
            </a:r>
          </a:p>
          <a:p>
            <a:r>
              <a:rPr lang="nb-NO" sz="3200" dirty="0">
                <a:solidFill>
                  <a:schemeClr val="bg1"/>
                </a:solidFill>
              </a:rPr>
              <a:t>Gjesteforelesere: Ole Andreas Næss (OAN) og Hallgeir Kvadsheim. </a:t>
            </a:r>
          </a:p>
          <a:p>
            <a:r>
              <a:rPr lang="nb-NO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Forelesningstider</a:t>
            </a:r>
            <a:endParaRPr lang="nb-NO" sz="3200" dirty="0">
              <a:solidFill>
                <a:schemeClr val="bg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lvl="1"/>
            <a:r>
              <a:rPr lang="nb-NO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Onsdag 12:15-14:00 (</a:t>
            </a:r>
            <a:r>
              <a:rPr lang="nb-NO" sz="3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aud</a:t>
            </a:r>
            <a:r>
              <a:rPr lang="nb-NO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A)</a:t>
            </a:r>
          </a:p>
          <a:p>
            <a:pPr lvl="1"/>
            <a:r>
              <a:rPr lang="nb-NO" sz="32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F</a:t>
            </a:r>
            <a:r>
              <a:rPr lang="nb-NO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redag 10:15-12:00 (</a:t>
            </a:r>
            <a:r>
              <a:rPr lang="nb-NO" sz="3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aud</a:t>
            </a:r>
            <a:r>
              <a:rPr lang="nb-NO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A). </a:t>
            </a:r>
          </a:p>
          <a:p>
            <a:endParaRPr lang="nb-NO" sz="3000" dirty="0">
              <a:solidFill>
                <a:schemeClr val="bg1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nb-NO" sz="30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Forelesninger/pensum under moduler på Canvas</a:t>
            </a:r>
            <a:endParaRPr lang="nb-NO" sz="3000" dirty="0">
              <a:solidFill>
                <a:schemeClr val="bg1"/>
              </a:solidFill>
            </a:endParaRPr>
          </a:p>
          <a:p>
            <a:r>
              <a:rPr lang="nb-NO" sz="3000" dirty="0">
                <a:solidFill>
                  <a:schemeClr val="bg1"/>
                </a:solidFill>
              </a:rPr>
              <a:t>Skole-eksamen (4t): Multiple </a:t>
            </a:r>
            <a:r>
              <a:rPr lang="nb-NO" sz="3000" dirty="0" err="1">
                <a:solidFill>
                  <a:schemeClr val="bg1"/>
                </a:solidFill>
              </a:rPr>
              <a:t>choice</a:t>
            </a:r>
            <a:r>
              <a:rPr lang="nb-NO" sz="3000" dirty="0">
                <a:solidFill>
                  <a:schemeClr val="bg1"/>
                </a:solidFill>
              </a:rPr>
              <a:t>, karakterskala A-F. </a:t>
            </a:r>
          </a:p>
          <a:p>
            <a:r>
              <a:rPr lang="nb-NO" sz="3000" dirty="0">
                <a:solidFill>
                  <a:schemeClr val="bg1"/>
                </a:solidFill>
              </a:rPr>
              <a:t>Forelesningene filmes ikke</a:t>
            </a:r>
          </a:p>
          <a:p>
            <a:endParaRPr lang="nb-NO" sz="3300" dirty="0">
              <a:solidFill>
                <a:schemeClr val="bg1"/>
              </a:solidFill>
            </a:endParaRPr>
          </a:p>
          <a:p>
            <a:endParaRPr lang="nb-NO" sz="33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nb-NO" sz="19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5494C-0E83-E346-A65D-2CFFFB381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A26F5E2-C103-4AFC-9829-414518DF0720}" type="slidenum">
              <a:rPr lang="nb-NO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3</a:t>
            </a:fld>
            <a:endParaRPr lang="nb-NO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0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082"/>
    </mc:Choice>
    <mc:Fallback xmlns="">
      <p:transition spd="slow" advTm="3608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1147" y="365760"/>
            <a:ext cx="7569706" cy="1288238"/>
          </a:xfrm>
        </p:spPr>
        <p:txBody>
          <a:bodyPr anchor="ctr">
            <a:normAutofit/>
          </a:bodyPr>
          <a:lstStyle/>
          <a:p>
            <a:pPr algn="ctr"/>
            <a:r>
              <a:rPr lang="nb-NO"/>
              <a:t>Jobbrelevans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5596" y="1653997"/>
            <a:ext cx="9728117" cy="4171069"/>
          </a:xfrm>
        </p:spPr>
        <p:txBody>
          <a:bodyPr anchor="t">
            <a:noAutofit/>
          </a:bodyPr>
          <a:lstStyle/>
          <a:p>
            <a:r>
              <a:rPr lang="nb-NO" dirty="0"/>
              <a:t>Kurset er svært relevant for jobb hos</a:t>
            </a:r>
          </a:p>
          <a:p>
            <a:pPr lvl="1"/>
            <a:r>
              <a:rPr lang="nb-NO" sz="2800" dirty="0"/>
              <a:t> De 4 store revisjonsselskapene</a:t>
            </a:r>
          </a:p>
          <a:p>
            <a:pPr lvl="1"/>
            <a:r>
              <a:rPr lang="nb-NO" sz="2800" dirty="0"/>
              <a:t>Konsulentselskaper</a:t>
            </a:r>
          </a:p>
          <a:p>
            <a:pPr lvl="1"/>
            <a:r>
              <a:rPr lang="nb-NO" sz="2800" dirty="0"/>
              <a:t>Finansdepartementet</a:t>
            </a:r>
          </a:p>
          <a:p>
            <a:pPr lvl="1"/>
            <a:r>
              <a:rPr lang="nb-NO" sz="2800" dirty="0"/>
              <a:t>Skattedirektoratet/Norges Bank</a:t>
            </a:r>
          </a:p>
          <a:p>
            <a:pPr lvl="1"/>
            <a:r>
              <a:rPr lang="nb-NO" sz="2800" dirty="0"/>
              <a:t>Finansielle institusjoner </a:t>
            </a:r>
          </a:p>
          <a:p>
            <a:endParaRPr lang="nb-NO" dirty="0"/>
          </a:p>
          <a:p>
            <a:r>
              <a:rPr lang="nb-NO" dirty="0"/>
              <a:t>Kurset har vist seg svært nyttig på jobbintervju  fordi kurset</a:t>
            </a:r>
          </a:p>
          <a:p>
            <a:pPr marL="0" indent="0">
              <a:buNone/>
            </a:pPr>
            <a:r>
              <a:rPr lang="nb-NO" dirty="0"/>
              <a:t> gir bred innsikt i hvordan det norske skattesystemet fungerer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63713" y="6108192"/>
            <a:ext cx="548640" cy="548640"/>
          </a:xfrm>
          <a:prstGeom prst="ellipse">
            <a:avLst/>
          </a:prstGeom>
          <a:solidFill>
            <a:srgbClr val="808080"/>
          </a:solidFill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5A26F5E2-C103-4AFC-9829-414518DF0720}" type="slidenum">
              <a:rPr lang="nb-NO" sz="1500">
                <a:solidFill>
                  <a:srgbClr val="FFFFFF"/>
                </a:solidFill>
              </a:rPr>
              <a:pPr algn="ctr">
                <a:spcAft>
                  <a:spcPts val="600"/>
                </a:spcAft>
              </a:pPr>
              <a:t>4</a:t>
            </a:fld>
            <a:endParaRPr lang="nb-NO" sz="15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768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28897"/>
    </mc:Choice>
    <mc:Fallback xmlns="">
      <p:transition spd="slow" advTm="2889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93954-66AD-7C60-E383-7FCD4A697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465"/>
            <a:ext cx="10515600" cy="747683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FF0000"/>
                </a:solidFill>
              </a:rPr>
              <a:t>Hva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kan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dere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etter</a:t>
            </a:r>
            <a:r>
              <a:rPr lang="en-US" sz="3600" b="1" dirty="0">
                <a:solidFill>
                  <a:srgbClr val="FF0000"/>
                </a:solidFill>
              </a:rPr>
              <a:t> 5 </a:t>
            </a:r>
            <a:r>
              <a:rPr lang="en-US" sz="3600" b="1" dirty="0" err="1">
                <a:solidFill>
                  <a:srgbClr val="FF0000"/>
                </a:solidFill>
              </a:rPr>
              <a:t>år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på</a:t>
            </a:r>
            <a:r>
              <a:rPr lang="en-US" sz="3600" b="1" dirty="0">
                <a:solidFill>
                  <a:srgbClr val="FF0000"/>
                </a:solidFill>
              </a:rPr>
              <a:t> NHH?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8A3AC-2176-828E-933B-F3EC08EF8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0060"/>
            <a:ext cx="10515600" cy="5046903"/>
          </a:xfrm>
        </p:spPr>
        <p:txBody>
          <a:bodyPr>
            <a:normAutofit/>
          </a:bodyPr>
          <a:lstStyle/>
          <a:p>
            <a:r>
              <a:rPr lang="nb-NO" dirty="0"/>
              <a:t>Vet dere hvordan man beregner skattepliktig utbytte for personlig aksjonær (og hva er en personlig aksjonær?)</a:t>
            </a:r>
          </a:p>
          <a:p>
            <a:pPr marL="0" indent="0">
              <a:buNone/>
            </a:pPr>
            <a:endParaRPr lang="nb-NO" dirty="0"/>
          </a:p>
          <a:p>
            <a:r>
              <a:rPr lang="nb-NO" dirty="0"/>
              <a:t>Hva er Aksjonærmodellen og Fritaksmetoden? </a:t>
            </a:r>
          </a:p>
          <a:p>
            <a:pPr marL="0" indent="0">
              <a:buNone/>
            </a:pPr>
            <a:endParaRPr lang="nb-NO" dirty="0"/>
          </a:p>
          <a:p>
            <a:r>
              <a:rPr lang="nb-NO" dirty="0"/>
              <a:t>Hva er eierskatt og hva er trinnskatt?</a:t>
            </a:r>
          </a:p>
          <a:p>
            <a:endParaRPr lang="nb-NO" dirty="0"/>
          </a:p>
          <a:p>
            <a:r>
              <a:rPr lang="nb-NO" dirty="0"/>
              <a:t>Hva skjer med skatten på utbytte når trinnskatten endres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b="1" dirty="0"/>
              <a:t>Svarene på slike spørsmål får dere i dette kurset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42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C2D8D-89FE-A96F-A507-CD092CAF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320"/>
          </a:xfrm>
        </p:spPr>
        <p:txBody>
          <a:bodyPr>
            <a:normAutofit/>
          </a:bodyPr>
          <a:lstStyle/>
          <a:p>
            <a:r>
              <a:rPr lang="en-US" sz="4000" dirty="0" err="1"/>
              <a:t>Lærepunkt</a:t>
            </a:r>
            <a:r>
              <a:rPr lang="en-US" sz="4000" dirty="0"/>
              <a:t> </a:t>
            </a:r>
            <a:r>
              <a:rPr lang="en-US" sz="4000" dirty="0" err="1"/>
              <a:t>i</a:t>
            </a:r>
            <a:r>
              <a:rPr lang="en-US" sz="4000" dirty="0"/>
              <a:t> </a:t>
            </a:r>
            <a:r>
              <a:rPr lang="en-US" sz="4000" dirty="0" err="1"/>
              <a:t>dette</a:t>
            </a:r>
            <a:r>
              <a:rPr lang="en-US" sz="4000" dirty="0"/>
              <a:t> </a:t>
            </a:r>
            <a:r>
              <a:rPr lang="en-US" sz="4000" dirty="0" err="1"/>
              <a:t>kurset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EF43D-5859-9251-8FD9-E5EF01D76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589"/>
            <a:ext cx="10515600" cy="4874374"/>
          </a:xfrm>
        </p:spPr>
        <p:txBody>
          <a:bodyPr/>
          <a:lstStyle/>
          <a:p>
            <a:r>
              <a:rPr lang="nb-NO"/>
              <a:t>Vi investerer der hvor avkastningen etter skatt</a:t>
            </a:r>
            <a:r>
              <a:rPr lang="nb-NO" b="1"/>
              <a:t> </a:t>
            </a:r>
            <a:r>
              <a:rPr lang="nb-NO"/>
              <a:t>er høyest</a:t>
            </a:r>
          </a:p>
          <a:p>
            <a:endParaRPr lang="nb-NO"/>
          </a:p>
          <a:p>
            <a:r>
              <a:rPr lang="nb-NO"/>
              <a:t>En investering, som gir høy avkastning etter skatt, kan ha </a:t>
            </a:r>
            <a:r>
              <a:rPr lang="nb-NO" i="1"/>
              <a:t>lav avkastning før skatt</a:t>
            </a:r>
            <a:r>
              <a:rPr lang="nb-NO"/>
              <a:t>. </a:t>
            </a:r>
            <a:endParaRPr lang="en-US"/>
          </a:p>
          <a:p>
            <a:endParaRPr lang="nb-NO"/>
          </a:p>
          <a:p>
            <a:r>
              <a:rPr lang="nb-NO"/>
              <a:t>Vi investere ikke til samfunnets beste som er å investere der avkastningen er høyest før skatt</a:t>
            </a:r>
          </a:p>
          <a:p>
            <a:endParaRPr lang="nb-NO"/>
          </a:p>
          <a:p>
            <a:r>
              <a:rPr lang="nb-NO"/>
              <a:t>Vi investerer for vårt eget beste!</a:t>
            </a:r>
          </a:p>
          <a:p>
            <a:pPr marL="0" indent="0">
              <a:buNone/>
            </a:pP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15740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A9711-AD20-FFF6-68B1-BD754C6D3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941"/>
            <a:ext cx="10515600" cy="1325563"/>
          </a:xfrm>
        </p:spPr>
        <p:txBody>
          <a:bodyPr/>
          <a:lstStyle/>
          <a:p>
            <a:r>
              <a:rPr lang="nb-NO" b="1" dirty="0"/>
              <a:t>Om eksamen og kursgodkjenning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48667-BD81-134B-DBE2-3AD0ECC99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137" y="1324708"/>
            <a:ext cx="11516751" cy="4852255"/>
          </a:xfrm>
        </p:spPr>
        <p:txBody>
          <a:bodyPr>
            <a:normAutofit/>
          </a:bodyPr>
          <a:lstStyle/>
          <a:p>
            <a:r>
              <a:rPr lang="nb-NO" sz="3200" dirty="0"/>
              <a:t>Kursgodkjenning skjer ved en multiple </a:t>
            </a:r>
            <a:r>
              <a:rPr lang="nb-NO" sz="3200" dirty="0" err="1"/>
              <a:t>choice</a:t>
            </a:r>
            <a:r>
              <a:rPr lang="nb-NO" sz="3200" dirty="0"/>
              <a:t> prøve </a:t>
            </a:r>
          </a:p>
          <a:p>
            <a:pPr lvl="1"/>
            <a:r>
              <a:rPr lang="nb-NO" sz="2800" dirty="0"/>
              <a:t> Bestått hvis rett svar på 17 av 20 spørsmål. </a:t>
            </a:r>
          </a:p>
          <a:p>
            <a:pPr lvl="1"/>
            <a:r>
              <a:rPr lang="nb-NO" sz="2800" dirty="0"/>
              <a:t>Tre forsøk og testen tas over en 2-3 ukers periode. </a:t>
            </a:r>
          </a:p>
          <a:p>
            <a:pPr lvl="1"/>
            <a:r>
              <a:rPr lang="nb-NO" sz="2800" dirty="0"/>
              <a:t>Dere kan samarbeide om løsning, men må levere individuelt. </a:t>
            </a:r>
          </a:p>
          <a:p>
            <a:endParaRPr lang="nb-NO" sz="3200" dirty="0"/>
          </a:p>
          <a:p>
            <a:r>
              <a:rPr lang="nb-NO" sz="3200" dirty="0"/>
              <a:t>Siste frist for å ta testen samsvarer med siste frist for oppmelding til eksamen. De som glemmer testen får ikke nytt forsøk.</a:t>
            </a:r>
          </a:p>
          <a:p>
            <a:endParaRPr lang="nb-NO" sz="3200" dirty="0"/>
          </a:p>
          <a:p>
            <a:r>
              <a:rPr lang="nb-NO" sz="3200" dirty="0"/>
              <a:t>Eksamen er multiple </a:t>
            </a:r>
            <a:r>
              <a:rPr lang="nb-NO" sz="3200" dirty="0" err="1"/>
              <a:t>choice</a:t>
            </a:r>
            <a:r>
              <a:rPr lang="nb-NO" sz="3200" dirty="0"/>
              <a:t> i </a:t>
            </a:r>
            <a:r>
              <a:rPr lang="nb-NO" sz="3200" dirty="0" err="1"/>
              <a:t>Wiseflow</a:t>
            </a:r>
            <a:r>
              <a:rPr lang="nb-NO" sz="3200" dirty="0"/>
              <a:t> i klasserom på NHH.</a:t>
            </a:r>
          </a:p>
        </p:txBody>
      </p:sp>
    </p:spTree>
    <p:extLst>
      <p:ext uri="{BB962C8B-B14F-4D97-AF65-F5344CB8AC3E}">
        <p14:creationId xmlns:p14="http://schemas.microsoft.com/office/powerpoint/2010/main" val="40126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EDF70D-AA16-BA31-9F12-08390A96EC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9975" y="261258"/>
                <a:ext cx="11661091" cy="630090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nb-NO" dirty="0"/>
                  <a:t>OM EKSAMEN: MC-eksamen kan ikke ha positiv forventet poengscore av å gjette på svar, derfor minuspoeng for feil svar. </a:t>
                </a:r>
              </a:p>
              <a:p>
                <a:endParaRPr lang="nb-NO" dirty="0"/>
              </a:p>
              <a:p>
                <a:r>
                  <a:rPr lang="nb-NO" dirty="0"/>
                  <a:t>La R= rett svar og </a:t>
                </a:r>
                <a:r>
                  <a:rPr lang="nb-NO" dirty="0">
                    <a:solidFill>
                      <a:srgbClr val="FF0000"/>
                    </a:solidFill>
                  </a:rPr>
                  <a:t>F</a:t>
                </a:r>
                <a:r>
                  <a:rPr lang="nb-NO" dirty="0"/>
                  <a:t>= feil svar. Eksamen har 4 svar-alternativer hvor kun ett er riktig:</a:t>
                </a:r>
              </a:p>
              <a:p>
                <a:endParaRPr lang="nb-NO" dirty="0"/>
              </a:p>
              <a:p>
                <a:pPr marL="0" indent="0" algn="ctr">
                  <a:buNone/>
                </a:pP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𝐺𝑗𝑒𝑡𝑡𝑒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lvl="1"/>
                <a:endParaRPr lang="en-US" dirty="0"/>
              </a:p>
              <a:p>
                <a:r>
                  <a:rPr lang="nb-NO" b="0" noProof="0" dirty="0"/>
                  <a:t>Hvis </a:t>
                </a:r>
                <a:r>
                  <a:rPr lang="nb-NO" b="1" noProof="0" dirty="0">
                    <a:solidFill>
                      <a:srgbClr val="0070C0"/>
                    </a:solidFill>
                  </a:rPr>
                  <a:t>3</a:t>
                </a:r>
                <a:r>
                  <a:rPr lang="nb-NO" b="0" noProof="0" dirty="0"/>
                  <a:t> poeng for riktig svar, er det -1 poeng for feil svar: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nb-NO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nb-NO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nb-NO" b="0" noProof="0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𝐺𝑗𝑒𝑡𝑡𝑒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nb-N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(−1)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nb-NO" b="0" noProof="0" dirty="0"/>
              </a:p>
              <a:p>
                <a:r>
                  <a:rPr lang="nb-NO" dirty="0"/>
                  <a:t>Gis det 6 poeng for riktig svar må det gis -2 poeng for feil svar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𝐺𝑗𝑒𝑡𝑡𝑒</m:t>
                        </m:r>
                      </m:e>
                    </m:d>
                    <m:r>
                      <a:rPr lang="nb-NO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nb-NO" dirty="0"/>
                  <a:t>. </a:t>
                </a:r>
              </a:p>
              <a:p>
                <a:endParaRPr lang="nb-NO" dirty="0"/>
              </a:p>
              <a:p>
                <a:r>
                  <a:rPr lang="nb-NO" b="1" dirty="0"/>
                  <a:t>Du kan droppe å svare på spørsmål du ikke vet svaret på. </a:t>
                </a:r>
                <a:endParaRPr lang="nb-NO" b="1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EDF70D-AA16-BA31-9F12-08390A96EC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9975" y="261258"/>
                <a:ext cx="11661091" cy="6300908"/>
              </a:xfrm>
              <a:blipFill>
                <a:blip r:embed="rId2"/>
                <a:stretch>
                  <a:fillRect l="-871" t="-2414" r="-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8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3206CB-1430-989F-19CA-E8F544065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8084"/>
            <a:ext cx="9169400" cy="682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726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342E76-D286-069E-92D2-0AB07AFB2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560" y="0"/>
            <a:ext cx="68508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27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C73CE-902C-4A63-4FB1-D93E3F2FA64F}"/>
              </a:ext>
            </a:extLst>
          </p:cNvPr>
          <p:cNvSpPr txBox="1"/>
          <p:nvPr/>
        </p:nvSpPr>
        <p:spPr>
          <a:xfrm>
            <a:off x="182880" y="342900"/>
            <a:ext cx="5692140" cy="587487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b-NO" sz="32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Det kan være sant selv om det står i avisen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Lobbygrupper, media og politikere fremmer ofte synspunkter i media som er uriktige.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nb-NO" sz="32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nb-NO" sz="3200" b="1" dirty="0"/>
              <a:t>I fortsettelsen av denne forelesningen skal vi få en smakebit av politisk debatt og skatteregler.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 descr="A red and white triangle sign with a black exclamation mark&#10;&#10;AI-generated content may be incorrect.">
            <a:extLst>
              <a:ext uri="{FF2B5EF4-FFF2-40B4-BE49-F238E27FC236}">
                <a16:creationId xmlns:a16="http://schemas.microsoft.com/office/drawing/2014/main" id="{3E81DF2C-7EC2-9C84-5F2F-12B0C236F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472" y="426469"/>
            <a:ext cx="4797056" cy="32741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E140ED-BCFA-9EF7-AD1D-DC0E8E8C67D5}"/>
              </a:ext>
            </a:extLst>
          </p:cNvPr>
          <p:cNvSpPr txBox="1"/>
          <p:nvPr/>
        </p:nvSpPr>
        <p:spPr>
          <a:xfrm>
            <a:off x="6461760" y="3883529"/>
            <a:ext cx="5730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HVILKE MENINGER VI HAR OM SKATTER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ER OFTE FARGET AV POLITISKE OPPFATNINGER SNARERE ENN FAG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24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77B614-BDC2-E9C0-A724-85E6B3E4B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804DD7-8F05-44CF-B2BD-836547C761A8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3631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BE0F1-C79A-4DB3-2AF2-0766DFF2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noProof="0" dirty="0"/>
              <a:t>Næringslivspressen publiserer ofte kampanjejournalistikk for å fremme enkeltsaker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5497F7-B862-5E51-DB93-E5CD244B0F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98190" y="1825625"/>
            <a:ext cx="4261619" cy="4351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C463C-7AAD-2A04-A7B4-49DAE84480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nb-NO" noProof="0" dirty="0"/>
              <a:t>DN forteller ikke leseren at </a:t>
            </a:r>
            <a:r>
              <a:rPr lang="nb-NO" noProof="0" dirty="0" err="1"/>
              <a:t>ca</a:t>
            </a:r>
            <a:r>
              <a:rPr lang="nb-NO" noProof="0" dirty="0"/>
              <a:t> halvparten av alle selskap i Norge er eid av utlendinger spesielt svensker og dansker men også amerikanere. </a:t>
            </a:r>
            <a:endParaRPr lang="nb-NO" dirty="0"/>
          </a:p>
          <a:p>
            <a:r>
              <a:rPr lang="nb-NO" dirty="0"/>
              <a:t>Ønsker vi ikke utenlandsk eierskap av bedrifter lokalisert i Norge, eller er dette oppslaget en del av kampanjen mot formuesskatt og utflytting</a:t>
            </a:r>
            <a:endParaRPr lang="nb-NO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B66E1-A56C-07A3-C94A-ABAA666C5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noProof="0" smtClean="0"/>
              <a:t>12</a:t>
            </a:fld>
            <a:endParaRPr lang="nb-NO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2C4118-3A41-1B0C-CC0C-5EF853AE0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49" y="1865842"/>
            <a:ext cx="1130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895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232C0F-08AC-D566-4A65-F053D50D3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89" y="145106"/>
            <a:ext cx="11346063" cy="40865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49EDC2-99B4-35B2-CD30-61175EE35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238" y="4410635"/>
            <a:ext cx="5452680" cy="24473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A23327-E712-A796-B578-2301E49FD56E}"/>
              </a:ext>
            </a:extLst>
          </p:cNvPr>
          <p:cNvSpPr txBox="1"/>
          <p:nvPr/>
        </p:nvSpPr>
        <p:spPr>
          <a:xfrm>
            <a:off x="6061978" y="46652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/>
              <a:t>Onsdag 20. november 2024</a:t>
            </a:r>
          </a:p>
        </p:txBody>
      </p:sp>
    </p:spTree>
    <p:extLst>
      <p:ext uri="{BB962C8B-B14F-4D97-AF65-F5344CB8AC3E}">
        <p14:creationId xmlns:p14="http://schemas.microsoft.com/office/powerpoint/2010/main" val="1448206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6EB86-35E3-3865-F625-F8C746743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078736-99D1-858A-C28D-E1A4CA5B2536}"/>
              </a:ext>
            </a:extLst>
          </p:cNvPr>
          <p:cNvSpPr txBox="1"/>
          <p:nvPr/>
        </p:nvSpPr>
        <p:spPr>
          <a:xfrm>
            <a:off x="138735" y="170767"/>
            <a:ext cx="1182649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600" dirty="0"/>
              <a:t>«</a:t>
            </a:r>
            <a:r>
              <a:rPr lang="nb-NO" sz="2600" i="1" dirty="0"/>
              <a:t>Hvis mitt norske selskap </a:t>
            </a:r>
            <a:r>
              <a:rPr lang="nb-NO" sz="2600" i="1" dirty="0" err="1"/>
              <a:t>Abonera</a:t>
            </a:r>
            <a:r>
              <a:rPr lang="nb-NO" sz="2600" i="1" dirty="0"/>
              <a:t> skulle få inn investorer som betalte ti millioner for 10 prosent av aksjene </a:t>
            </a:r>
            <a:r>
              <a:rPr lang="nb-NO" sz="2600" i="1" dirty="0">
                <a:solidFill>
                  <a:srgbClr val="FF0000"/>
                </a:solidFill>
              </a:rPr>
              <a:t>basert på en verdsettelse på 100 millioner </a:t>
            </a:r>
            <a:r>
              <a:rPr lang="nb-NO" sz="2600" i="1" dirty="0"/>
              <a:t>– måtte jeg personlig betalt nesten</a:t>
            </a:r>
            <a:r>
              <a:rPr lang="nb-NO" sz="2600" i="1" dirty="0">
                <a:solidFill>
                  <a:srgbClr val="FF0000"/>
                </a:solidFill>
              </a:rPr>
              <a:t> en halv million kroner i formuesskatt</a:t>
            </a:r>
            <a:r>
              <a:rPr lang="nb-NO" sz="2600" i="1" dirty="0"/>
              <a:t> om jeg eide 50 prosent av aksjene</a:t>
            </a:r>
            <a:r>
              <a:rPr lang="nb-NO" sz="2600" dirty="0"/>
              <a:t>.»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1409EF-7FEA-FD10-4B5E-E06B07C66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677" y="1461034"/>
            <a:ext cx="4096867" cy="1841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14D75A-2CCB-D3EC-551C-B98D9A16813B}"/>
              </a:ext>
            </a:extLst>
          </p:cNvPr>
          <p:cNvSpPr txBox="1"/>
          <p:nvPr/>
        </p:nvSpPr>
        <p:spPr>
          <a:xfrm>
            <a:off x="6379785" y="2831837"/>
            <a:ext cx="459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VG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63E00C-FD9A-39BD-DE37-3ADDA11089F8}"/>
              </a:ext>
            </a:extLst>
          </p:cNvPr>
          <p:cNvSpPr txBox="1"/>
          <p:nvPr/>
        </p:nvSpPr>
        <p:spPr>
          <a:xfrm>
            <a:off x="211015" y="3299791"/>
            <a:ext cx="1154555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 b="1" dirty="0"/>
              <a:t>Regnestykket til Anine er slik:</a:t>
            </a:r>
          </a:p>
          <a:p>
            <a:r>
              <a:rPr lang="nb-NO" sz="2800" dirty="0"/>
              <a:t>Investoren eier 10% av 100 mill.  Anine eier 50% av 90 mill. </a:t>
            </a:r>
            <a:r>
              <a:rPr lang="nb-NO" sz="2800" dirty="0" err="1"/>
              <a:t>dvs</a:t>
            </a:r>
            <a:r>
              <a:rPr lang="nb-NO" sz="2800" dirty="0"/>
              <a:t> 45 mill. </a:t>
            </a:r>
          </a:p>
          <a:p>
            <a:endParaRPr lang="nb-NO" sz="2800" dirty="0"/>
          </a:p>
          <a:p>
            <a:r>
              <a:rPr lang="nb-NO" sz="2800" dirty="0"/>
              <a:t>Hennes formuesskatt blir: 45 mill.*1,1% = kr 495 000</a:t>
            </a:r>
          </a:p>
          <a:p>
            <a:endParaRPr lang="nb-NO" sz="2800" dirty="0"/>
          </a:p>
          <a:p>
            <a:r>
              <a:rPr lang="nb-NO" sz="2800" dirty="0"/>
              <a:t>Merk: Formuesskattesatsen er 1,1% for formue over 20 millioner og 1% for formue under 20 millioner. Det gis bunnfradrag på 1,7 millioner</a:t>
            </a:r>
          </a:p>
        </p:txBody>
      </p:sp>
    </p:spTree>
    <p:extLst>
      <p:ext uri="{BB962C8B-B14F-4D97-AF65-F5344CB8AC3E}">
        <p14:creationId xmlns:p14="http://schemas.microsoft.com/office/powerpoint/2010/main" val="304244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11434-558B-BC03-9689-C6C9A684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69" y="-88110"/>
            <a:ext cx="10515600" cy="1325563"/>
          </a:xfrm>
        </p:spPr>
        <p:txBody>
          <a:bodyPr>
            <a:normAutofit/>
          </a:bodyPr>
          <a:lstStyle/>
          <a:p>
            <a:r>
              <a:rPr lang="nb-NO" sz="3600" dirty="0"/>
              <a:t>Hva er feil ved Anines beregning av formuesskatten?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E650E-E598-8017-EA84-0202FB064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37" y="1134035"/>
            <a:ext cx="11614639" cy="5042928"/>
          </a:xfrm>
        </p:spPr>
        <p:txBody>
          <a:bodyPr>
            <a:normAutofit/>
          </a:bodyPr>
          <a:lstStyle/>
          <a:p>
            <a:r>
              <a:rPr lang="nb-NO" dirty="0"/>
              <a:t>Hun forutsetter at formuesverdien av selskapet er markedsverdien dvs. 100 mill. slik den ville vært om selskapet var børsnotert.</a:t>
            </a:r>
          </a:p>
          <a:p>
            <a:endParaRPr lang="nb-NO" dirty="0"/>
          </a:p>
          <a:p>
            <a:pPr>
              <a:buFont typeface="Calibri" panose="020F0502020204030204" pitchFamily="34" charset="0"/>
              <a:buChar char="→"/>
            </a:pPr>
            <a:r>
              <a:rPr lang="nb-NO" dirty="0"/>
              <a:t> Anines selskap er </a:t>
            </a:r>
            <a:r>
              <a:rPr lang="nb-NO" i="1" dirty="0"/>
              <a:t>et ikke-børsnotert selskap men et unotert selskap</a:t>
            </a:r>
          </a:p>
          <a:p>
            <a:pPr>
              <a:buFont typeface="Calibri" panose="020F0502020204030204" pitchFamily="34" charset="0"/>
              <a:buChar char="→"/>
            </a:pPr>
            <a:r>
              <a:rPr lang="nb-NO" i="1" dirty="0"/>
              <a:t> </a:t>
            </a:r>
            <a:r>
              <a:rPr lang="nb-NO" dirty="0"/>
              <a:t>Ikke-børsnoterte selskaper verdsettes etter bokført verdi (aktiva – gjeld): </a:t>
            </a:r>
          </a:p>
          <a:p>
            <a:pPr lvl="1"/>
            <a:r>
              <a:rPr lang="nb-NO" sz="2800" dirty="0"/>
              <a:t>Aktiva (10 mill. i innskudd) – gjeld (0)= 10 mill.</a:t>
            </a:r>
          </a:p>
          <a:p>
            <a:pPr lvl="1"/>
            <a:r>
              <a:rPr lang="nb-NO" sz="2800" dirty="0"/>
              <a:t>Anine eier 45% av 10 millioner ikke 45% av 100 millioner.!</a:t>
            </a:r>
          </a:p>
          <a:p>
            <a:endParaRPr lang="nb-NO" dirty="0"/>
          </a:p>
          <a:p>
            <a:r>
              <a:rPr lang="nb-NO" dirty="0"/>
              <a:t>Og hun har ikke tatt hensyn til aksjerabatten eller bunnfradrag!</a:t>
            </a:r>
          </a:p>
        </p:txBody>
      </p:sp>
    </p:spTree>
    <p:extLst>
      <p:ext uri="{BB962C8B-B14F-4D97-AF65-F5344CB8AC3E}">
        <p14:creationId xmlns:p14="http://schemas.microsoft.com/office/powerpoint/2010/main" val="284944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6D0EF-66B4-E73C-710E-3E62F656C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25506"/>
            <a:ext cx="11775141" cy="605145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nb-NO" sz="3000" dirty="0"/>
          </a:p>
          <a:p>
            <a:endParaRPr lang="nb-NO" sz="3000" dirty="0"/>
          </a:p>
          <a:p>
            <a:r>
              <a:rPr lang="nb-NO" sz="3000" dirty="0"/>
              <a:t>Formuesskatten blir: (4,5 mill.*(100% - 20%) - 1,7 mill.)*1% = 19 000 kr</a:t>
            </a:r>
          </a:p>
          <a:p>
            <a:endParaRPr lang="nb-NO" sz="3000" b="1" dirty="0">
              <a:solidFill>
                <a:srgbClr val="FF0000"/>
              </a:solidFill>
            </a:endParaRPr>
          </a:p>
          <a:p>
            <a:r>
              <a:rPr lang="nb-NO" sz="3000" b="1" dirty="0">
                <a:solidFill>
                  <a:srgbClr val="FF0000"/>
                </a:solidFill>
              </a:rPr>
              <a:t>Fra 500 000 i formueskatt til 19 000! </a:t>
            </a:r>
          </a:p>
          <a:p>
            <a:endParaRPr lang="nb-NO" sz="3000" dirty="0"/>
          </a:p>
          <a:p>
            <a:r>
              <a:rPr lang="nb-NO" sz="3000" dirty="0"/>
              <a:t>Anines oppslag ble brukt av i valgkampen for å synliggjøre hvor skadelig formuesskatten var for grundere.</a:t>
            </a:r>
          </a:p>
          <a:p>
            <a:endParaRPr lang="nb-NO" sz="3000" dirty="0"/>
          </a:p>
          <a:p>
            <a:r>
              <a:rPr lang="nb-NO" sz="3000" dirty="0"/>
              <a:t>En grunder skrev innlegg i VG og avdekket hva sannheten var og Stang la seg flat: </a:t>
            </a:r>
            <a:r>
              <a:rPr lang="nb-NO" sz="3000" dirty="0">
                <a:hlinkClick r:id="rId2"/>
              </a:rPr>
              <a:t>https://www.vg.no/nyheter/i/yEV9dr/stangs-skattemisforstaaelse</a:t>
            </a:r>
            <a:endParaRPr lang="nb-NO" sz="3000" dirty="0"/>
          </a:p>
          <a:p>
            <a:pPr marL="0" indent="0">
              <a:buNone/>
            </a:pPr>
            <a:r>
              <a:rPr lang="nb-NO" sz="3000" dirty="0"/>
              <a:t> </a:t>
            </a:r>
          </a:p>
          <a:p>
            <a:endParaRPr lang="nb-NO" dirty="0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2C559B0A-1F33-481C-B48A-6304CAFD1C01}"/>
              </a:ext>
            </a:extLst>
          </p:cNvPr>
          <p:cNvSpPr/>
          <p:nvPr/>
        </p:nvSpPr>
        <p:spPr>
          <a:xfrm rot="16200000">
            <a:off x="6256624" y="222896"/>
            <a:ext cx="263106" cy="169940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A3FFD-7D43-7855-9F74-B0C7B762AB50}"/>
              </a:ext>
            </a:extLst>
          </p:cNvPr>
          <p:cNvSpPr txBox="1"/>
          <p:nvPr/>
        </p:nvSpPr>
        <p:spPr>
          <a:xfrm>
            <a:off x="5555409" y="571712"/>
            <a:ext cx="3948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Aksjerabatt</a:t>
            </a:r>
            <a:r>
              <a:rPr lang="en-US" dirty="0"/>
              <a:t> 20%.       </a:t>
            </a:r>
            <a:r>
              <a:rPr lang="en-US" dirty="0" err="1"/>
              <a:t>Bunnfradrag</a:t>
            </a:r>
            <a:r>
              <a:rPr lang="en-US" dirty="0"/>
              <a:t> 2025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0AC1F59B-AF70-ECA9-CB76-734C9A9C7DCE}"/>
              </a:ext>
            </a:extLst>
          </p:cNvPr>
          <p:cNvSpPr/>
          <p:nvPr/>
        </p:nvSpPr>
        <p:spPr>
          <a:xfrm rot="16200000">
            <a:off x="7980882" y="489765"/>
            <a:ext cx="263106" cy="1165664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7374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81DA-8297-4181-E9B3-106B2991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255"/>
            <a:ext cx="10515600" cy="669855"/>
          </a:xfrm>
        </p:spPr>
        <p:txBody>
          <a:bodyPr>
            <a:normAutofit/>
          </a:bodyPr>
          <a:lstStyle/>
          <a:p>
            <a:r>
              <a:rPr lang="nb-NO" sz="3200" dirty="0"/>
              <a:t>Noen kommentarer til eksemplet med VG-oppslaget til Anine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A857-A982-9B8C-6F4B-F1A4F8350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596" y="1095270"/>
            <a:ext cx="11615894" cy="5081693"/>
          </a:xfrm>
        </p:spPr>
        <p:txBody>
          <a:bodyPr>
            <a:normAutofit fontScale="92500"/>
          </a:bodyPr>
          <a:lstStyle/>
          <a:p>
            <a:r>
              <a:rPr lang="nb-NO" dirty="0"/>
              <a:t>Hvis Anines selskap hadde vært børsnotert og aksjemarkedet hadde verdsatt hennes selskap til 100 millioner ville hennes eksempel vært riktig.</a:t>
            </a:r>
          </a:p>
          <a:p>
            <a:endParaRPr lang="nb-NO" dirty="0"/>
          </a:p>
          <a:p>
            <a:r>
              <a:rPr lang="nb-NO" dirty="0"/>
              <a:t>Smarte investorer tar sine selskaper </a:t>
            </a:r>
            <a:r>
              <a:rPr lang="nb-NO" i="1" dirty="0">
                <a:solidFill>
                  <a:srgbClr val="FF0000"/>
                </a:solidFill>
              </a:rPr>
              <a:t>av børs </a:t>
            </a:r>
            <a:r>
              <a:rPr lang="nb-NO" dirty="0"/>
              <a:t>hvis de ønsker å spare formuesskatt fordi formuesverdien da blir betydelig lavere.</a:t>
            </a:r>
          </a:p>
          <a:p>
            <a:endParaRPr lang="nb-NO" dirty="0"/>
          </a:p>
          <a:p>
            <a:r>
              <a:rPr lang="nb-NO" dirty="0"/>
              <a:t>I eksemplet til Anine røres ikke investorpengene </a:t>
            </a:r>
            <a:r>
              <a:rPr lang="nb-NO" dirty="0" err="1"/>
              <a:t>dvs</a:t>
            </a:r>
            <a:r>
              <a:rPr lang="nb-NO" dirty="0"/>
              <a:t> de står på bok hele året. </a:t>
            </a:r>
          </a:p>
          <a:p>
            <a:endParaRPr lang="nb-NO" dirty="0"/>
          </a:p>
          <a:p>
            <a:r>
              <a:rPr lang="nb-NO" dirty="0"/>
              <a:t>I virkeligheten ville innskuddet på kr 10 mill. blitt helt eller delvis brukt opp  i løpet av året å betale driftsutgifter (lønn mm) og utviklingskostnader i selskapet slik at formuesverdien ville vært betydelig lavere enn 10 mill. </a:t>
            </a:r>
          </a:p>
        </p:txBody>
      </p:sp>
    </p:spTree>
    <p:extLst>
      <p:ext uri="{BB962C8B-B14F-4D97-AF65-F5344CB8AC3E}">
        <p14:creationId xmlns:p14="http://schemas.microsoft.com/office/powerpoint/2010/main" val="1449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1C989F-B187-D03E-C5E3-D0F3303C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smtClean="0"/>
              <a:t>18</a:t>
            </a:fld>
            <a:endParaRPr lang="nb-N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75692D-500E-C6D5-34CE-A335812A6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1342"/>
            <a:ext cx="2311400" cy="876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7F9403-A1AF-1F57-908A-0A2EA9707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154" y="136525"/>
            <a:ext cx="7772400" cy="8439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B03A5B-5267-2374-9FDD-EB0B259AA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774" y="980516"/>
            <a:ext cx="4913644" cy="1632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61C8DF-710E-AC59-F84B-205BADD6A9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04" y="2833635"/>
            <a:ext cx="10861191" cy="210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425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088A-7851-3E77-6DB8-CF3E34BAC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87" y="18255"/>
            <a:ext cx="11529753" cy="1325563"/>
          </a:xfrm>
        </p:spPr>
        <p:txBody>
          <a:bodyPr>
            <a:noAutofit/>
          </a:bodyPr>
          <a:lstStyle/>
          <a:p>
            <a:r>
              <a:rPr lang="nb-NO" sz="3600" b="1" dirty="0">
                <a:solidFill>
                  <a:srgbClr val="FF0000"/>
                </a:solidFill>
              </a:rPr>
              <a:t>Er skattesystemet progressivt dersom de rike betaler mer av den totale skatteinntekten enn de fattige?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E8D2F-0F0D-8AFC-71F9-133307515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258" y="1404851"/>
            <a:ext cx="11529753" cy="5121247"/>
          </a:xfrm>
        </p:spPr>
        <p:txBody>
          <a:bodyPr>
            <a:normAutofit fontScale="92500"/>
          </a:bodyPr>
          <a:lstStyle/>
          <a:p>
            <a:r>
              <a:rPr lang="nb-NO" sz="3500" b="1" dirty="0"/>
              <a:t>Definisjon: </a:t>
            </a:r>
            <a:r>
              <a:rPr lang="nb-NO" sz="3500" i="1" dirty="0"/>
              <a:t>Et skattesystem er progressivt dersom andelen av inntekten man betaler i skatt, øker med inntekten.</a:t>
            </a:r>
          </a:p>
          <a:p>
            <a:pPr marL="0" indent="0">
              <a:buNone/>
            </a:pPr>
            <a:r>
              <a:rPr lang="nb-NO" sz="3500" dirty="0"/>
              <a:t> </a:t>
            </a:r>
          </a:p>
          <a:p>
            <a:r>
              <a:rPr lang="nb-NO" sz="3500" dirty="0"/>
              <a:t>Pia tjener kr 1000 og Nico tjener kr 5000. </a:t>
            </a:r>
          </a:p>
          <a:p>
            <a:pPr lvl="1"/>
            <a:r>
              <a:rPr lang="nb-NO" sz="3100" dirty="0"/>
              <a:t>De betaler begge 25% skatt av inntekten. </a:t>
            </a:r>
          </a:p>
          <a:p>
            <a:pPr lvl="1"/>
            <a:r>
              <a:rPr lang="nb-NO" sz="3100" dirty="0"/>
              <a:t>Nico betaler 5 ganger så mye i skatt som Pia</a:t>
            </a:r>
          </a:p>
          <a:p>
            <a:pPr marL="0" indent="0">
              <a:buNone/>
            </a:pPr>
            <a:endParaRPr lang="nb-NO" sz="3500" dirty="0"/>
          </a:p>
          <a:p>
            <a:r>
              <a:rPr lang="nb-NO" sz="3500" dirty="0"/>
              <a:t>Nico betaler </a:t>
            </a:r>
            <a:r>
              <a:rPr lang="nb-NO" sz="3500" i="1" dirty="0"/>
              <a:t>ikke mer skatt</a:t>
            </a:r>
            <a:r>
              <a:rPr lang="nb-NO" sz="3500" dirty="0"/>
              <a:t> enn Pia i prosent av inntekten selv om han tjener fem ganger så mye. Skattesystemet </a:t>
            </a:r>
            <a:r>
              <a:rPr lang="nb-NO" sz="3500" i="1" u="sng" dirty="0"/>
              <a:t>er ikke progressivt</a:t>
            </a:r>
            <a:r>
              <a:rPr lang="nb-NO" sz="3500" dirty="0"/>
              <a:t> !</a:t>
            </a:r>
          </a:p>
          <a:p>
            <a:endParaRPr lang="nb-NO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F01D0-0D57-376F-793B-ACB69767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804DD7-8F05-44CF-B2BD-836547C761A8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96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EA98-6B02-08AA-C55E-C187E02E4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173325"/>
            <a:ext cx="10821785" cy="1354024"/>
          </a:xfrm>
        </p:spPr>
        <p:txBody>
          <a:bodyPr>
            <a:noAutofit/>
          </a:bodyPr>
          <a:lstStyle/>
          <a:p>
            <a:pPr marL="0" indent="0"/>
            <a:r>
              <a:rPr lang="nb-NO" sz="3600" b="1" dirty="0"/>
              <a:t>Påstand: </a:t>
            </a:r>
            <a:r>
              <a:rPr lang="nb-NO" sz="3600" dirty="0"/>
              <a:t>Aksjonærer eier ikke bedriftens overskudd før det er utbetalt til personlige eiere i form av utbytte. </a:t>
            </a:r>
            <a:br>
              <a:rPr lang="nb-NO" sz="3600" dirty="0"/>
            </a:br>
            <a:endParaRPr lang="nb-NO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18BB7D-9658-ECF4-CFED-128067E766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2014" y="1397852"/>
                <a:ext cx="10821785" cy="5087996"/>
              </a:xfrm>
            </p:spPr>
            <p:txBody>
              <a:bodyPr>
                <a:normAutofit/>
              </a:bodyPr>
              <a:lstStyle/>
              <a:p>
                <a:r>
                  <a:rPr lang="nb-NO" dirty="0"/>
                  <a:t>Hvis påstanden er riktig har den implikasjoner for hvordan vi måler ulikhet og hvordan vi beregner effektiv skatt.</a:t>
                </a:r>
              </a:p>
              <a:p>
                <a:endParaRPr lang="nb-NO" dirty="0"/>
              </a:p>
              <a:p>
                <a:pPr marL="0" indent="0">
                  <a:buNone/>
                </a:pPr>
                <a:r>
                  <a:rPr lang="nb-NO" dirty="0"/>
                  <a:t>Effektiv skattesats er: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𝐵𝑒𝑡𝑎𝑙𝑡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𝑠𝑘𝑎𝑡𝑡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𝐵𝑟𝑢𝑡𝑡𝑜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𝑖𝑛𝑛𝑡𝑒𝑘𝑡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𝑠𝑘𝑎𝑡𝑡</m:t>
                        </m:r>
                      </m:den>
                    </m:f>
                  </m:oMath>
                </a14:m>
                <a:endParaRPr lang="nb-NO" dirty="0"/>
              </a:p>
              <a:p>
                <a:endParaRPr lang="nb-NO" sz="3600" dirty="0"/>
              </a:p>
              <a:p>
                <a:r>
                  <a:rPr lang="nb-NO" dirty="0"/>
                  <a:t>I det offentlige ordskiftet sies det at de som har null i inntekt ikke er nullskatteytere fordi de betaler skatt gjennom selskapene de har eierandeler i. </a:t>
                </a:r>
              </a:p>
              <a:p>
                <a:pPr lvl="1"/>
                <a:r>
                  <a:rPr lang="nb-NO" dirty="0"/>
                  <a:t>Logisk sett må vi da henføre en aksjonærs andel av brutto selskapsinntekt og selskapets skattebetalinger i brøken for effektiv skattesats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18BB7D-9658-ECF4-CFED-128067E766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2014" y="1397852"/>
                <a:ext cx="10821785" cy="5087996"/>
              </a:xfrm>
              <a:blipFill>
                <a:blip r:embed="rId2"/>
                <a:stretch>
                  <a:fillRect l="-1172" t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1FC9F-DFFF-B2D1-89A8-2DEB2C9D6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804DD7-8F05-44CF-B2BD-836547C761A8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549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0540A-29E8-D54B-1027-812C6FDCD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515" y="151621"/>
            <a:ext cx="5630486" cy="823912"/>
          </a:xfrm>
        </p:spPr>
        <p:txBody>
          <a:bodyPr>
            <a:normAutofit lnSpcReduction="10000"/>
          </a:bodyPr>
          <a:lstStyle/>
          <a:p>
            <a:r>
              <a:rPr lang="nb-NO" sz="2800" dirty="0">
                <a:solidFill>
                  <a:srgbClr val="FF0000"/>
                </a:solidFill>
              </a:rPr>
              <a:t>Pia har et bankinnskudd på kr 20 mill. som gir 1 mill. i renteinntekt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00B4811-E8F9-CAB7-0E48-9A209FFCBFC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5514" y="1155469"/>
                <a:ext cx="5532062" cy="5034194"/>
              </a:xfrm>
            </p:spPr>
            <p:txBody>
              <a:bodyPr>
                <a:normAutofit/>
              </a:bodyPr>
              <a:lstStyle/>
              <a:p>
                <a:r>
                  <a:rPr lang="nb-NO" dirty="0">
                    <a:solidFill>
                      <a:srgbClr val="FF0000"/>
                    </a:solidFill>
                  </a:rPr>
                  <a:t>Pia betaler 22% i skatt → </a:t>
                </a:r>
                <a:r>
                  <a:rPr lang="nb-NO" sz="2800" dirty="0">
                    <a:solidFill>
                      <a:srgbClr val="FF0000"/>
                    </a:solidFill>
                  </a:rPr>
                  <a:t>kr 220 000</a:t>
                </a:r>
                <a:endParaRPr lang="nb-NO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nb-NO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nb-NO" dirty="0">
                    <a:solidFill>
                      <a:srgbClr val="FF0000"/>
                    </a:solidFill>
                  </a:rPr>
                  <a:t>Effektiv skattesats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220 000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1 000 000</m:t>
                        </m:r>
                      </m:den>
                    </m:f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=22%</m:t>
                    </m:r>
                  </m:oMath>
                </a14:m>
                <a:endParaRPr lang="nb-NO" dirty="0">
                  <a:solidFill>
                    <a:srgbClr val="FF0000"/>
                  </a:solidFill>
                </a:endParaRPr>
              </a:p>
              <a:p>
                <a:endParaRPr lang="nb-NO" dirty="0">
                  <a:solidFill>
                    <a:srgbClr val="FF0000"/>
                  </a:solidFill>
                </a:endParaRPr>
              </a:p>
              <a:p>
                <a:r>
                  <a:rPr lang="nb-NO" dirty="0">
                    <a:solidFill>
                      <a:srgbClr val="FF0000"/>
                    </a:solidFill>
                  </a:rPr>
                  <a:t>Pias renteinntekt registreres på henne i den offisielle statistikken til SSB fordi hun eier bankkontoen (innskuddet)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00B4811-E8F9-CAB7-0E48-9A209FFCBF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5514" y="1155469"/>
                <a:ext cx="5532062" cy="5034194"/>
              </a:xfrm>
              <a:blipFill>
                <a:blip r:embed="rId3"/>
                <a:stretch>
                  <a:fillRect l="-2288" t="-2015" r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A4005D-0A38-4E76-17DD-A9BB99361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3640" y="151621"/>
            <a:ext cx="5532060" cy="823912"/>
          </a:xfrm>
        </p:spPr>
        <p:txBody>
          <a:bodyPr>
            <a:normAutofit lnSpcReduction="10000"/>
          </a:bodyPr>
          <a:lstStyle/>
          <a:p>
            <a:r>
              <a:rPr lang="nb-NO" sz="2800" dirty="0"/>
              <a:t>Nico er ene-eier en bedrift med et overskudd på 1 mill</a:t>
            </a:r>
            <a:r>
              <a:rPr lang="nb-NO" dirty="0"/>
              <a:t>. </a:t>
            </a:r>
            <a:r>
              <a:rPr lang="nb-NO" sz="2800" dirty="0"/>
              <a:t>før skatt</a:t>
            </a:r>
            <a:endParaRPr lang="nb-NO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58A0AE-C567-10A1-C722-C01AE8F94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0140" y="1138843"/>
            <a:ext cx="5532061" cy="5034194"/>
          </a:xfrm>
        </p:spPr>
        <p:txBody>
          <a:bodyPr>
            <a:normAutofit/>
          </a:bodyPr>
          <a:lstStyle/>
          <a:p>
            <a:r>
              <a:rPr lang="nb-NO" dirty="0"/>
              <a:t>Selskapsskatt 22% → kr </a:t>
            </a:r>
            <a:r>
              <a:rPr lang="nb-NO" sz="2800" dirty="0"/>
              <a:t>220 000  </a:t>
            </a:r>
            <a:endParaRPr lang="nb-NO" dirty="0"/>
          </a:p>
          <a:p>
            <a:r>
              <a:rPr lang="nb-NO" dirty="0"/>
              <a:t>Nico tar ikke ut utbytte</a:t>
            </a:r>
          </a:p>
          <a:p>
            <a:r>
              <a:rPr lang="nb-NO" dirty="0"/>
              <a:t>Hvis Nico ikke eier ikke overskuddet i selskapet er Nicos effektive skattesats «ikke-eksisterende»</a:t>
            </a:r>
          </a:p>
          <a:p>
            <a:r>
              <a:rPr lang="nb-NO" dirty="0"/>
              <a:t>I Norge registreres inntektene Nico får fra selskapet kun når han mottar utbytte som personlig aksjonær (så lenge han ikke mottar utbytte er han «fattig»)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F3834D-07AC-966E-9C30-B19D30ED5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804DD7-8F05-44CF-B2BD-836547C761A8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952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11D6D-9F99-542D-7209-D9E8EEE39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25" y="82492"/>
            <a:ext cx="11321935" cy="865159"/>
          </a:xfrm>
        </p:spPr>
        <p:txBody>
          <a:bodyPr>
            <a:normAutofit/>
          </a:bodyPr>
          <a:lstStyle/>
          <a:p>
            <a:r>
              <a:rPr lang="nb-NO" sz="3600" b="1" dirty="0">
                <a:solidFill>
                  <a:srgbClr val="FF0000"/>
                </a:solidFill>
              </a:rPr>
              <a:t>Aksjonærer eier ikke bedriftens overskudd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A9A17-45EF-31BD-D766-34CA8ACA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57" y="1055716"/>
            <a:ext cx="11845636" cy="5802284"/>
          </a:xfrm>
        </p:spPr>
        <p:txBody>
          <a:bodyPr>
            <a:normAutofit fontScale="92500" lnSpcReduction="10000"/>
          </a:bodyPr>
          <a:lstStyle/>
          <a:p>
            <a:r>
              <a:rPr lang="nb-NO" dirty="0"/>
              <a:t>En mulig tolkning er at aksjonærer mangler råderett over selskapets overskudd (de bestemmer ikke når/hvor mye som skal utbetales i utbytte).</a:t>
            </a:r>
          </a:p>
          <a:p>
            <a:endParaRPr lang="nb-NO" dirty="0"/>
          </a:p>
          <a:p>
            <a:r>
              <a:rPr lang="nb-NO" dirty="0"/>
              <a:t>Men tilbakeholdt overskudd i likvide børsnoterte selskaper gjenspeiles i verdsettingen av selskapet på børsen og øker verdien til aksjene i en markedsøkonomi.</a:t>
            </a:r>
          </a:p>
          <a:p>
            <a:pPr lvl="1"/>
            <a:r>
              <a:rPr lang="nb-NO" sz="2600" dirty="0"/>
              <a:t>Alle aksjonærer kan realisere eventuelle tilbakeholdte overskudd ved å selge noen av sine aksjer (som har steget i verdi). </a:t>
            </a:r>
          </a:p>
          <a:p>
            <a:endParaRPr lang="nb-NO" dirty="0"/>
          </a:p>
          <a:p>
            <a:r>
              <a:rPr lang="nb-NO" dirty="0"/>
              <a:t>Unoterte selskaper, som er mer </a:t>
            </a:r>
            <a:r>
              <a:rPr lang="nb-NO" dirty="0" err="1"/>
              <a:t>illikvide</a:t>
            </a:r>
            <a:r>
              <a:rPr lang="nb-NO" dirty="0"/>
              <a:t>, domineres av få eiere eller er ene-eid hvor majoritetseier har kontroll på når utbytte skal tas.</a:t>
            </a:r>
          </a:p>
          <a:p>
            <a:pPr marL="0" indent="0">
              <a:buNone/>
            </a:pPr>
            <a:endParaRPr lang="nb-NO" dirty="0"/>
          </a:p>
          <a:p>
            <a:r>
              <a:rPr lang="nb-NO" dirty="0">
                <a:solidFill>
                  <a:srgbClr val="FF0000"/>
                </a:solidFill>
              </a:rPr>
              <a:t>Hvis vi er enige med påstand 2 tror vi </a:t>
            </a:r>
            <a:r>
              <a:rPr lang="nb-NO" i="1" dirty="0">
                <a:solidFill>
                  <a:srgbClr val="FF0000"/>
                </a:solidFill>
              </a:rPr>
              <a:t>ikke på markedsmekanismen og/eller at dominerende eier kontrollerer selskapet ! </a:t>
            </a:r>
            <a:r>
              <a:rPr lang="nb-NO" i="1" dirty="0"/>
              <a:t>Og</a:t>
            </a:r>
            <a:r>
              <a:rPr lang="nb-NO" i="1" dirty="0">
                <a:solidFill>
                  <a:srgbClr val="FF0000"/>
                </a:solidFill>
              </a:rPr>
              <a:t> </a:t>
            </a:r>
            <a:r>
              <a:rPr lang="nb-NO" dirty="0"/>
              <a:t>hvem eier og kontrollerer selskapet da? </a:t>
            </a:r>
          </a:p>
          <a:p>
            <a:endParaRPr lang="nb-NO" i="1" dirty="0"/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1C8EF-B536-3AAD-E424-B3CA18B1E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804DD7-8F05-44CF-B2BD-836547C761A8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505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2D32FD-CE41-F0DF-B944-B666C59E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smtClean="0"/>
              <a:t>23</a:t>
            </a:fld>
            <a:endParaRPr lang="nb-N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B1D8B-5538-0DFF-5A7B-5317542CE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18" y="3836730"/>
            <a:ext cx="11816282" cy="21118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4C49DE-7AA0-C7D5-6DE6-112243FE5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297" y="151605"/>
            <a:ext cx="7772400" cy="327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9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D08FCF-7934-A1E4-02CD-10B45F6F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noProof="0" smtClean="0"/>
              <a:t>24</a:t>
            </a:fld>
            <a:endParaRPr lang="nb-NO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7B544A-512D-1E69-E88D-92ACDB9E0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03" y="136524"/>
            <a:ext cx="9420497" cy="44564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CF724D-B6F1-656F-61BB-2063AD8F7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83" y="491308"/>
            <a:ext cx="1473200" cy="101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0D837C-A8D2-1E4B-8CA1-BA3BBC382FB5}"/>
              </a:ext>
            </a:extLst>
          </p:cNvPr>
          <p:cNvSpPr txBox="1"/>
          <p:nvPr/>
        </p:nvSpPr>
        <p:spPr>
          <a:xfrm>
            <a:off x="1205802" y="4612366"/>
            <a:ext cx="863153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 noProof="0" dirty="0"/>
              <a:t>Å inkludere pensjonsrettighetene i folketrygden som individuell formue i en fordelingsanalyse uten å ta hensyn til at de tilhørende utbetalingene finansieres av den samme befolkningen, gir dermed ikke et dekkende bilde av den samlede fordelingen av krav og forpliktelser over enkeltindivider.</a:t>
            </a:r>
          </a:p>
        </p:txBody>
      </p:sp>
    </p:spTree>
    <p:extLst>
      <p:ext uri="{BB962C8B-B14F-4D97-AF65-F5344CB8AC3E}">
        <p14:creationId xmlns:p14="http://schemas.microsoft.com/office/powerpoint/2010/main" val="2656571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9D8D2-82F8-9B0D-9406-25832C1B3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274320"/>
            <a:ext cx="11637818" cy="6242858"/>
          </a:xfrm>
        </p:spPr>
        <p:txBody>
          <a:bodyPr>
            <a:normAutofit fontScale="92500" lnSpcReduction="10000"/>
          </a:bodyPr>
          <a:lstStyle/>
          <a:p>
            <a:r>
              <a:rPr lang="nb-NO" sz="3200" b="1" dirty="0"/>
              <a:t>Økonomer mener </a:t>
            </a:r>
          </a:p>
          <a:p>
            <a:pPr lvl="1"/>
            <a:r>
              <a:rPr lang="nb-NO" sz="3200" dirty="0"/>
              <a:t>vi skal ta hensyn til eierinntekter  opparbeidet i selskaper</a:t>
            </a:r>
          </a:p>
          <a:p>
            <a:pPr lvl="1"/>
            <a:r>
              <a:rPr lang="nb-NO" sz="3200" dirty="0"/>
              <a:t>vi skal ta hensyn til betalt skatt gjennom selskaper. </a:t>
            </a:r>
          </a:p>
          <a:p>
            <a:pPr lvl="1"/>
            <a:r>
              <a:rPr lang="nb-NO" sz="3200" dirty="0"/>
              <a:t>Vi skal ta hensyn til pensjonsformue hvis den eksisterer og arvingene kan overta den når vi dør</a:t>
            </a:r>
          </a:p>
          <a:p>
            <a:pPr marL="0" indent="0">
              <a:buNone/>
            </a:pPr>
            <a:endParaRPr lang="nb-NO" sz="3200" dirty="0"/>
          </a:p>
          <a:p>
            <a:r>
              <a:rPr lang="nb-NO" sz="3200" dirty="0"/>
              <a:t>Ansatte i offentlig sektor: har ikke pensjonsformue. Når vedkommende dør eksiterer ikke formuen (arvinger kan overta)</a:t>
            </a:r>
          </a:p>
          <a:p>
            <a:endParaRPr lang="nb-NO" sz="3200" dirty="0"/>
          </a:p>
          <a:p>
            <a:r>
              <a:rPr lang="nb-NO" sz="3200" dirty="0"/>
              <a:t>Ansatte i privat sektor. Noen har ordninger hvor man eier en andel av et pensjonsfond. Arvinger overtar andelen. Dette er reell formue.</a:t>
            </a:r>
          </a:p>
          <a:p>
            <a:endParaRPr lang="nb-NO" sz="3200" dirty="0"/>
          </a:p>
          <a:p>
            <a:r>
              <a:rPr lang="nb-NO" sz="3200" dirty="0"/>
              <a:t>Pensjon er som lønn, en løpende utbetaling. Hvis pensjon er formue er vel lønn også formue? Hva er formuen til en ufør 25 åring ? </a:t>
            </a:r>
          </a:p>
          <a:p>
            <a:endParaRPr lang="nb-NO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04B2A4-D816-260A-6B13-93B80E708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804DD7-8F05-44CF-B2BD-836547C761A8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070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E933-E146-A43A-9816-325D2646F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Hva</a:t>
            </a:r>
            <a:r>
              <a:rPr lang="en-US" dirty="0"/>
              <a:t> vet </a:t>
            </a:r>
            <a:r>
              <a:rPr lang="en-US" dirty="0" err="1"/>
              <a:t>dere</a:t>
            </a:r>
            <a:r>
              <a:rPr lang="en-US" dirty="0"/>
              <a:t> om </a:t>
            </a:r>
            <a:r>
              <a:rPr lang="en-US" dirty="0" err="1"/>
              <a:t>norsk</a:t>
            </a:r>
            <a:r>
              <a:rPr lang="en-US" dirty="0"/>
              <a:t> </a:t>
            </a:r>
            <a:r>
              <a:rPr lang="en-US" dirty="0" err="1"/>
              <a:t>økonomi</a:t>
            </a: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70838-503F-71CD-5738-57420A888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19876-97CC-3EED-92C1-62C31002A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smtClean="0"/>
              <a:t>26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96162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B6B42-3745-6342-8A49-FF11FEC52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b="1" dirty="0"/>
              <a:t>Hva er rett svar: Norge </a:t>
            </a:r>
            <a:r>
              <a:rPr lang="nb-NO" sz="3600" b="1" dirty="0" err="1"/>
              <a:t>vs</a:t>
            </a:r>
            <a:r>
              <a:rPr lang="nb-NO" sz="3600" b="1" dirty="0"/>
              <a:t> USA i perioden 2001-2018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148E0-1000-41F5-18E9-C2CC30E8F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478"/>
            <a:ext cx="10988040" cy="4812397"/>
          </a:xfrm>
        </p:spPr>
        <p:txBody>
          <a:bodyPr>
            <a:noAutofit/>
          </a:bodyPr>
          <a:lstStyle/>
          <a:p>
            <a:r>
              <a:rPr lang="nb-NO" sz="3200" dirty="0"/>
              <a:t>To påstander: </a:t>
            </a:r>
          </a:p>
          <a:p>
            <a:pPr marL="0" indent="0">
              <a:buNone/>
            </a:pPr>
            <a:r>
              <a:rPr lang="nb-NO" sz="3200" dirty="0"/>
              <a:t>1. Norske hushold hatt en gjennomsnittlig inntektsvekst på </a:t>
            </a:r>
            <a:r>
              <a:rPr lang="nb-NO" sz="3200" dirty="0">
                <a:solidFill>
                  <a:srgbClr val="FF0000"/>
                </a:solidFill>
              </a:rPr>
              <a:t>50%</a:t>
            </a:r>
            <a:r>
              <a:rPr lang="nb-NO" sz="3200" dirty="0"/>
              <a:t>, mens amerikanske hushold har hatt en vekst på 25%</a:t>
            </a:r>
          </a:p>
          <a:p>
            <a:pPr marL="0" indent="0">
              <a:buNone/>
            </a:pPr>
            <a:r>
              <a:rPr lang="nb-NO" sz="3200" dirty="0"/>
              <a:t>2. Norske hushold hatt en gjennomsnittlig inntektsvekst på </a:t>
            </a:r>
            <a:r>
              <a:rPr lang="nb-NO" sz="3200" dirty="0">
                <a:solidFill>
                  <a:srgbClr val="FF0000"/>
                </a:solidFill>
              </a:rPr>
              <a:t>25%</a:t>
            </a:r>
            <a:r>
              <a:rPr lang="nb-NO" sz="3200" dirty="0"/>
              <a:t>, mens amerikanske hushold har hatt en vekst på 50%</a:t>
            </a:r>
          </a:p>
          <a:p>
            <a:pPr marL="0" indent="0">
              <a:buNone/>
            </a:pPr>
            <a:endParaRPr lang="nb-NO" sz="3200" dirty="0"/>
          </a:p>
          <a:p>
            <a:r>
              <a:rPr lang="nb-NO" sz="3200" dirty="0"/>
              <a:t>Riktig svar er 1!  </a:t>
            </a:r>
          </a:p>
        </p:txBody>
      </p:sp>
    </p:spTree>
    <p:extLst>
      <p:ext uri="{BB962C8B-B14F-4D97-AF65-F5344CB8AC3E}">
        <p14:creationId xmlns:p14="http://schemas.microsoft.com/office/powerpoint/2010/main" val="266180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AD9-6BB7-DE2B-AC9D-F7F30889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b="1" dirty="0"/>
              <a:t>Hva er rett svar: Norge </a:t>
            </a:r>
            <a:r>
              <a:rPr lang="nb-NO" sz="3600" b="1" dirty="0" err="1"/>
              <a:t>vs</a:t>
            </a:r>
            <a:r>
              <a:rPr lang="nb-NO" sz="3600" b="1" dirty="0"/>
              <a:t> USA i perioden 2001-2018 </a:t>
            </a:r>
            <a:endParaRPr lang="nb-NO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61824-6DF3-E7C3-B5BF-2564081D4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r>
              <a:rPr lang="nb-NO" sz="3200" dirty="0"/>
              <a:t>To påstander: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3200" dirty="0"/>
              <a:t>Inntektsveksten for de nederste 20 prosentene av inntektsfordelingen er </a:t>
            </a:r>
            <a:r>
              <a:rPr lang="nb-NO" sz="3200" u="sng" dirty="0">
                <a:solidFill>
                  <a:srgbClr val="FF0000"/>
                </a:solidFill>
              </a:rPr>
              <a:t>høyere</a:t>
            </a:r>
            <a:r>
              <a:rPr lang="nb-NO" sz="3200" dirty="0">
                <a:solidFill>
                  <a:srgbClr val="FF0000"/>
                </a:solidFill>
              </a:rPr>
              <a:t> i Norge </a:t>
            </a:r>
            <a:r>
              <a:rPr lang="nb-NO" sz="3200" dirty="0"/>
              <a:t>(35%) enn i USA (21%)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3200" dirty="0"/>
              <a:t>Inntektsveksten for de nederste 20 prosentene av inntekts-fordelingen er </a:t>
            </a:r>
            <a:r>
              <a:rPr lang="nb-NO" sz="3200" u="sng" dirty="0">
                <a:solidFill>
                  <a:srgbClr val="FF0000"/>
                </a:solidFill>
              </a:rPr>
              <a:t>høyere</a:t>
            </a:r>
            <a:r>
              <a:rPr lang="nb-NO" sz="3200" dirty="0">
                <a:solidFill>
                  <a:srgbClr val="FF0000"/>
                </a:solidFill>
              </a:rPr>
              <a:t> i USA </a:t>
            </a:r>
            <a:r>
              <a:rPr lang="nb-NO" sz="3200" dirty="0"/>
              <a:t>(35%) enn i Norge (21%)</a:t>
            </a:r>
          </a:p>
          <a:p>
            <a:pPr marL="514350" indent="-514350">
              <a:buFont typeface="+mj-lt"/>
              <a:buAutoNum type="arabicPeriod"/>
            </a:pPr>
            <a:endParaRPr lang="nb-NO" sz="3200" dirty="0"/>
          </a:p>
          <a:p>
            <a:pPr marL="0" indent="0">
              <a:buNone/>
            </a:pPr>
            <a:r>
              <a:rPr lang="nb-NO" sz="3200" dirty="0"/>
              <a:t>Riktig svar er 2!</a:t>
            </a:r>
          </a:p>
        </p:txBody>
      </p:sp>
    </p:spTree>
    <p:extLst>
      <p:ext uri="{BB962C8B-B14F-4D97-AF65-F5344CB8AC3E}">
        <p14:creationId xmlns:p14="http://schemas.microsoft.com/office/powerpoint/2010/main" val="265864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7F87A-1CAB-7AFF-7EAD-8428EA5BC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6561"/>
          </a:xfrm>
        </p:spPr>
        <p:txBody>
          <a:bodyPr>
            <a:noAutofit/>
          </a:bodyPr>
          <a:lstStyle/>
          <a:p>
            <a:r>
              <a:rPr lang="nb-NO" sz="3600" b="1" dirty="0"/>
              <a:t>Hva er rett svar: Norge </a:t>
            </a:r>
            <a:r>
              <a:rPr lang="nb-NO" sz="3600" b="1" dirty="0" err="1"/>
              <a:t>vs</a:t>
            </a:r>
            <a:r>
              <a:rPr lang="nb-NO" sz="3600" b="1" dirty="0"/>
              <a:t> USA i perioden 2001-2018 </a:t>
            </a:r>
            <a:endParaRPr lang="nb-NO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5F911-DCE8-1398-1F85-8F36BC623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883" y="1448972"/>
            <a:ext cx="11380763" cy="472799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nb-NO" b="1" dirty="0"/>
              <a:t>Påstand 1: </a:t>
            </a:r>
          </a:p>
          <a:p>
            <a:r>
              <a:rPr lang="nb-NO" dirty="0"/>
              <a:t>I Norge er inntektsveksten for middelklassen </a:t>
            </a:r>
            <a:r>
              <a:rPr lang="nb-NO" dirty="0">
                <a:solidFill>
                  <a:srgbClr val="FF0000"/>
                </a:solidFill>
              </a:rPr>
              <a:t>38% </a:t>
            </a:r>
            <a:r>
              <a:rPr lang="nb-NO" dirty="0"/>
              <a:t>mens den i USA er 20%.</a:t>
            </a:r>
          </a:p>
          <a:p>
            <a:r>
              <a:rPr lang="nb-NO" dirty="0"/>
              <a:t>I Norge er inntektsveksten for øvre middelklasse </a:t>
            </a:r>
            <a:r>
              <a:rPr lang="nb-NO" dirty="0">
                <a:solidFill>
                  <a:srgbClr val="FF0000"/>
                </a:solidFill>
              </a:rPr>
              <a:t>47%</a:t>
            </a:r>
            <a:r>
              <a:rPr lang="nb-NO" dirty="0"/>
              <a:t> mot 32% i USA</a:t>
            </a:r>
          </a:p>
          <a:p>
            <a:r>
              <a:rPr lang="nb-NO" dirty="0"/>
              <a:t> I Norge er inntektsveksten for de 1% rikeste </a:t>
            </a:r>
            <a:r>
              <a:rPr lang="nb-NO" dirty="0">
                <a:solidFill>
                  <a:srgbClr val="FF0000"/>
                </a:solidFill>
              </a:rPr>
              <a:t>187%</a:t>
            </a:r>
            <a:r>
              <a:rPr lang="nb-NO" dirty="0"/>
              <a:t> mot 45% i USA</a:t>
            </a:r>
          </a:p>
          <a:p>
            <a:pPr marL="0" indent="0">
              <a:buNone/>
            </a:pPr>
            <a:endParaRPr lang="nb-NO" dirty="0"/>
          </a:p>
          <a:p>
            <a:r>
              <a:rPr lang="nb-NO" b="1" dirty="0"/>
              <a:t>Påstand 2: </a:t>
            </a:r>
            <a:r>
              <a:rPr lang="nb-NO" dirty="0"/>
              <a:t>Tallene over er riktige men inntektsveksten for de 1% rikeste i Norge er 52% mot 69% i USA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b="1" dirty="0">
                <a:solidFill>
                  <a:srgbClr val="FF0000"/>
                </a:solidFill>
              </a:rPr>
              <a:t>Påstand 1 er riktig</a:t>
            </a:r>
          </a:p>
        </p:txBody>
      </p:sp>
    </p:spTree>
    <p:extLst>
      <p:ext uri="{BB962C8B-B14F-4D97-AF65-F5344CB8AC3E}">
        <p14:creationId xmlns:p14="http://schemas.microsoft.com/office/powerpoint/2010/main" val="303365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2755D-A2C7-3864-BAE0-8AA74CEC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471" y="201003"/>
            <a:ext cx="10515600" cy="788426"/>
          </a:xfrm>
        </p:spPr>
        <p:txBody>
          <a:bodyPr>
            <a:normAutofit/>
          </a:bodyPr>
          <a:lstStyle/>
          <a:p>
            <a:r>
              <a:rPr lang="nb-NO" sz="4000" dirty="0"/>
              <a:t>Norge i perioden 2004 -2018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FA227-E8A1-871F-EB7D-832B1E05F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748" y="1106658"/>
            <a:ext cx="10852052" cy="5613010"/>
          </a:xfrm>
        </p:spPr>
        <p:txBody>
          <a:bodyPr>
            <a:normAutofit/>
          </a:bodyPr>
          <a:lstStyle/>
          <a:p>
            <a:r>
              <a:rPr lang="nb-NO" sz="3600" dirty="0"/>
              <a:t>Påstand 1:  Topp 1% rikeste i Norge har økt sin andel av markedsinntekten fra 11% til 30% de siste 20 år</a:t>
            </a:r>
          </a:p>
          <a:p>
            <a:endParaRPr lang="nb-NO" sz="3600" dirty="0"/>
          </a:p>
          <a:p>
            <a:r>
              <a:rPr lang="nb-NO" sz="3600" dirty="0"/>
              <a:t>Påstand 2: Nei formuesskatten har ført til at de rikeste har fått en mindre andel av markedsinntekten</a:t>
            </a:r>
          </a:p>
          <a:p>
            <a:endParaRPr lang="nb-NO" sz="3600" dirty="0"/>
          </a:p>
          <a:p>
            <a:r>
              <a:rPr lang="nb-NO" sz="3600" dirty="0"/>
              <a:t>Påstand 1 er riktig. </a:t>
            </a:r>
          </a:p>
          <a:p>
            <a:endParaRPr lang="nb-NO" sz="3600" dirty="0"/>
          </a:p>
        </p:txBody>
      </p:sp>
    </p:spTree>
    <p:extLst>
      <p:ext uri="{BB962C8B-B14F-4D97-AF65-F5344CB8AC3E}">
        <p14:creationId xmlns:p14="http://schemas.microsoft.com/office/powerpoint/2010/main" val="69335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7CBB5-95BE-5391-7B1E-36C1CB36F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136526"/>
            <a:ext cx="10958384" cy="648478"/>
          </a:xfrm>
        </p:spPr>
        <p:txBody>
          <a:bodyPr>
            <a:normAutofit/>
          </a:bodyPr>
          <a:lstStyle/>
          <a:p>
            <a:r>
              <a:rPr lang="nb-NO" sz="3200" b="1" noProof="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 fact (Aaberge mfl. (2020</a:t>
            </a:r>
            <a:r>
              <a:rPr lang="nb-NO" sz="3200" b="1" noProof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)) (i)</a:t>
            </a:r>
            <a:r>
              <a:rPr lang="nb-NO" sz="3200" noProof="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nb-NO" sz="32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DC733-8E24-10FA-232B-12BF605CE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258" y="1276349"/>
            <a:ext cx="11628407" cy="5262563"/>
          </a:xfrm>
        </p:spPr>
        <p:txBody>
          <a:bodyPr>
            <a:normAutofit/>
          </a:bodyPr>
          <a:lstStyle/>
          <a:p>
            <a:r>
              <a:rPr lang="nb-NO" noProof="0" dirty="0"/>
              <a:t>Veksten i </a:t>
            </a:r>
            <a:r>
              <a:rPr lang="nb-NO" noProof="0" dirty="0" err="1"/>
              <a:t>formuesulikhet</a:t>
            </a:r>
            <a:r>
              <a:rPr lang="nb-NO" noProof="0" dirty="0"/>
              <a:t> fra 1995 til 2016 skyldes at "aksjer og andre verdipapir» er blitt mer konsentrert i toppen av formuesfordelingen" — topp 1 prosent sin andel av total formue økte fra 14,8 til 21 prosent i perioden.</a:t>
            </a:r>
          </a:p>
          <a:p>
            <a:pPr marL="0" indent="0">
              <a:buNone/>
            </a:pPr>
            <a:endParaRPr lang="nb-NO" noProof="0" dirty="0"/>
          </a:p>
          <a:p>
            <a:r>
              <a:rPr lang="nb-NO" noProof="0" dirty="0"/>
              <a:t>Det norske skattesystemet er regressiv skatt på toppen: </a:t>
            </a:r>
          </a:p>
          <a:p>
            <a:pPr lvl="1"/>
            <a:r>
              <a:rPr lang="nb-NO" dirty="0"/>
              <a:t>Effektiv </a:t>
            </a:r>
            <a:r>
              <a:rPr lang="nb-NO" dirty="0" err="1"/>
              <a:t>gjennomsnitsskatt</a:t>
            </a:r>
            <a:r>
              <a:rPr lang="nb-NO" dirty="0"/>
              <a:t> </a:t>
            </a:r>
            <a:r>
              <a:rPr lang="nb-NO" noProof="0" dirty="0"/>
              <a:t>øker med inntekten opp til rundt 99. prosentil</a:t>
            </a:r>
          </a:p>
          <a:p>
            <a:pPr lvl="1"/>
            <a:r>
              <a:rPr lang="nb-NO" dirty="0"/>
              <a:t>F</a:t>
            </a:r>
            <a:r>
              <a:rPr lang="nb-NO" noProof="0" dirty="0"/>
              <a:t>aller deretter  til rundt 22 prosent for topp 1 prosent </a:t>
            </a:r>
          </a:p>
          <a:p>
            <a:pPr lvl="1"/>
            <a:r>
              <a:rPr lang="nb-NO" dirty="0"/>
              <a:t>Faller til </a:t>
            </a:r>
            <a:r>
              <a:rPr lang="nb-NO" noProof="0" dirty="0"/>
              <a:t>rundt 14 prosent for topp 0,1 prosent (3 700 personer) i 2004.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53A8C-BF9E-0EEB-06DC-57EDB4FD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noProof="0" smtClean="0"/>
              <a:t>31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88675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46975-84A3-40D1-F6FC-F357E029E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626"/>
          </a:xfrm>
        </p:spPr>
        <p:txBody>
          <a:bodyPr>
            <a:normAutofit/>
          </a:bodyPr>
          <a:lstStyle/>
          <a:p>
            <a:r>
              <a:rPr lang="nb-NO" sz="3600" noProof="0" dirty="0"/>
              <a:t>Fun </a:t>
            </a:r>
            <a:r>
              <a:rPr lang="nb-NO" sz="3600" noProof="0" dirty="0" err="1"/>
              <a:t>fact</a:t>
            </a:r>
            <a:r>
              <a:rPr lang="nb-NO" sz="3600" noProof="0" dirty="0"/>
              <a:t> (ii)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B2044-F55F-DAD3-ED81-719C17C75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41" y="1248032"/>
            <a:ext cx="10822459" cy="4928931"/>
          </a:xfrm>
        </p:spPr>
        <p:txBody>
          <a:bodyPr>
            <a:normAutofit/>
          </a:bodyPr>
          <a:lstStyle/>
          <a:p>
            <a:r>
              <a:rPr lang="nb-NO" noProof="0" dirty="0"/>
              <a:t>Skattene på kapital har falt siden midten av 80-tallet</a:t>
            </a:r>
          </a:p>
          <a:p>
            <a:pPr lvl="1"/>
            <a:r>
              <a:rPr lang="nb-NO" noProof="0" dirty="0"/>
              <a:t>Fra 50,8% til 22% selskapsskatt i Norge</a:t>
            </a:r>
          </a:p>
          <a:p>
            <a:pPr lvl="1"/>
            <a:endParaRPr lang="nb-NO" noProof="0" dirty="0"/>
          </a:p>
          <a:p>
            <a:r>
              <a:rPr lang="nb-NO" noProof="0" dirty="0" err="1"/>
              <a:t>Formuesgrunnlaget</a:t>
            </a:r>
            <a:r>
              <a:rPr lang="nb-NO" noProof="0" dirty="0"/>
              <a:t> for aksjer utgjør bare 10% av markedsverdien til aksjene og det er de aller rikeste som eier mesteparten av alle aksjene og de har nesten ikke personinntekt (</a:t>
            </a:r>
            <a:r>
              <a:rPr lang="nb-NO" dirty="0"/>
              <a:t>Ring et al (2026))</a:t>
            </a:r>
            <a:endParaRPr lang="nb-NO" noProof="0" dirty="0"/>
          </a:p>
          <a:p>
            <a:endParaRPr lang="nb-NO" dirty="0"/>
          </a:p>
          <a:p>
            <a:r>
              <a:rPr lang="nb-NO" dirty="0"/>
              <a:t>Topp 0,01% (</a:t>
            </a:r>
            <a:r>
              <a:rPr lang="nb-NO" dirty="0" err="1"/>
              <a:t>ca</a:t>
            </a:r>
            <a:r>
              <a:rPr lang="nb-NO" dirty="0"/>
              <a:t> 300 husholdninger i 2010) skjuler i snitt </a:t>
            </a:r>
            <a:r>
              <a:rPr lang="nb-NO" dirty="0" err="1"/>
              <a:t>ca</a:t>
            </a:r>
            <a:r>
              <a:rPr lang="nb-NO" dirty="0"/>
              <a:t> 20% av formuen sin i skatteparadis (</a:t>
            </a:r>
            <a:r>
              <a:rPr lang="nb-NO" dirty="0" err="1"/>
              <a:t>Alstadsæther</a:t>
            </a:r>
            <a:r>
              <a:rPr lang="nb-NO" dirty="0"/>
              <a:t> mfl (2019)) </a:t>
            </a:r>
            <a:endParaRPr lang="nb-NO" noProof="0" dirty="0"/>
          </a:p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EFA04-EE6B-3813-F652-56DAD974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4DD7-8F05-44CF-B2BD-836547C761A8}" type="slidenum">
              <a:rPr lang="nb-NO" noProof="0" smtClean="0"/>
              <a:t>32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98846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BC146A-DA58-DB7F-A409-0ADB41E4C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281" y="281758"/>
            <a:ext cx="8956601" cy="58478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2CEBA4-512C-CC15-EB48-CC981A38ACE9}"/>
              </a:ext>
            </a:extLst>
          </p:cNvPr>
          <p:cNvSpPr txBox="1"/>
          <p:nvPr/>
        </p:nvSpPr>
        <p:spPr>
          <a:xfrm>
            <a:off x="1254803" y="6305797"/>
            <a:ext cx="4841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Kilder: Aaberge mfl. (2020), Aaberge mfl. (2024)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6B83D-80E3-4E60-1F25-AB3F40C8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804DD7-8F05-44CF-B2BD-836547C761A8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4301C3-1E13-90F4-DD2A-87EC478088AA}"/>
              </a:ext>
            </a:extLst>
          </p:cNvPr>
          <p:cNvSpPr txBox="1"/>
          <p:nvPr/>
        </p:nvSpPr>
        <p:spPr>
          <a:xfrm>
            <a:off x="8474507" y="1674674"/>
            <a:ext cx="37174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noProof="0" dirty="0"/>
              <a:t>Inntekten har økt svak over tid</a:t>
            </a:r>
          </a:p>
          <a:p>
            <a:r>
              <a:rPr lang="nb-NO" noProof="0" dirty="0"/>
              <a:t>mens formuen har økt dramatisk!</a:t>
            </a:r>
          </a:p>
          <a:p>
            <a:r>
              <a:rPr lang="nb-NO" noProof="0" dirty="0"/>
              <a:t>Forklaringen er at det er blitt mindre</a:t>
            </a:r>
          </a:p>
          <a:p>
            <a:r>
              <a:rPr lang="nb-NO" noProof="0" dirty="0"/>
              <a:t> lønnsomt å ta utbytte etter </a:t>
            </a:r>
          </a:p>
          <a:p>
            <a:r>
              <a:rPr lang="nb-NO" noProof="0" dirty="0"/>
              <a:t>skattereformen i 2006 slik at aksje-</a:t>
            </a:r>
          </a:p>
          <a:p>
            <a:r>
              <a:rPr lang="nb-NO" noProof="0" dirty="0"/>
              <a:t>verdiene (formue) har steget mye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7337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2B2B0D-4857-51C3-961F-4C35DE5F4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40" y="83128"/>
            <a:ext cx="8126471" cy="66917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438E46-B682-081B-1B9C-323A8CF21A5F}"/>
              </a:ext>
            </a:extLst>
          </p:cNvPr>
          <p:cNvSpPr txBox="1"/>
          <p:nvPr/>
        </p:nvSpPr>
        <p:spPr>
          <a:xfrm>
            <a:off x="7937369" y="83128"/>
            <a:ext cx="403783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Mellom 25 og 30 prosent av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markedsinntekten tilfaller én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prosent av den norske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befolkningen.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 rikeste (1%) utgjør rundt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40 000 personer, mens de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superrike (0,01%) utgjør 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400" dirty="0">
                <a:solidFill>
                  <a:prstClr val="black"/>
                </a:solidFill>
                <a:latin typeface="Aptos" panose="02110004020202020204"/>
              </a:rPr>
              <a:t>3-4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 personer.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DAE2FB-7F0B-FADC-07F7-0DEE0E1EC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804DD7-8F05-44CF-B2BD-836547C761A8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5568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82EC-735E-9963-6FFD-BDEA5E4BC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476"/>
            <a:ext cx="10515600" cy="583781"/>
          </a:xfrm>
        </p:spPr>
        <p:txBody>
          <a:bodyPr>
            <a:normAutofit/>
          </a:bodyPr>
          <a:lstStyle/>
          <a:p>
            <a:r>
              <a:rPr lang="nb-NO" sz="2800" dirty="0"/>
              <a:t>Referanser til denne delen av forelesningen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23F6-2CB3-F912-568B-6810A02BD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659" y="931654"/>
            <a:ext cx="11516265" cy="5245310"/>
          </a:xfrm>
        </p:spPr>
        <p:txBody>
          <a:bodyPr>
            <a:normAutofit fontScale="92500"/>
          </a:bodyPr>
          <a:lstStyle/>
          <a:p>
            <a:r>
              <a:rPr lang="nb-NO" dirty="0"/>
              <a:t>Aaberge, R., Modalsli, J.H. &amp; Vestad, O.L. (2020). Ulikheten – betydelig større enn statistikken viser.” SSB rapporter 2020/13, Statistisk sentralbyrå.</a:t>
            </a:r>
          </a:p>
          <a:p>
            <a:r>
              <a:rPr lang="nb-NO" dirty="0"/>
              <a:t>Aaberge, R., Mogstad, M., Vestad, O.L., &amp; Vestre, A. (2021). Økonomisk ulikhet i Norge i det 21. århundre. SSB rapporter 2021/33, Statistisk sentralbyrå.</a:t>
            </a:r>
          </a:p>
          <a:p>
            <a:r>
              <a:rPr lang="nb-NO" dirty="0"/>
              <a:t>Aaberge, </a:t>
            </a:r>
            <a:r>
              <a:rPr lang="en-US" dirty="0"/>
              <a:t>R., Langørgen, A., &amp; Lindgren, P. Y. (2024). </a:t>
            </a:r>
            <a:r>
              <a:rPr lang="en-US" i="1" dirty="0"/>
              <a:t>A European equivalence scale for public in-kind transfers</a:t>
            </a:r>
            <a:r>
              <a:rPr lang="en-US" dirty="0"/>
              <a:t>. </a:t>
            </a:r>
            <a:r>
              <a:rPr lang="en-US" i="1" dirty="0"/>
              <a:t>The Journal of Economic Inequality</a:t>
            </a:r>
            <a:r>
              <a:rPr lang="en-US" dirty="0"/>
              <a:t>, 22, 1–32</a:t>
            </a:r>
          </a:p>
          <a:p>
            <a:r>
              <a:rPr lang="en-US" dirty="0"/>
              <a:t>Ring, M. A., Seim, D. G., &amp; Zucman, G. (2026). </a:t>
            </a:r>
            <a:r>
              <a:rPr lang="en-US" i="1" dirty="0"/>
              <a:t>Personal Holding Companies, Tax Progressivity, and Inequality</a:t>
            </a:r>
            <a:r>
              <a:rPr lang="en-US" dirty="0"/>
              <a:t> (No. w35534). National Bureau of Economic Research.</a:t>
            </a:r>
          </a:p>
          <a:p>
            <a:r>
              <a:rPr lang="nb-NO" dirty="0" err="1"/>
              <a:t>Bjørneby</a:t>
            </a:r>
            <a:r>
              <a:rPr lang="nb-NO" dirty="0"/>
              <a:t>, M. Hvordan virker formuesskatten. Samfunnsøkonomen (2022)</a:t>
            </a:r>
          </a:p>
          <a:p>
            <a:r>
              <a:rPr lang="en-US" dirty="0" err="1"/>
              <a:t>Alstadsæter</a:t>
            </a:r>
            <a:r>
              <a:rPr lang="en-US" dirty="0"/>
              <a:t>, Johannesen </a:t>
            </a:r>
            <a:r>
              <a:rPr lang="en-US" dirty="0" err="1"/>
              <a:t>og</a:t>
            </a:r>
            <a:r>
              <a:rPr lang="en-US" dirty="0"/>
              <a:t> Zucman, «Tax Evasion and Inequality», American Economic Review 109(6), 2019.</a:t>
            </a:r>
            <a:endParaRPr lang="nb-NO" dirty="0"/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36D0D-A84F-0C0E-6C40-7FF74F20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804DD7-8F05-44CF-B2BD-836547C761A8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98187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40BEA-ECE6-433D-7F03-DDD94B8C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41" y="148308"/>
            <a:ext cx="10515600" cy="756665"/>
          </a:xfrm>
        </p:spPr>
        <p:txBody>
          <a:bodyPr>
            <a:normAutofit/>
          </a:bodyPr>
          <a:lstStyle/>
          <a:p>
            <a:r>
              <a:rPr lang="nb-NO" dirty="0"/>
              <a:t>Hvorfor bekymringen over økt ulikhet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BEF5B-E3FE-468C-26E8-0F9CF895DC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7645" y="1266922"/>
                <a:ext cx="11349873" cy="5271990"/>
              </a:xfrm>
            </p:spPr>
            <p:txBody>
              <a:bodyPr>
                <a:normAutofit/>
              </a:bodyPr>
              <a:lstStyle/>
              <a:p>
                <a:r>
                  <a:rPr lang="nb-NO" dirty="0"/>
                  <a:t>«Stemmer teller, men ressurser avgjør» er Stein Rokkans berømte spissformulering om norsk politikk (hvem var Stein Rokkan?)</a:t>
                </a:r>
              </a:p>
              <a:p>
                <a:endParaRPr lang="nb-NO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nb-N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nb-NO" dirty="0"/>
                  <a:t> Selv om velgerne bestemmer sammensetningen av Stortinget (stemmene teller), avgjøres de viktigste politiske beslutningene i praksis gjennom maktkamp mellom mektige interesseorganisasjoner (ressursene avgjør)</a:t>
                </a:r>
              </a:p>
              <a:p>
                <a:endParaRPr lang="nb-NO" dirty="0"/>
              </a:p>
              <a:p>
                <a:r>
                  <a:rPr lang="nb-NO" dirty="0"/>
                  <a:t>Rokkans poeng var at de store interessegruppene (arbeidsliv, næringsliv) ofte har mer innflytelse bak kulissene enn velgerne åpent uttrykker i stemmeseddelen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BEF5B-E3FE-468C-26E8-0F9CF895DC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645" y="1266922"/>
                <a:ext cx="11349873" cy="5271990"/>
              </a:xfrm>
              <a:blipFill>
                <a:blip r:embed="rId2"/>
                <a:stretch>
                  <a:fillRect l="-1117" t="-1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465A1-1105-A49C-B6DE-97F606A1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804DD7-8F05-44CF-B2BD-836547C761A8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068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EC2F-6FE9-138E-AB80-F28373023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067595"/>
          </a:xfrm>
        </p:spPr>
        <p:txBody>
          <a:bodyPr/>
          <a:lstStyle/>
          <a:p>
            <a:r>
              <a:rPr lang="nb-NO" dirty="0"/>
              <a:t>Hvorfor er pengemakt politisk makt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9F82F-4AB9-C852-9DC7-6E0995F1D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1257300"/>
            <a:ext cx="11646131" cy="4919663"/>
          </a:xfrm>
        </p:spPr>
        <p:txBody>
          <a:bodyPr/>
          <a:lstStyle/>
          <a:p>
            <a:r>
              <a:rPr lang="nb-NO" sz="3600" dirty="0"/>
              <a:t>Finansiering av politikk</a:t>
            </a:r>
          </a:p>
          <a:p>
            <a:r>
              <a:rPr lang="nb-NO" sz="3600" dirty="0"/>
              <a:t>Eierskap i medier </a:t>
            </a:r>
          </a:p>
          <a:p>
            <a:r>
              <a:rPr lang="nb-NO" sz="3600" dirty="0"/>
              <a:t>Tenketanker finansiert av de rikeste (antall kronikker)</a:t>
            </a:r>
          </a:p>
          <a:p>
            <a:r>
              <a:rPr lang="nb-NO" sz="3600" dirty="0"/>
              <a:t>Personlig tilgang til beslutningstakere</a:t>
            </a:r>
          </a:p>
          <a:p>
            <a:r>
              <a:rPr lang="nb-NO" sz="3600" dirty="0"/>
              <a:t>Profesjonelle nettverk (NHO, </a:t>
            </a:r>
            <a:r>
              <a:rPr lang="nb-NO" sz="3600" dirty="0" err="1"/>
              <a:t>FinansNorge</a:t>
            </a:r>
            <a:r>
              <a:rPr lang="nb-NO" sz="3600" dirty="0"/>
              <a:t>, LO)</a:t>
            </a:r>
          </a:p>
          <a:p>
            <a:r>
              <a:rPr lang="nb-NO" sz="3600" dirty="0"/>
              <a:t>Rike er overrepresentert i politiske partiers toppledelse</a:t>
            </a:r>
          </a:p>
          <a:p>
            <a:pPr marL="457200" lvl="1" indent="0">
              <a:buNone/>
            </a:pPr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A78EC-B176-FC0C-944C-4411C28A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804DD7-8F05-44CF-B2BD-836547C761A8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94970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21CDB-5A08-26DD-BAC0-32E737F01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205740"/>
            <a:ext cx="11182350" cy="64527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PENGEMAKT FINANSIERER POLITIKK</a:t>
            </a:r>
          </a:p>
          <a:p>
            <a:pPr marL="0" indent="0">
              <a:buNone/>
            </a:pPr>
            <a:endParaRPr lang="nb-NO" b="1" dirty="0"/>
          </a:p>
          <a:p>
            <a:r>
              <a:rPr lang="nb-NO" b="1" dirty="0"/>
              <a:t>Valgkampbidrag: De rike</a:t>
            </a:r>
            <a:r>
              <a:rPr lang="nb-NO" dirty="0"/>
              <a:t> har donert store summer til borgerlig side i valgkampen i 2025. </a:t>
            </a:r>
            <a:r>
              <a:rPr lang="nb-NO" b="1" dirty="0"/>
              <a:t>LO</a:t>
            </a:r>
            <a:r>
              <a:rPr lang="nb-NO" dirty="0"/>
              <a:t> donerte stores summer til venstresiden</a:t>
            </a:r>
          </a:p>
          <a:p>
            <a:r>
              <a:rPr lang="nb-NO" b="1" dirty="0" err="1"/>
              <a:t>Lobbying</a:t>
            </a:r>
            <a:r>
              <a:rPr lang="nb-NO" b="1" dirty="0"/>
              <a:t>:</a:t>
            </a:r>
            <a:r>
              <a:rPr lang="nb-NO" dirty="0"/>
              <a:t> Betale lobbyister for å påvirke lovgivning (eks. First House)</a:t>
            </a:r>
          </a:p>
          <a:p>
            <a:r>
              <a:rPr lang="nb-NO" b="1" dirty="0"/>
              <a:t>Tenketanker:</a:t>
            </a:r>
            <a:r>
              <a:rPr lang="nb-NO" dirty="0"/>
              <a:t> Finansierer forskningsinstitusjoner som former politisk debatt, skrive kronikker </a:t>
            </a:r>
            <a:r>
              <a:rPr lang="nb-NO" dirty="0" err="1"/>
              <a:t>feks</a:t>
            </a:r>
            <a:r>
              <a:rPr lang="nb-NO" dirty="0"/>
              <a:t>. (Agenda </a:t>
            </a:r>
            <a:r>
              <a:rPr lang="nb-NO" dirty="0" err="1"/>
              <a:t>Civita</a:t>
            </a:r>
            <a:r>
              <a:rPr lang="nb-NO" dirty="0"/>
              <a:t>, Minerva, </a:t>
            </a:r>
            <a:r>
              <a:rPr lang="nb-NO" dirty="0" err="1"/>
              <a:t>etc</a:t>
            </a:r>
            <a:r>
              <a:rPr lang="nb-NO" dirty="0"/>
              <a:t>) </a:t>
            </a:r>
          </a:p>
          <a:p>
            <a:endParaRPr lang="nb-NO" dirty="0"/>
          </a:p>
          <a:p>
            <a:pPr marL="0" indent="0">
              <a:buNone/>
            </a:pPr>
            <a:r>
              <a:rPr lang="nb-NO" b="1" dirty="0"/>
              <a:t>PENGEMAKT GIR EIERSKAP I MEDIER</a:t>
            </a:r>
          </a:p>
          <a:p>
            <a:r>
              <a:rPr lang="nb-NO" dirty="0"/>
              <a:t>Kontrollerer aviser, TV-kanaler og sosiale medier som kan  forme den offentlige debatten (hvilke saker som får oppmerksomhet)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2F222F-5BF5-8F31-D1F6-0EA152634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804DD7-8F05-44CF-B2BD-836547C761A8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93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78AAA-A9DC-172C-5980-AF53B3271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59905" cy="4351338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nb-NO" sz="3600" dirty="0"/>
              <a:t>Aksjegevinst eller renteinntekt? </a:t>
            </a:r>
          </a:p>
          <a:p>
            <a:pPr marL="742950" indent="-742950">
              <a:buFont typeface="+mj-lt"/>
              <a:buAutoNum type="arabicPeriod"/>
            </a:pPr>
            <a:endParaRPr lang="nb-NO" sz="3600" dirty="0"/>
          </a:p>
          <a:p>
            <a:pPr marL="742950" indent="-742950">
              <a:buFont typeface="+mj-lt"/>
              <a:buAutoNum type="arabicPeriod"/>
            </a:pPr>
            <a:r>
              <a:rPr lang="nb-NO" sz="3600" dirty="0"/>
              <a:t>Verdien av skattefradrag</a:t>
            </a:r>
          </a:p>
          <a:p>
            <a:pPr marL="0" indent="0">
              <a:buNone/>
            </a:pPr>
            <a:endParaRPr lang="nb-NO" sz="3600" dirty="0"/>
          </a:p>
        </p:txBody>
      </p:sp>
    </p:spTree>
    <p:extLst>
      <p:ext uri="{BB962C8B-B14F-4D97-AF65-F5344CB8AC3E}">
        <p14:creationId xmlns:p14="http://schemas.microsoft.com/office/powerpoint/2010/main" val="6969792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68169-9DD8-5600-ACF0-CD4B05C1C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096"/>
          </a:xfrm>
        </p:spPr>
        <p:txBody>
          <a:bodyPr>
            <a:noAutofit/>
          </a:bodyPr>
          <a:lstStyle/>
          <a:p>
            <a:r>
              <a:rPr lang="nb-NO" b="1" dirty="0">
                <a:latin typeface="+mn-lt"/>
              </a:rPr>
              <a:t>1. Aksjegevinst eller renteinntekt?</a:t>
            </a:r>
            <a:br>
              <a:rPr lang="nb-NO" b="1" dirty="0"/>
            </a:b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2CEB8-57F0-0E5C-9ADE-25745B1E2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91259"/>
            <a:ext cx="11430000" cy="4901616"/>
          </a:xfrm>
        </p:spPr>
        <p:txBody>
          <a:bodyPr>
            <a:normAutofit/>
          </a:bodyPr>
          <a:lstStyle/>
          <a:p>
            <a:r>
              <a:rPr lang="nb-NO" sz="3600" dirty="0"/>
              <a:t>Kr 100.000 i renter</a:t>
            </a:r>
          </a:p>
          <a:p>
            <a:endParaRPr lang="nb-NO" sz="3600" dirty="0"/>
          </a:p>
          <a:p>
            <a:pPr marL="0" indent="0">
              <a:buNone/>
            </a:pPr>
            <a:r>
              <a:rPr lang="nb-NO" sz="3600" dirty="0"/>
              <a:t>Eller</a:t>
            </a:r>
          </a:p>
          <a:p>
            <a:pPr marL="0" indent="0">
              <a:buNone/>
            </a:pPr>
            <a:endParaRPr lang="nb-NO" sz="3600" dirty="0"/>
          </a:p>
          <a:p>
            <a:r>
              <a:rPr lang="nb-NO" sz="3600" dirty="0"/>
              <a:t>kr 125.482 i aksjegevinst? </a:t>
            </a:r>
          </a:p>
          <a:p>
            <a:endParaRPr lang="nb-NO" sz="3600" dirty="0"/>
          </a:p>
          <a:p>
            <a:r>
              <a:rPr lang="nb-NO" sz="3600" dirty="0"/>
              <a:t>Hva skal vi velge? Vi må kjenne skattesystemet for å velge rett. La oss se vekk fra at aksjekurser kan gå opp eller ned.</a:t>
            </a:r>
          </a:p>
          <a:p>
            <a:endParaRPr lang="nb-NO" sz="3200" dirty="0"/>
          </a:p>
          <a:p>
            <a:pPr marL="0" indent="0">
              <a:buNone/>
            </a:pPr>
            <a:endParaRPr lang="nb-NO" sz="3200" dirty="0"/>
          </a:p>
        </p:txBody>
      </p:sp>
    </p:spTree>
    <p:extLst>
      <p:ext uri="{BB962C8B-B14F-4D97-AF65-F5344CB8AC3E}">
        <p14:creationId xmlns:p14="http://schemas.microsoft.com/office/powerpoint/2010/main" val="9904818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20057-E7DF-3D82-6B01-0E243E7E3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167" y="511126"/>
            <a:ext cx="11413897" cy="5665837"/>
          </a:xfrm>
        </p:spPr>
        <p:txBody>
          <a:bodyPr>
            <a:normAutofit lnSpcReduction="10000"/>
          </a:bodyPr>
          <a:lstStyle/>
          <a:p>
            <a:r>
              <a:rPr lang="nb-NO" sz="3600" dirty="0"/>
              <a:t>Skatt på renteinntekt er 22%. Du sitter du igjen med:</a:t>
            </a:r>
          </a:p>
          <a:p>
            <a:pPr lvl="1"/>
            <a:r>
              <a:rPr lang="nb-NO" sz="3600" dirty="0"/>
              <a:t>100 000 × (1 − 0,22) = </a:t>
            </a:r>
            <a:r>
              <a:rPr lang="nb-NO" sz="3600" b="1" dirty="0"/>
              <a:t>78 000 kr</a:t>
            </a:r>
            <a:endParaRPr lang="nb-NO" sz="3600" dirty="0"/>
          </a:p>
          <a:p>
            <a:endParaRPr lang="nb-NO" sz="3600" dirty="0"/>
          </a:p>
          <a:p>
            <a:r>
              <a:rPr lang="nb-NO" sz="3600" dirty="0"/>
              <a:t>Skatt på aksjegevinst er 37,84%. Du sitter du igjen med:</a:t>
            </a:r>
          </a:p>
          <a:p>
            <a:pPr lvl="1"/>
            <a:r>
              <a:rPr lang="nb-NO" sz="3600" dirty="0"/>
              <a:t>125.482(100%-37,84%) = </a:t>
            </a:r>
            <a:r>
              <a:rPr lang="nb-NO" sz="3600" b="1" dirty="0"/>
              <a:t>78.000 </a:t>
            </a:r>
          </a:p>
          <a:p>
            <a:endParaRPr lang="nb-NO" sz="3600" dirty="0"/>
          </a:p>
          <a:p>
            <a:r>
              <a:rPr lang="nb-NO" sz="3600" dirty="0"/>
              <a:t>Vi er indifferente!</a:t>
            </a:r>
          </a:p>
          <a:p>
            <a:endParaRPr lang="nb-NO" sz="3600" dirty="0"/>
          </a:p>
          <a:p>
            <a:r>
              <a:rPr lang="nb-NO" sz="3600" dirty="0"/>
              <a:t>Hvorfor det er forskjellig skattesats på renteinntekt og aksjegevinst?</a:t>
            </a:r>
          </a:p>
        </p:txBody>
      </p:sp>
    </p:spTree>
    <p:extLst>
      <p:ext uri="{BB962C8B-B14F-4D97-AF65-F5344CB8AC3E}">
        <p14:creationId xmlns:p14="http://schemas.microsoft.com/office/powerpoint/2010/main" val="273406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B82AD-AB53-8D27-AEE7-8658F919F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/>
              <a:t>2</a:t>
            </a:r>
            <a:r>
              <a:rPr lang="nb-NO" dirty="0"/>
              <a:t>. </a:t>
            </a:r>
            <a:r>
              <a:rPr lang="nb-NO" b="1" dirty="0"/>
              <a:t>Verdien av skattefradrag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4A7B0-230E-D663-29AB-DFC2E343F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923" y="1825625"/>
            <a:ext cx="10884877" cy="4667250"/>
          </a:xfrm>
        </p:spPr>
        <p:txBody>
          <a:bodyPr>
            <a:normAutofit fontScale="92500" lnSpcReduction="20000"/>
          </a:bodyPr>
          <a:lstStyle/>
          <a:p>
            <a:r>
              <a:rPr lang="nb-NO" sz="3600" dirty="0"/>
              <a:t>Pia tjener kr 600.000 i året i hvert år i 3 år. </a:t>
            </a:r>
          </a:p>
          <a:p>
            <a:endParaRPr lang="nb-NO" sz="3600" dirty="0"/>
          </a:p>
          <a:p>
            <a:r>
              <a:rPr lang="nb-NO" sz="3600" dirty="0"/>
              <a:t>Hvert år kan hun trekke fra kr 100.000 i minstefradrag. </a:t>
            </a:r>
          </a:p>
          <a:p>
            <a:endParaRPr lang="nb-NO" sz="3600" dirty="0"/>
          </a:p>
          <a:p>
            <a:r>
              <a:rPr lang="nb-NO" sz="3600" dirty="0"/>
              <a:t>Sylvi Listhaug er blitt statsminister og tilbyr Pia følgende valg: </a:t>
            </a:r>
          </a:p>
          <a:p>
            <a:pPr lvl="1"/>
            <a:r>
              <a:rPr lang="nb-NO" sz="3200" dirty="0"/>
              <a:t>Trekke fra alle minstefradragene mot inntekten første år </a:t>
            </a:r>
          </a:p>
          <a:p>
            <a:pPr marL="457200" lvl="1" indent="0">
              <a:buNone/>
            </a:pPr>
            <a:r>
              <a:rPr lang="nb-NO" sz="3200" dirty="0">
                <a:solidFill>
                  <a:srgbClr val="FF0000"/>
                </a:solidFill>
              </a:rPr>
              <a:t>eller </a:t>
            </a:r>
          </a:p>
          <a:p>
            <a:pPr lvl="1"/>
            <a:r>
              <a:rPr lang="nb-NO" sz="3200" dirty="0"/>
              <a:t>spre dem over tre år (dagens ordning). </a:t>
            </a:r>
          </a:p>
          <a:p>
            <a:endParaRPr lang="nb-NO" sz="3600" dirty="0"/>
          </a:p>
          <a:p>
            <a:r>
              <a:rPr lang="nb-NO" sz="3600" dirty="0"/>
              <a:t>Hva bør Pia gjøre?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1331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D28A-4ACB-480D-2EF5-9BC61B50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043" y="365125"/>
            <a:ext cx="11619914" cy="1325563"/>
          </a:xfrm>
        </p:spPr>
        <p:txBody>
          <a:bodyPr>
            <a:noAutofit/>
          </a:bodyPr>
          <a:lstStyle/>
          <a:p>
            <a:r>
              <a:rPr lang="nb-NO" sz="3600" b="1" dirty="0"/>
              <a:t>Pia betaler 34% i skatt og bruker en diskonteringsfaktor på 4%</a:t>
            </a:r>
            <a:br>
              <a:rPr lang="nb-NO" sz="3600" dirty="0"/>
            </a:br>
            <a:endParaRPr lang="nb-NO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D43E30-EF7A-04FD-45BD-981176CCE8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8529" y="1875692"/>
                <a:ext cx="11657428" cy="4301271"/>
              </a:xfrm>
            </p:spPr>
            <p:txBody>
              <a:bodyPr/>
              <a:lstStyle/>
              <a:p>
                <a:r>
                  <a:rPr lang="nb-NO" sz="3600" b="1" dirty="0"/>
                  <a:t>Dagens ordning:</a:t>
                </a:r>
              </a:p>
              <a:p>
                <a:endParaRPr lang="nb-NO" sz="3600" dirty="0"/>
              </a:p>
              <a:p>
                <a:r>
                  <a:rPr lang="nb-NO" sz="3600" dirty="0"/>
                  <a:t>Skattebesparelse i hvert år: 34% × 100 000 = 34 000 kr</a:t>
                </a:r>
              </a:p>
              <a:p>
                <a:endParaRPr lang="nb-NO" sz="3600" dirty="0"/>
              </a:p>
              <a:p>
                <a:r>
                  <a:rPr lang="nb-NO" sz="3600" dirty="0"/>
                  <a:t>Nåverdi av fradragene over tre år:</a:t>
                </a:r>
              </a:p>
              <a:p>
                <a:endParaRPr lang="nb-NO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nb-NO" sz="3600" i="0" dirty="0"/>
                        <m:t>NPV = 34 000/1,04 + 34 000/1,04² + 34 000/1,04³≈ 94 353 </m:t>
                      </m:r>
                      <m:r>
                        <m:rPr>
                          <m:nor/>
                        </m:rPr>
                        <a:rPr lang="nb-NO" sz="3600" b="0" i="0" dirty="0"/>
                        <m:t>kr</m:t>
                      </m:r>
                    </m:oMath>
                  </m:oMathPara>
                </a14:m>
                <a:endParaRPr lang="en-US" sz="3600" dirty="0"/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D43E30-EF7A-04FD-45BD-981176CCE8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8529" y="1875692"/>
                <a:ext cx="11657428" cy="4301271"/>
              </a:xfrm>
              <a:blipFill>
                <a:blip r:embed="rId2"/>
                <a:stretch>
                  <a:fillRect l="-1464" t="-3546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08471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9299B-D9EC-FF35-5511-D17D3B480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b="1" dirty="0"/>
              <a:t>Listhaugs tilbud</a:t>
            </a:r>
            <a:r>
              <a:rPr lang="nb-NO" sz="3600" dirty="0"/>
              <a:t> </a:t>
            </a:r>
            <a:br>
              <a:rPr lang="nb-NO" sz="3600" dirty="0"/>
            </a:br>
            <a:r>
              <a:rPr lang="nb-NO" sz="3600" dirty="0"/>
              <a:t>(</a:t>
            </a:r>
            <a:r>
              <a:rPr lang="nb-NO" sz="3200" dirty="0"/>
              <a:t>alle tre minstefradragene (300 000 kr) trekkes fra i år 1)</a:t>
            </a:r>
            <a:endParaRPr lang="nb-NO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E6070B-BABE-CF6D-9044-8DE5482BE4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nb-NO" sz="3200" dirty="0"/>
                  <a:t>Skattebesparelse i år 1: 0,34 × 300 000 = 102 000 kr</a:t>
                </a:r>
              </a:p>
              <a:p>
                <a:endParaRPr lang="nb-NO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nb-NO" sz="3200" i="0" dirty="0"/>
                        <m:t>NPV = 102 000/1,04 ≈ 98 077 </m:t>
                      </m:r>
                      <m:r>
                        <m:rPr>
                          <m:nor/>
                        </m:rPr>
                        <a:rPr lang="nb-NO" sz="3200" b="0" i="0" dirty="0"/>
                        <m:t>kr</m:t>
                      </m:r>
                    </m:oMath>
                  </m:oMathPara>
                </a14:m>
                <a:endParaRPr lang="nb-NO" sz="3200" dirty="0"/>
              </a:p>
              <a:p>
                <a:pPr marL="0" indent="0">
                  <a:buNone/>
                </a:pPr>
                <a:endParaRPr lang="nb-NO" sz="3200" dirty="0"/>
              </a:p>
              <a:p>
                <a:pPr marL="0" indent="0">
                  <a:buNone/>
                </a:pPr>
                <a:r>
                  <a:rPr lang="nb-NO" sz="3200" dirty="0"/>
                  <a:t>Pia bør </a:t>
                </a:r>
                <a:r>
                  <a:rPr lang="nb-NO" sz="3200" b="1" dirty="0"/>
                  <a:t>takke ja til Listhaugs tilbud</a:t>
                </a:r>
                <a:r>
                  <a:rPr lang="nb-NO" sz="3200" dirty="0"/>
                  <a:t>. Differansen er ca. 3 700</a:t>
                </a:r>
              </a:p>
              <a:p>
                <a:pPr marL="0" indent="0">
                  <a:buNone/>
                </a:pPr>
                <a:endParaRPr lang="nb-NO" sz="3200" dirty="0"/>
              </a:p>
              <a:p>
                <a:r>
                  <a:rPr lang="nb-NO" sz="3200" b="1" dirty="0">
                    <a:solidFill>
                      <a:srgbClr val="FF0000"/>
                    </a:solidFill>
                  </a:rPr>
                  <a:t>Det er alltid bedre å ta et skattefradrag med en gang </a:t>
                </a:r>
                <a:r>
                  <a:rPr lang="nb-NO" sz="3200" b="1" i="1" dirty="0">
                    <a:solidFill>
                      <a:srgbClr val="FF0000"/>
                    </a:solidFill>
                  </a:rPr>
                  <a:t>hvis du har inntekt som overstiger fradragets verdi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E6070B-BABE-CF6D-9044-8DE5482BE4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2907" r="-1930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7522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0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F925347-3500-47C7-9691-9B24DA4B0E6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3599973-ba9c-442f-85bd-b0c35f8ddc7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9109439179B544F8D88A46EC3854F27" ma:contentTypeVersion="11" ma:contentTypeDescription="Opprett et nytt dokument." ma:contentTypeScope="" ma:versionID="8b433d94073bfbc5f529801915d069f3">
  <xsd:schema xmlns:xsd="http://www.w3.org/2001/XMLSchema" xmlns:xs="http://www.w3.org/2001/XMLSchema" xmlns:p="http://schemas.microsoft.com/office/2006/metadata/properties" xmlns:ns3="8a8bec52-5105-40cc-af25-cf9a7795bbdd" xmlns:ns4="a13eb870-6bde-4369-b1d2-97daffbf40d2" targetNamespace="http://schemas.microsoft.com/office/2006/metadata/properties" ma:root="true" ma:fieldsID="eccc2bfdd379919f11bfd6ab8d571a5f" ns3:_="" ns4:_="">
    <xsd:import namespace="8a8bec52-5105-40cc-af25-cf9a7795bbdd"/>
    <xsd:import namespace="a13eb870-6bde-4369-b1d2-97daffbf40d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8bec52-5105-40cc-af25-cf9a7795b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eb870-6bde-4369-b1d2-97daffbf40d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35CC9F0-B78D-43E8-A1AC-6A849ED6F885}">
  <ds:schemaRefs>
    <ds:schemaRef ds:uri="8a8bec52-5105-40cc-af25-cf9a7795bbdd"/>
    <ds:schemaRef ds:uri="a13eb870-6bde-4369-b1d2-97daffbf40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5047BBA-FAC5-446E-9AD9-1D17171D47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5CE9EA-E78B-42A3-B2BF-199F68956F2C}">
  <ds:schemaRefs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http://purl.org/dc/dcmitype/"/>
    <ds:schemaRef ds:uri="8a8bec52-5105-40cc-af25-cf9a7795bbdd"/>
    <ds:schemaRef ds:uri="http://schemas.microsoft.com/office/2006/documentManagement/types"/>
    <ds:schemaRef ds:uri="http://www.w3.org/XML/1998/namespace"/>
    <ds:schemaRef ds:uri="a13eb870-6bde-4369-b1d2-97daffbf40d2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24577</TotalTime>
  <Words>2823</Words>
  <Application>Microsoft Macintosh PowerPoint</Application>
  <PresentationFormat>Widescreen</PresentationFormat>
  <Paragraphs>327</Paragraphs>
  <Slides>44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Aptos</vt:lpstr>
      <vt:lpstr>Aptos Display</vt:lpstr>
      <vt:lpstr>Arial</vt:lpstr>
      <vt:lpstr>Calibri</vt:lpstr>
      <vt:lpstr>Calibri Light</vt:lpstr>
      <vt:lpstr>Cambria Math</vt:lpstr>
      <vt:lpstr>Office-tema</vt:lpstr>
      <vt:lpstr>Office Theme</vt:lpstr>
      <vt:lpstr> FIE 432 Personlig Økonomi</vt:lpstr>
      <vt:lpstr>What is a good empirical research project?</vt:lpstr>
      <vt:lpstr>FIE 432 Personlig Økonomi</vt:lpstr>
      <vt:lpstr>Jobbrelevans</vt:lpstr>
      <vt:lpstr>Hva kan dere etter 5 år på NHH?</vt:lpstr>
      <vt:lpstr>Lærepunkt i dette kurset</vt:lpstr>
      <vt:lpstr>Om eksamen og kursgodkjenning</vt:lpstr>
      <vt:lpstr>PowerPoint Presentation</vt:lpstr>
      <vt:lpstr>PowerPoint Presentation</vt:lpstr>
      <vt:lpstr>PowerPoint Presentation</vt:lpstr>
      <vt:lpstr>PowerPoint Presentation</vt:lpstr>
      <vt:lpstr>Næringslivspressen publiserer ofte kampanjejournalistikk for å fremme enkeltsaker</vt:lpstr>
      <vt:lpstr>PowerPoint Presentation</vt:lpstr>
      <vt:lpstr>PowerPoint Presentation</vt:lpstr>
      <vt:lpstr>Hva er feil ved Anines beregning av formuesskatten?</vt:lpstr>
      <vt:lpstr>PowerPoint Presentation</vt:lpstr>
      <vt:lpstr>Noen kommentarer til eksemplet med VG-oppslaget til Anine</vt:lpstr>
      <vt:lpstr>PowerPoint Presentation</vt:lpstr>
      <vt:lpstr>Er skattesystemet progressivt dersom de rike betaler mer av den totale skatteinntekten enn de fattige?</vt:lpstr>
      <vt:lpstr>Påstand: Aksjonærer eier ikke bedriftens overskudd før det er utbetalt til personlige eiere i form av utbytte.  </vt:lpstr>
      <vt:lpstr>PowerPoint Presentation</vt:lpstr>
      <vt:lpstr>Aksjonærer eier ikke bedriftens overskudd ?</vt:lpstr>
      <vt:lpstr>PowerPoint Presentation</vt:lpstr>
      <vt:lpstr>PowerPoint Presentation</vt:lpstr>
      <vt:lpstr>PowerPoint Presentation</vt:lpstr>
      <vt:lpstr>Hva vet dere om norsk økonomi </vt:lpstr>
      <vt:lpstr>Hva er rett svar: Norge vs USA i perioden 2001-2018 </vt:lpstr>
      <vt:lpstr>Hva er rett svar: Norge vs USA i perioden 2001-2018 </vt:lpstr>
      <vt:lpstr>Hva er rett svar: Norge vs USA i perioden 2001-2018 </vt:lpstr>
      <vt:lpstr>Norge i perioden 2004 -2018 </vt:lpstr>
      <vt:lpstr>Fun fact (Aaberge mfl. (2020)) (i) </vt:lpstr>
      <vt:lpstr>Fun fact (ii)</vt:lpstr>
      <vt:lpstr>PowerPoint Presentation</vt:lpstr>
      <vt:lpstr>PowerPoint Presentation</vt:lpstr>
      <vt:lpstr>Referanser til denne delen av forelesningen</vt:lpstr>
      <vt:lpstr>Hvorfor bekymringen over økt ulikhet</vt:lpstr>
      <vt:lpstr>Hvorfor er pengemakt politisk makt  </vt:lpstr>
      <vt:lpstr>PowerPoint Presentation</vt:lpstr>
      <vt:lpstr>PowerPoint Presentation</vt:lpstr>
      <vt:lpstr>1. Aksjegevinst eller renteinntekt? </vt:lpstr>
      <vt:lpstr>PowerPoint Presentation</vt:lpstr>
      <vt:lpstr>2. Verdien av skattefradrag</vt:lpstr>
      <vt:lpstr>Pia betaler 34% i skatt og bruker en diskonteringsfaktor på 4% </vt:lpstr>
      <vt:lpstr>Listhaugs tilbud  (alle tre minstefradragene (300 000 kr) trekkes fra i år 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 kurset FIE 432 Personlig Økonomi</dc:title>
  <dc:creator>Guttorm Schjelderup</dc:creator>
  <cp:lastModifiedBy>Guttorm Schjelderup</cp:lastModifiedBy>
  <cp:revision>2</cp:revision>
  <dcterms:created xsi:type="dcterms:W3CDTF">2020-08-03T09:12:41Z</dcterms:created>
  <dcterms:modified xsi:type="dcterms:W3CDTF">2026-08-19T08:47:41Z</dcterms:modified>
</cp:coreProperties>
</file>