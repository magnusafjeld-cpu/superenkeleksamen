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5" r:id="rId3"/>
  </p:sldMasterIdLst>
  <p:notesMasterIdLst>
    <p:notesMasterId r:id="rId60"/>
  </p:notesMasterIdLst>
  <p:sldIdLst>
    <p:sldId id="539" r:id="rId4"/>
    <p:sldId id="488" r:id="rId5"/>
    <p:sldId id="544" r:id="rId6"/>
    <p:sldId id="519" r:id="rId7"/>
    <p:sldId id="542" r:id="rId8"/>
    <p:sldId id="543" r:id="rId9"/>
    <p:sldId id="580" r:id="rId10"/>
    <p:sldId id="256" r:id="rId11"/>
    <p:sldId id="443" r:id="rId12"/>
    <p:sldId id="551" r:id="rId13"/>
    <p:sldId id="555" r:id="rId14"/>
    <p:sldId id="553" r:id="rId15"/>
    <p:sldId id="556" r:id="rId16"/>
    <p:sldId id="589" r:id="rId17"/>
    <p:sldId id="554" r:id="rId18"/>
    <p:sldId id="552" r:id="rId19"/>
    <p:sldId id="529" r:id="rId20"/>
    <p:sldId id="593" r:id="rId21"/>
    <p:sldId id="591" r:id="rId22"/>
    <p:sldId id="590" r:id="rId23"/>
    <p:sldId id="594" r:id="rId24"/>
    <p:sldId id="595" r:id="rId25"/>
    <p:sldId id="523" r:id="rId26"/>
    <p:sldId id="530" r:id="rId27"/>
    <p:sldId id="533" r:id="rId28"/>
    <p:sldId id="536" r:id="rId29"/>
    <p:sldId id="537" r:id="rId30"/>
    <p:sldId id="588" r:id="rId31"/>
    <p:sldId id="545" r:id="rId32"/>
    <p:sldId id="522" r:id="rId33"/>
    <p:sldId id="584" r:id="rId34"/>
    <p:sldId id="446" r:id="rId35"/>
    <p:sldId id="264" r:id="rId36"/>
    <p:sldId id="265" r:id="rId37"/>
    <p:sldId id="266" r:id="rId38"/>
    <p:sldId id="267" r:id="rId39"/>
    <p:sldId id="268" r:id="rId40"/>
    <p:sldId id="540" r:id="rId41"/>
    <p:sldId id="382" r:id="rId42"/>
    <p:sldId id="538" r:id="rId43"/>
    <p:sldId id="449" r:id="rId44"/>
    <p:sldId id="489" r:id="rId45"/>
    <p:sldId id="596" r:id="rId46"/>
    <p:sldId id="450" r:id="rId47"/>
    <p:sldId id="548" r:id="rId48"/>
    <p:sldId id="549" r:id="rId49"/>
    <p:sldId id="531" r:id="rId50"/>
    <p:sldId id="550" r:id="rId51"/>
    <p:sldId id="585" r:id="rId52"/>
    <p:sldId id="586" r:id="rId53"/>
    <p:sldId id="587" r:id="rId54"/>
    <p:sldId id="583" r:id="rId55"/>
    <p:sldId id="571" r:id="rId56"/>
    <p:sldId id="573" r:id="rId57"/>
    <p:sldId id="575" r:id="rId58"/>
    <p:sldId id="576" r:id="rId59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87FA4C-DC0F-D549-9500-2EB7757E066C}" v="1290" dt="2026-08-21T07:23:43.1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698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224" y="2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microsoft.com/office/2015/10/relationships/revisionInfo" Target="revisionInfo.xml"/><Relationship Id="rId5" Type="http://schemas.openxmlformats.org/officeDocument/2006/relationships/slide" Target="slides/slide2.xml"/><Relationship Id="rId61" Type="http://schemas.openxmlformats.org/officeDocument/2006/relationships/presProps" Target="presProp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notesMaster" Target="notesMasters/notesMaster1.xml"/><Relationship Id="rId65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ttorm Schjelderup" userId="e0ac67c0-b505-4405-ab95-266cbfcd4586" providerId="ADAL" clId="{495AF721-4E66-5624-A6F1-D11890231467}"/>
    <pc:docChg chg="undo custSel addSld delSld modSld sldOrd">
      <pc:chgData name="Guttorm Schjelderup" userId="e0ac67c0-b505-4405-ab95-266cbfcd4586" providerId="ADAL" clId="{495AF721-4E66-5624-A6F1-D11890231467}" dt="2026-08-21T07:25:19.180" v="10451" actId="27636"/>
      <pc:docMkLst>
        <pc:docMk/>
      </pc:docMkLst>
      <pc:sldChg chg="modSp mod">
        <pc:chgData name="Guttorm Schjelderup" userId="e0ac67c0-b505-4405-ab95-266cbfcd4586" providerId="ADAL" clId="{495AF721-4E66-5624-A6F1-D11890231467}" dt="2026-08-20T07:27:41.293" v="4758" actId="20577"/>
        <pc:sldMkLst>
          <pc:docMk/>
          <pc:sldMk cId="0" sldId="256"/>
        </pc:sldMkLst>
        <pc:spChg chg="mod">
          <ac:chgData name="Guttorm Schjelderup" userId="e0ac67c0-b505-4405-ab95-266cbfcd4586" providerId="ADAL" clId="{495AF721-4E66-5624-A6F1-D11890231467}" dt="2026-08-20T07:27:41.293" v="4758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Guttorm Schjelderup" userId="e0ac67c0-b505-4405-ab95-266cbfcd4586" providerId="ADAL" clId="{495AF721-4E66-5624-A6F1-D11890231467}" dt="2026-08-11T12:51:38.431" v="549" actId="20577"/>
          <ac:spMkLst>
            <pc:docMk/>
            <pc:sldMk cId="0" sldId="256"/>
            <ac:spMk id="23" creationId="{00000000-0000-0000-0000-000000000000}"/>
          </ac:spMkLst>
        </pc:spChg>
        <pc:graphicFrameChg chg="mod">
          <ac:chgData name="Guttorm Schjelderup" userId="e0ac67c0-b505-4405-ab95-266cbfcd4586" providerId="ADAL" clId="{495AF721-4E66-5624-A6F1-D11890231467}" dt="2026-08-11T12:51:46.722" v="550" actId="1036"/>
          <ac:graphicFrameMkLst>
            <pc:docMk/>
            <pc:sldMk cId="0" sldId="256"/>
            <ac:graphicFrameMk id="4" creationId="{00000000-0000-0000-0000-000000000000}"/>
          </ac:graphicFrameMkLst>
        </pc:graphicFrameChg>
      </pc:sldChg>
      <pc:sldChg chg="modSp mod">
        <pc:chgData name="Guttorm Schjelderup" userId="e0ac67c0-b505-4405-ab95-266cbfcd4586" providerId="ADAL" clId="{495AF721-4E66-5624-A6F1-D11890231467}" dt="2026-08-20T17:11:29.542" v="9650" actId="20577"/>
        <pc:sldMkLst>
          <pc:docMk/>
          <pc:sldMk cId="3315722820" sldId="264"/>
        </pc:sldMkLst>
        <pc:spChg chg="mod">
          <ac:chgData name="Guttorm Schjelderup" userId="e0ac67c0-b505-4405-ab95-266cbfcd4586" providerId="ADAL" clId="{495AF721-4E66-5624-A6F1-D11890231467}" dt="2026-08-12T09:03:38.674" v="1758" actId="404"/>
          <ac:spMkLst>
            <pc:docMk/>
            <pc:sldMk cId="3315722820" sldId="264"/>
            <ac:spMk id="2" creationId="{42740691-712A-4E7D-8E92-599256D32B08}"/>
          </ac:spMkLst>
        </pc:spChg>
        <pc:spChg chg="mod">
          <ac:chgData name="Guttorm Schjelderup" userId="e0ac67c0-b505-4405-ab95-266cbfcd4586" providerId="ADAL" clId="{495AF721-4E66-5624-A6F1-D11890231467}" dt="2026-08-20T17:11:29.542" v="9650" actId="20577"/>
          <ac:spMkLst>
            <pc:docMk/>
            <pc:sldMk cId="3315722820" sldId="264"/>
            <ac:spMk id="3" creationId="{4C274F8E-4255-4F51-9559-27FD70D1D7B3}"/>
          </ac:spMkLst>
        </pc:spChg>
      </pc:sldChg>
      <pc:sldChg chg="modSp mod modAnim">
        <pc:chgData name="Guttorm Schjelderup" userId="e0ac67c0-b505-4405-ab95-266cbfcd4586" providerId="ADAL" clId="{495AF721-4E66-5624-A6F1-D11890231467}" dt="2026-08-20T09:48:10.008" v="5364" actId="20577"/>
        <pc:sldMkLst>
          <pc:docMk/>
          <pc:sldMk cId="189363549" sldId="265"/>
        </pc:sldMkLst>
        <pc:spChg chg="mod">
          <ac:chgData name="Guttorm Schjelderup" userId="e0ac67c0-b505-4405-ab95-266cbfcd4586" providerId="ADAL" clId="{495AF721-4E66-5624-A6F1-D11890231467}" dt="2026-08-12T09:08:21.126" v="1776" actId="20577"/>
          <ac:spMkLst>
            <pc:docMk/>
            <pc:sldMk cId="189363549" sldId="265"/>
            <ac:spMk id="2" creationId="{035F7464-44B5-4CB8-B73D-1E743FECE949}"/>
          </ac:spMkLst>
        </pc:spChg>
        <pc:spChg chg="mod">
          <ac:chgData name="Guttorm Schjelderup" userId="e0ac67c0-b505-4405-ab95-266cbfcd4586" providerId="ADAL" clId="{495AF721-4E66-5624-A6F1-D11890231467}" dt="2026-08-20T09:48:10.008" v="5364" actId="20577"/>
          <ac:spMkLst>
            <pc:docMk/>
            <pc:sldMk cId="189363549" sldId="265"/>
            <ac:spMk id="3" creationId="{C3B54D50-63DA-4B33-AC15-DCDD7FA04310}"/>
          </ac:spMkLst>
        </pc:spChg>
      </pc:sldChg>
      <pc:sldChg chg="modSp mod">
        <pc:chgData name="Guttorm Schjelderup" userId="e0ac67c0-b505-4405-ab95-266cbfcd4586" providerId="ADAL" clId="{495AF721-4E66-5624-A6F1-D11890231467}" dt="2026-08-12T09:09:34.477" v="1906" actId="2711"/>
        <pc:sldMkLst>
          <pc:docMk/>
          <pc:sldMk cId="1729875635" sldId="267"/>
        </pc:sldMkLst>
        <pc:spChg chg="mod">
          <ac:chgData name="Guttorm Schjelderup" userId="e0ac67c0-b505-4405-ab95-266cbfcd4586" providerId="ADAL" clId="{495AF721-4E66-5624-A6F1-D11890231467}" dt="2026-08-12T09:09:34.477" v="1906" actId="2711"/>
          <ac:spMkLst>
            <pc:docMk/>
            <pc:sldMk cId="1729875635" sldId="267"/>
            <ac:spMk id="2" creationId="{469FCFED-FA58-45C7-8F43-012A5231A61A}"/>
          </ac:spMkLst>
        </pc:spChg>
      </pc:sldChg>
      <pc:sldChg chg="add setBg">
        <pc:chgData name="Guttorm Schjelderup" userId="e0ac67c0-b505-4405-ab95-266cbfcd4586" providerId="ADAL" clId="{495AF721-4E66-5624-A6F1-D11890231467}" dt="2026-08-20T09:58:34.891" v="5746"/>
        <pc:sldMkLst>
          <pc:docMk/>
          <pc:sldMk cId="1894663089" sldId="382"/>
        </pc:sldMkLst>
      </pc:sldChg>
      <pc:sldChg chg="del">
        <pc:chgData name="Guttorm Schjelderup" userId="e0ac67c0-b505-4405-ab95-266cbfcd4586" providerId="ADAL" clId="{495AF721-4E66-5624-A6F1-D11890231467}" dt="2026-08-20T09:58:27.014" v="5745" actId="2696"/>
        <pc:sldMkLst>
          <pc:docMk/>
          <pc:sldMk cId="2777930781" sldId="382"/>
        </pc:sldMkLst>
      </pc:sldChg>
      <pc:sldChg chg="del">
        <pc:chgData name="Guttorm Schjelderup" userId="e0ac67c0-b505-4405-ab95-266cbfcd4586" providerId="ADAL" clId="{495AF721-4E66-5624-A6F1-D11890231467}" dt="2026-08-20T09:58:14.234" v="5743" actId="2696"/>
        <pc:sldMkLst>
          <pc:docMk/>
          <pc:sldMk cId="2017921938" sldId="385"/>
        </pc:sldMkLst>
      </pc:sldChg>
      <pc:sldChg chg="add del setBg">
        <pc:chgData name="Guttorm Schjelderup" userId="e0ac67c0-b505-4405-ab95-266cbfcd4586" providerId="ADAL" clId="{495AF721-4E66-5624-A6F1-D11890231467}" dt="2026-08-20T17:19:39.070" v="9694" actId="2696"/>
        <pc:sldMkLst>
          <pc:docMk/>
          <pc:sldMk cId="2544796699" sldId="385"/>
        </pc:sldMkLst>
      </pc:sldChg>
      <pc:sldChg chg="modSp mod">
        <pc:chgData name="Guttorm Schjelderup" userId="e0ac67c0-b505-4405-ab95-266cbfcd4586" providerId="ADAL" clId="{495AF721-4E66-5624-A6F1-D11890231467}" dt="2026-08-20T13:08:31.697" v="7397" actId="20577"/>
        <pc:sldMkLst>
          <pc:docMk/>
          <pc:sldMk cId="2725081697" sldId="488"/>
        </pc:sldMkLst>
        <pc:spChg chg="mod">
          <ac:chgData name="Guttorm Schjelderup" userId="e0ac67c0-b505-4405-ab95-266cbfcd4586" providerId="ADAL" clId="{495AF721-4E66-5624-A6F1-D11890231467}" dt="2026-08-20T13:08:31.697" v="7397" actId="20577"/>
          <ac:spMkLst>
            <pc:docMk/>
            <pc:sldMk cId="2725081697" sldId="488"/>
            <ac:spMk id="2" creationId="{AC8C747F-3C71-41B2-EF3C-3101805C706A}"/>
          </ac:spMkLst>
        </pc:spChg>
      </pc:sldChg>
      <pc:sldChg chg="modSp mod">
        <pc:chgData name="Guttorm Schjelderup" userId="e0ac67c0-b505-4405-ab95-266cbfcd4586" providerId="ADAL" clId="{495AF721-4E66-5624-A6F1-D11890231467}" dt="2026-08-20T17:25:55.841" v="9833" actId="20577"/>
        <pc:sldMkLst>
          <pc:docMk/>
          <pc:sldMk cId="2867581570" sldId="489"/>
        </pc:sldMkLst>
        <pc:spChg chg="mod">
          <ac:chgData name="Guttorm Schjelderup" userId="e0ac67c0-b505-4405-ab95-266cbfcd4586" providerId="ADAL" clId="{495AF721-4E66-5624-A6F1-D11890231467}" dt="2026-08-20T17:20:21.654" v="9698" actId="20577"/>
          <ac:spMkLst>
            <pc:docMk/>
            <pc:sldMk cId="2867581570" sldId="489"/>
            <ac:spMk id="2" creationId="{8B795578-1A7A-2F6A-4A25-87227E47D42E}"/>
          </ac:spMkLst>
        </pc:spChg>
        <pc:spChg chg="mod">
          <ac:chgData name="Guttorm Schjelderup" userId="e0ac67c0-b505-4405-ab95-266cbfcd4586" providerId="ADAL" clId="{495AF721-4E66-5624-A6F1-D11890231467}" dt="2026-08-20T17:25:55.841" v="9833" actId="20577"/>
          <ac:spMkLst>
            <pc:docMk/>
            <pc:sldMk cId="2867581570" sldId="489"/>
            <ac:spMk id="3" creationId="{B38DFEBB-82B4-D9AC-E6D4-0CB1EC1CF4C5}"/>
          </ac:spMkLst>
        </pc:spChg>
      </pc:sldChg>
      <pc:sldChg chg="addSp delSp modSp del mod modAnim">
        <pc:chgData name="Guttorm Schjelderup" userId="e0ac67c0-b505-4405-ab95-266cbfcd4586" providerId="ADAL" clId="{495AF721-4E66-5624-A6F1-D11890231467}" dt="2026-08-20T13:50:17.900" v="8405" actId="2696"/>
        <pc:sldMkLst>
          <pc:docMk/>
          <pc:sldMk cId="2739297708" sldId="494"/>
        </pc:sldMkLst>
      </pc:sldChg>
      <pc:sldChg chg="addSp modSp mod modAnim">
        <pc:chgData name="Guttorm Schjelderup" userId="e0ac67c0-b505-4405-ab95-266cbfcd4586" providerId="ADAL" clId="{495AF721-4E66-5624-A6F1-D11890231467}" dt="2026-08-21T07:09:01.593" v="10081" actId="20577"/>
        <pc:sldMkLst>
          <pc:docMk/>
          <pc:sldMk cId="1442812529" sldId="519"/>
        </pc:sldMkLst>
        <pc:spChg chg="mod">
          <ac:chgData name="Guttorm Schjelderup" userId="e0ac67c0-b505-4405-ab95-266cbfcd4586" providerId="ADAL" clId="{495AF721-4E66-5624-A6F1-D11890231467}" dt="2026-08-21T07:09:01.593" v="10081" actId="20577"/>
          <ac:spMkLst>
            <pc:docMk/>
            <pc:sldMk cId="1442812529" sldId="519"/>
            <ac:spMk id="2" creationId="{27B1DAD7-2DE8-03DF-5EDF-A8A2A3E9E577}"/>
          </ac:spMkLst>
        </pc:spChg>
        <pc:spChg chg="add mod">
          <ac:chgData name="Guttorm Schjelderup" userId="e0ac67c0-b505-4405-ab95-266cbfcd4586" providerId="ADAL" clId="{495AF721-4E66-5624-A6F1-D11890231467}" dt="2026-08-11T12:39:15.638" v="75" actId="1076"/>
          <ac:spMkLst>
            <pc:docMk/>
            <pc:sldMk cId="1442812529" sldId="519"/>
            <ac:spMk id="7" creationId="{282B3D4A-C65C-8B8A-88B3-F1D6AC6274A6}"/>
          </ac:spMkLst>
        </pc:spChg>
        <pc:spChg chg="add mod">
          <ac:chgData name="Guttorm Schjelderup" userId="e0ac67c0-b505-4405-ab95-266cbfcd4586" providerId="ADAL" clId="{495AF721-4E66-5624-A6F1-D11890231467}" dt="2026-08-11T12:40:40.684" v="100" actId="207"/>
          <ac:spMkLst>
            <pc:docMk/>
            <pc:sldMk cId="1442812529" sldId="519"/>
            <ac:spMk id="8" creationId="{AF97815D-D4E0-8BC7-8394-B4831E41507B}"/>
          </ac:spMkLst>
        </pc:spChg>
        <pc:spChg chg="add mod">
          <ac:chgData name="Guttorm Schjelderup" userId="e0ac67c0-b505-4405-ab95-266cbfcd4586" providerId="ADAL" clId="{495AF721-4E66-5624-A6F1-D11890231467}" dt="2026-08-11T12:39:56.331" v="91" actId="1076"/>
          <ac:spMkLst>
            <pc:docMk/>
            <pc:sldMk cId="1442812529" sldId="519"/>
            <ac:spMk id="9" creationId="{0EC14B04-481C-B7B7-4F85-A79516A65751}"/>
          </ac:spMkLst>
        </pc:spChg>
        <pc:spChg chg="add mod">
          <ac:chgData name="Guttorm Schjelderup" userId="e0ac67c0-b505-4405-ab95-266cbfcd4586" providerId="ADAL" clId="{495AF721-4E66-5624-A6F1-D11890231467}" dt="2026-08-11T12:40:20.350" v="97" actId="207"/>
          <ac:spMkLst>
            <pc:docMk/>
            <pc:sldMk cId="1442812529" sldId="519"/>
            <ac:spMk id="10" creationId="{F82FC331-0354-55AF-2D8B-4109FE19640B}"/>
          </ac:spMkLst>
        </pc:spChg>
      </pc:sldChg>
      <pc:sldChg chg="modSp mod">
        <pc:chgData name="Guttorm Schjelderup" userId="e0ac67c0-b505-4405-ab95-266cbfcd4586" providerId="ADAL" clId="{495AF721-4E66-5624-A6F1-D11890231467}" dt="2026-08-21T07:19:29.737" v="10272" actId="20577"/>
        <pc:sldMkLst>
          <pc:docMk/>
          <pc:sldMk cId="2280820918" sldId="522"/>
        </pc:sldMkLst>
        <pc:spChg chg="mod">
          <ac:chgData name="Guttorm Schjelderup" userId="e0ac67c0-b505-4405-ab95-266cbfcd4586" providerId="ADAL" clId="{495AF721-4E66-5624-A6F1-D11890231467}" dt="2026-08-12T08:56:43.927" v="1571" actId="113"/>
          <ac:spMkLst>
            <pc:docMk/>
            <pc:sldMk cId="2280820918" sldId="522"/>
            <ac:spMk id="4" creationId="{EAD37B4F-4AF9-02F1-9E8B-D74ED05DBEF3}"/>
          </ac:spMkLst>
        </pc:spChg>
        <pc:spChg chg="mod">
          <ac:chgData name="Guttorm Schjelderup" userId="e0ac67c0-b505-4405-ab95-266cbfcd4586" providerId="ADAL" clId="{495AF721-4E66-5624-A6F1-D11890231467}" dt="2026-08-21T07:19:29.737" v="10272" actId="20577"/>
          <ac:spMkLst>
            <pc:docMk/>
            <pc:sldMk cId="2280820918" sldId="522"/>
            <ac:spMk id="6" creationId="{5059C386-D002-A1BA-24D9-9594000EE1DB}"/>
          </ac:spMkLst>
        </pc:spChg>
        <pc:spChg chg="mod">
          <ac:chgData name="Guttorm Schjelderup" userId="e0ac67c0-b505-4405-ab95-266cbfcd4586" providerId="ADAL" clId="{495AF721-4E66-5624-A6F1-D11890231467}" dt="2026-08-20T09:44:17.707" v="5055" actId="20577"/>
          <ac:spMkLst>
            <pc:docMk/>
            <pc:sldMk cId="2280820918" sldId="522"/>
            <ac:spMk id="7" creationId="{0EDD68BC-E692-B827-E4F5-DFDFCF882BF7}"/>
          </ac:spMkLst>
        </pc:spChg>
      </pc:sldChg>
      <pc:sldChg chg="addSp delSp modSp mod">
        <pc:chgData name="Guttorm Schjelderup" userId="e0ac67c0-b505-4405-ab95-266cbfcd4586" providerId="ADAL" clId="{495AF721-4E66-5624-A6F1-D11890231467}" dt="2026-08-20T14:11:44.376" v="9471" actId="478"/>
        <pc:sldMkLst>
          <pc:docMk/>
          <pc:sldMk cId="1909693609" sldId="523"/>
        </pc:sldMkLst>
        <pc:spChg chg="del mod">
          <ac:chgData name="Guttorm Schjelderup" userId="e0ac67c0-b505-4405-ab95-266cbfcd4586" providerId="ADAL" clId="{495AF721-4E66-5624-A6F1-D11890231467}" dt="2026-08-20T14:11:40.966" v="9470" actId="478"/>
          <ac:spMkLst>
            <pc:docMk/>
            <pc:sldMk cId="1909693609" sldId="523"/>
            <ac:spMk id="13" creationId="{E32C446D-7ECE-2CF6-4E8A-995019399574}"/>
          </ac:spMkLst>
        </pc:spChg>
        <pc:spChg chg="del mod">
          <ac:chgData name="Guttorm Schjelderup" userId="e0ac67c0-b505-4405-ab95-266cbfcd4586" providerId="ADAL" clId="{495AF721-4E66-5624-A6F1-D11890231467}" dt="2026-08-20T14:11:44.376" v="9471" actId="478"/>
          <ac:spMkLst>
            <pc:docMk/>
            <pc:sldMk cId="1909693609" sldId="523"/>
            <ac:spMk id="14" creationId="{4274A1FD-7EC3-726D-8BCE-73DE60D6A736}"/>
          </ac:spMkLst>
        </pc:spChg>
        <pc:cxnChg chg="mod">
          <ac:chgData name="Guttorm Schjelderup" userId="e0ac67c0-b505-4405-ab95-266cbfcd4586" providerId="ADAL" clId="{495AF721-4E66-5624-A6F1-D11890231467}" dt="2026-08-12T08:48:15.723" v="1244" actId="208"/>
          <ac:cxnSpMkLst>
            <pc:docMk/>
            <pc:sldMk cId="1909693609" sldId="523"/>
            <ac:cxnSpMk id="5" creationId="{3983AF72-05C7-C42E-7EC0-E6C6D2F54459}"/>
          </ac:cxnSpMkLst>
        </pc:cxnChg>
        <pc:cxnChg chg="mod">
          <ac:chgData name="Guttorm Schjelderup" userId="e0ac67c0-b505-4405-ab95-266cbfcd4586" providerId="ADAL" clId="{495AF721-4E66-5624-A6F1-D11890231467}" dt="2026-08-12T08:48:19.099" v="1245" actId="208"/>
          <ac:cxnSpMkLst>
            <pc:docMk/>
            <pc:sldMk cId="1909693609" sldId="523"/>
            <ac:cxnSpMk id="8" creationId="{8F176450-A35D-68C3-DC49-E28B2B81D3E9}"/>
          </ac:cxnSpMkLst>
        </pc:cxnChg>
        <pc:cxnChg chg="mod">
          <ac:chgData name="Guttorm Schjelderup" userId="e0ac67c0-b505-4405-ab95-266cbfcd4586" providerId="ADAL" clId="{495AF721-4E66-5624-A6F1-D11890231467}" dt="2026-08-12T08:48:23.621" v="1246" actId="208"/>
          <ac:cxnSpMkLst>
            <pc:docMk/>
            <pc:sldMk cId="1909693609" sldId="523"/>
            <ac:cxnSpMk id="10" creationId="{509CF159-7739-2CEB-B10E-0A83B4176F47}"/>
          </ac:cxnSpMkLst>
        </pc:cxnChg>
        <pc:cxnChg chg="mod">
          <ac:chgData name="Guttorm Schjelderup" userId="e0ac67c0-b505-4405-ab95-266cbfcd4586" providerId="ADAL" clId="{495AF721-4E66-5624-A6F1-D11890231467}" dt="2026-08-12T08:48:28.559" v="1247" actId="208"/>
          <ac:cxnSpMkLst>
            <pc:docMk/>
            <pc:sldMk cId="1909693609" sldId="523"/>
            <ac:cxnSpMk id="11" creationId="{2A0DA362-AED9-BF95-00F9-159D0A11C7C3}"/>
          </ac:cxnSpMkLst>
        </pc:cxnChg>
        <pc:cxnChg chg="add mod">
          <ac:chgData name="Guttorm Schjelderup" userId="e0ac67c0-b505-4405-ab95-266cbfcd4586" providerId="ADAL" clId="{495AF721-4E66-5624-A6F1-D11890231467}" dt="2026-08-12T08:47:26.718" v="1239" actId="1582"/>
          <ac:cxnSpMkLst>
            <pc:docMk/>
            <pc:sldMk cId="1909693609" sldId="523"/>
            <ac:cxnSpMk id="15" creationId="{A5C86638-7A41-3369-C4DD-A40CCA020464}"/>
          </ac:cxnSpMkLst>
        </pc:cxnChg>
        <pc:cxnChg chg="add mod">
          <ac:chgData name="Guttorm Schjelderup" userId="e0ac67c0-b505-4405-ab95-266cbfcd4586" providerId="ADAL" clId="{495AF721-4E66-5624-A6F1-D11890231467}" dt="2026-08-12T08:48:09.288" v="1243" actId="208"/>
          <ac:cxnSpMkLst>
            <pc:docMk/>
            <pc:sldMk cId="1909693609" sldId="523"/>
            <ac:cxnSpMk id="17" creationId="{442BE181-3576-F10B-BFCF-D90CAF307D2D}"/>
          </ac:cxnSpMkLst>
        </pc:cxnChg>
        <pc:cxnChg chg="add mod">
          <ac:chgData name="Guttorm Schjelderup" userId="e0ac67c0-b505-4405-ab95-266cbfcd4586" providerId="ADAL" clId="{495AF721-4E66-5624-A6F1-D11890231467}" dt="2026-08-12T08:50:54.813" v="1298" actId="208"/>
          <ac:cxnSpMkLst>
            <pc:docMk/>
            <pc:sldMk cId="1909693609" sldId="523"/>
            <ac:cxnSpMk id="19" creationId="{80A4FFC2-3983-1748-9A8A-EA8426CD084B}"/>
          </ac:cxnSpMkLst>
        </pc:cxnChg>
        <pc:cxnChg chg="add mod">
          <ac:chgData name="Guttorm Schjelderup" userId="e0ac67c0-b505-4405-ab95-266cbfcd4586" providerId="ADAL" clId="{495AF721-4E66-5624-A6F1-D11890231467}" dt="2026-08-12T08:51:06.487" v="1300" actId="1076"/>
          <ac:cxnSpMkLst>
            <pc:docMk/>
            <pc:sldMk cId="1909693609" sldId="523"/>
            <ac:cxnSpMk id="20" creationId="{B33A1F0B-7DBD-2819-207D-6F9595F93BCA}"/>
          </ac:cxnSpMkLst>
        </pc:cxnChg>
      </pc:sldChg>
      <pc:sldChg chg="modSp">
        <pc:chgData name="Guttorm Schjelderup" userId="e0ac67c0-b505-4405-ab95-266cbfcd4586" providerId="ADAL" clId="{495AF721-4E66-5624-A6F1-D11890231467}" dt="2026-08-20T09:27:27.373" v="4971" actId="20577"/>
        <pc:sldMkLst>
          <pc:docMk/>
          <pc:sldMk cId="3314993603" sldId="529"/>
        </pc:sldMkLst>
        <pc:spChg chg="mod">
          <ac:chgData name="Guttorm Schjelderup" userId="e0ac67c0-b505-4405-ab95-266cbfcd4586" providerId="ADAL" clId="{495AF721-4E66-5624-A6F1-D11890231467}" dt="2026-08-20T09:27:27.373" v="4971" actId="20577"/>
          <ac:spMkLst>
            <pc:docMk/>
            <pc:sldMk cId="3314993603" sldId="529"/>
            <ac:spMk id="15" creationId="{E93C5D2E-9D63-6AAC-2D7D-6395E1BD3780}"/>
          </ac:spMkLst>
        </pc:spChg>
      </pc:sldChg>
      <pc:sldChg chg="modSp mod modAnim">
        <pc:chgData name="Guttorm Schjelderup" userId="e0ac67c0-b505-4405-ab95-266cbfcd4586" providerId="ADAL" clId="{495AF721-4E66-5624-A6F1-D11890231467}" dt="2026-08-20T16:59:35.063" v="9586" actId="20577"/>
        <pc:sldMkLst>
          <pc:docMk/>
          <pc:sldMk cId="2127252453" sldId="530"/>
        </pc:sldMkLst>
        <pc:spChg chg="mod">
          <ac:chgData name="Guttorm Schjelderup" userId="e0ac67c0-b505-4405-ab95-266cbfcd4586" providerId="ADAL" clId="{495AF721-4E66-5624-A6F1-D11890231467}" dt="2026-08-20T13:51:09.964" v="8447" actId="20577"/>
          <ac:spMkLst>
            <pc:docMk/>
            <pc:sldMk cId="2127252453" sldId="530"/>
            <ac:spMk id="2" creationId="{5907B79C-5302-A007-3BCE-802BEDCB0CB6}"/>
          </ac:spMkLst>
        </pc:spChg>
        <pc:spChg chg="mod">
          <ac:chgData name="Guttorm Schjelderup" userId="e0ac67c0-b505-4405-ab95-266cbfcd4586" providerId="ADAL" clId="{495AF721-4E66-5624-A6F1-D11890231467}" dt="2026-08-20T16:59:35.063" v="9586" actId="20577"/>
          <ac:spMkLst>
            <pc:docMk/>
            <pc:sldMk cId="2127252453" sldId="530"/>
            <ac:spMk id="3" creationId="{585ED847-3D4A-1FC6-859A-3CEA9C59355B}"/>
          </ac:spMkLst>
        </pc:spChg>
      </pc:sldChg>
      <pc:sldChg chg="del">
        <pc:chgData name="Guttorm Schjelderup" userId="e0ac67c0-b505-4405-ab95-266cbfcd4586" providerId="ADAL" clId="{495AF721-4E66-5624-A6F1-D11890231467}" dt="2026-08-20T10:00:05.808" v="5893" actId="2696"/>
        <pc:sldMkLst>
          <pc:docMk/>
          <pc:sldMk cId="835131063" sldId="531"/>
        </pc:sldMkLst>
      </pc:sldChg>
      <pc:sldChg chg="modSp add mod">
        <pc:chgData name="Guttorm Schjelderup" userId="e0ac67c0-b505-4405-ab95-266cbfcd4586" providerId="ADAL" clId="{495AF721-4E66-5624-A6F1-D11890231467}" dt="2026-08-21T07:24:56.317" v="10446" actId="20577"/>
        <pc:sldMkLst>
          <pc:docMk/>
          <pc:sldMk cId="1227967919" sldId="531"/>
        </pc:sldMkLst>
        <pc:spChg chg="mod">
          <ac:chgData name="Guttorm Schjelderup" userId="e0ac67c0-b505-4405-ab95-266cbfcd4586" providerId="ADAL" clId="{495AF721-4E66-5624-A6F1-D11890231467}" dt="2026-08-21T07:24:56.317" v="10446" actId="20577"/>
          <ac:spMkLst>
            <pc:docMk/>
            <pc:sldMk cId="1227967919" sldId="531"/>
            <ac:spMk id="3" creationId="{F3A2AB57-F9B3-A20E-26D4-77632AAB45AA}"/>
          </ac:spMkLst>
        </pc:spChg>
      </pc:sldChg>
      <pc:sldChg chg="modSp add mod">
        <pc:chgData name="Guttorm Schjelderup" userId="e0ac67c0-b505-4405-ab95-266cbfcd4586" providerId="ADAL" clId="{495AF721-4E66-5624-A6F1-D11890231467}" dt="2026-08-20T17:19:34.059" v="9693" actId="20577"/>
        <pc:sldMkLst>
          <pc:docMk/>
          <pc:sldMk cId="791687747" sldId="538"/>
        </pc:sldMkLst>
        <pc:spChg chg="mod">
          <ac:chgData name="Guttorm Schjelderup" userId="e0ac67c0-b505-4405-ab95-266cbfcd4586" providerId="ADAL" clId="{495AF721-4E66-5624-A6F1-D11890231467}" dt="2026-08-20T17:18:35.155" v="9670" actId="20577"/>
          <ac:spMkLst>
            <pc:docMk/>
            <pc:sldMk cId="791687747" sldId="538"/>
            <ac:spMk id="2" creationId="{6B4749AC-8701-F991-41E7-BB1D388D83BF}"/>
          </ac:spMkLst>
        </pc:spChg>
        <pc:spChg chg="mod">
          <ac:chgData name="Guttorm Schjelderup" userId="e0ac67c0-b505-4405-ab95-266cbfcd4586" providerId="ADAL" clId="{495AF721-4E66-5624-A6F1-D11890231467}" dt="2026-08-20T17:19:34.059" v="9693" actId="20577"/>
          <ac:spMkLst>
            <pc:docMk/>
            <pc:sldMk cId="791687747" sldId="538"/>
            <ac:spMk id="3" creationId="{79C2C651-7AE1-11E7-BC5E-38AE1A0EDB4F}"/>
          </ac:spMkLst>
        </pc:spChg>
      </pc:sldChg>
      <pc:sldChg chg="del">
        <pc:chgData name="Guttorm Schjelderup" userId="e0ac67c0-b505-4405-ab95-266cbfcd4586" providerId="ADAL" clId="{495AF721-4E66-5624-A6F1-D11890231467}" dt="2026-08-20T09:58:14.234" v="5743" actId="2696"/>
        <pc:sldMkLst>
          <pc:docMk/>
          <pc:sldMk cId="1369146804" sldId="538"/>
        </pc:sldMkLst>
      </pc:sldChg>
      <pc:sldChg chg="modSp mod modAnim">
        <pc:chgData name="Guttorm Schjelderup" userId="e0ac67c0-b505-4405-ab95-266cbfcd4586" providerId="ADAL" clId="{495AF721-4E66-5624-A6F1-D11890231467}" dt="2026-08-20T17:15:37.254" v="9655" actId="313"/>
        <pc:sldMkLst>
          <pc:docMk/>
          <pc:sldMk cId="3570267687" sldId="540"/>
        </pc:sldMkLst>
        <pc:spChg chg="mod">
          <ac:chgData name="Guttorm Schjelderup" userId="e0ac67c0-b505-4405-ab95-266cbfcd4586" providerId="ADAL" clId="{495AF721-4E66-5624-A6F1-D11890231467}" dt="2026-08-20T17:15:37.254" v="9655" actId="313"/>
          <ac:spMkLst>
            <pc:docMk/>
            <pc:sldMk cId="3570267687" sldId="540"/>
            <ac:spMk id="3" creationId="{43D49353-67D8-D5AD-CB64-59893F92927D}"/>
          </ac:spMkLst>
        </pc:spChg>
      </pc:sldChg>
      <pc:sldChg chg="modSp mod modAnim">
        <pc:chgData name="Guttorm Schjelderup" userId="e0ac67c0-b505-4405-ab95-266cbfcd4586" providerId="ADAL" clId="{495AF721-4E66-5624-A6F1-D11890231467}" dt="2026-08-20T13:13:16.289" v="7589" actId="20577"/>
        <pc:sldMkLst>
          <pc:docMk/>
          <pc:sldMk cId="2194343682" sldId="542"/>
        </pc:sldMkLst>
        <pc:spChg chg="mod">
          <ac:chgData name="Guttorm Schjelderup" userId="e0ac67c0-b505-4405-ab95-266cbfcd4586" providerId="ADAL" clId="{495AF721-4E66-5624-A6F1-D11890231467}" dt="2026-08-20T07:23:54.012" v="4560" actId="14100"/>
          <ac:spMkLst>
            <pc:docMk/>
            <pc:sldMk cId="2194343682" sldId="542"/>
            <ac:spMk id="2" creationId="{ADAE16EA-2305-5A87-E415-20E45AAE5D9E}"/>
          </ac:spMkLst>
        </pc:spChg>
        <pc:spChg chg="mod">
          <ac:chgData name="Guttorm Schjelderup" userId="e0ac67c0-b505-4405-ab95-266cbfcd4586" providerId="ADAL" clId="{495AF721-4E66-5624-A6F1-D11890231467}" dt="2026-08-20T13:13:16.289" v="7589" actId="20577"/>
          <ac:spMkLst>
            <pc:docMk/>
            <pc:sldMk cId="2194343682" sldId="542"/>
            <ac:spMk id="3" creationId="{44F5A53A-7E39-77CB-0D76-445E1D10E492}"/>
          </ac:spMkLst>
        </pc:spChg>
      </pc:sldChg>
      <pc:sldChg chg="modSp mod">
        <pc:chgData name="Guttorm Schjelderup" userId="e0ac67c0-b505-4405-ab95-266cbfcd4586" providerId="ADAL" clId="{495AF721-4E66-5624-A6F1-D11890231467}" dt="2026-08-21T07:10:16.966" v="10100" actId="14100"/>
        <pc:sldMkLst>
          <pc:docMk/>
          <pc:sldMk cId="1842809454" sldId="543"/>
        </pc:sldMkLst>
        <pc:spChg chg="mod">
          <ac:chgData name="Guttorm Schjelderup" userId="e0ac67c0-b505-4405-ab95-266cbfcd4586" providerId="ADAL" clId="{495AF721-4E66-5624-A6F1-D11890231467}" dt="2026-08-21T07:10:16.966" v="10100" actId="14100"/>
          <ac:spMkLst>
            <pc:docMk/>
            <pc:sldMk cId="1842809454" sldId="543"/>
            <ac:spMk id="3" creationId="{4975DCDB-3144-8D12-854E-0E88179D9DEA}"/>
          </ac:spMkLst>
        </pc:spChg>
      </pc:sldChg>
      <pc:sldChg chg="modSp mod modAnim">
        <pc:chgData name="Guttorm Schjelderup" userId="e0ac67c0-b505-4405-ab95-266cbfcd4586" providerId="ADAL" clId="{495AF721-4E66-5624-A6F1-D11890231467}" dt="2026-08-21T06:46:32.345" v="10067"/>
        <pc:sldMkLst>
          <pc:docMk/>
          <pc:sldMk cId="3156203882" sldId="544"/>
        </pc:sldMkLst>
        <pc:spChg chg="mod">
          <ac:chgData name="Guttorm Schjelderup" userId="e0ac67c0-b505-4405-ab95-266cbfcd4586" providerId="ADAL" clId="{495AF721-4E66-5624-A6F1-D11890231467}" dt="2026-08-21T06:44:46.809" v="9896"/>
          <ac:spMkLst>
            <pc:docMk/>
            <pc:sldMk cId="3156203882" sldId="544"/>
            <ac:spMk id="2" creationId="{516DBD02-1CE3-21B8-145B-BD52B5ECBD1C}"/>
          </ac:spMkLst>
        </pc:spChg>
        <pc:spChg chg="mod">
          <ac:chgData name="Guttorm Schjelderup" userId="e0ac67c0-b505-4405-ab95-266cbfcd4586" providerId="ADAL" clId="{495AF721-4E66-5624-A6F1-D11890231467}" dt="2026-08-21T06:46:10.016" v="10066" actId="20577"/>
          <ac:spMkLst>
            <pc:docMk/>
            <pc:sldMk cId="3156203882" sldId="544"/>
            <ac:spMk id="3" creationId="{69D9FA23-E57A-89C2-683B-EF2B6F0DDF56}"/>
          </ac:spMkLst>
        </pc:spChg>
      </pc:sldChg>
      <pc:sldChg chg="modSp mod">
        <pc:chgData name="Guttorm Schjelderup" userId="e0ac67c0-b505-4405-ab95-266cbfcd4586" providerId="ADAL" clId="{495AF721-4E66-5624-A6F1-D11890231467}" dt="2026-08-20T13:52:28.937" v="8524" actId="113"/>
        <pc:sldMkLst>
          <pc:docMk/>
          <pc:sldMk cId="3312132055" sldId="545"/>
        </pc:sldMkLst>
        <pc:spChg chg="mod">
          <ac:chgData name="Guttorm Schjelderup" userId="e0ac67c0-b505-4405-ab95-266cbfcd4586" providerId="ADAL" clId="{495AF721-4E66-5624-A6F1-D11890231467}" dt="2026-08-20T13:52:28.937" v="8524" actId="113"/>
          <ac:spMkLst>
            <pc:docMk/>
            <pc:sldMk cId="3312132055" sldId="545"/>
            <ac:spMk id="2" creationId="{F326BB59-E9EA-17AA-D501-81B37AC049F2}"/>
          </ac:spMkLst>
        </pc:spChg>
        <pc:spChg chg="mod">
          <ac:chgData name="Guttorm Schjelderup" userId="e0ac67c0-b505-4405-ab95-266cbfcd4586" providerId="ADAL" clId="{495AF721-4E66-5624-A6F1-D11890231467}" dt="2026-08-20T09:41:36.818" v="4984" actId="404"/>
          <ac:spMkLst>
            <pc:docMk/>
            <pc:sldMk cId="3312132055" sldId="545"/>
            <ac:spMk id="3" creationId="{A700541B-141F-D703-FAF6-480EB598D8E5}"/>
          </ac:spMkLst>
        </pc:spChg>
      </pc:sldChg>
      <pc:sldChg chg="delSp modSp del mod">
        <pc:chgData name="Guttorm Schjelderup" userId="e0ac67c0-b505-4405-ab95-266cbfcd4586" providerId="ADAL" clId="{495AF721-4E66-5624-A6F1-D11890231467}" dt="2026-08-20T10:00:05.808" v="5893" actId="2696"/>
        <pc:sldMkLst>
          <pc:docMk/>
          <pc:sldMk cId="529687930" sldId="548"/>
        </pc:sldMkLst>
        <pc:spChg chg="mod">
          <ac:chgData name="Guttorm Schjelderup" userId="e0ac67c0-b505-4405-ab95-266cbfcd4586" providerId="ADAL" clId="{495AF721-4E66-5624-A6F1-D11890231467}" dt="2026-08-20T09:55:13.863" v="5621" actId="20577"/>
          <ac:spMkLst>
            <pc:docMk/>
            <pc:sldMk cId="529687930" sldId="548"/>
            <ac:spMk id="3" creationId="{00A19A32-E3D8-116F-272E-FCA5ADCCD969}"/>
          </ac:spMkLst>
        </pc:spChg>
        <pc:spChg chg="del">
          <ac:chgData name="Guttorm Schjelderup" userId="e0ac67c0-b505-4405-ab95-266cbfcd4586" providerId="ADAL" clId="{495AF721-4E66-5624-A6F1-D11890231467}" dt="2026-08-20T09:51:24.319" v="5484" actId="478"/>
          <ac:spMkLst>
            <pc:docMk/>
            <pc:sldMk cId="529687930" sldId="548"/>
            <ac:spMk id="4" creationId="{F4558A74-43A7-3E9D-A5ED-B724C24AEA08}"/>
          </ac:spMkLst>
        </pc:spChg>
      </pc:sldChg>
      <pc:sldChg chg="modSp add modAnim">
        <pc:chgData name="Guttorm Schjelderup" userId="e0ac67c0-b505-4405-ab95-266cbfcd4586" providerId="ADAL" clId="{495AF721-4E66-5624-A6F1-D11890231467}" dt="2026-08-21T07:22:17.663" v="10279" actId="20577"/>
        <pc:sldMkLst>
          <pc:docMk/>
          <pc:sldMk cId="4207387212" sldId="548"/>
        </pc:sldMkLst>
        <pc:spChg chg="mod">
          <ac:chgData name="Guttorm Schjelderup" userId="e0ac67c0-b505-4405-ab95-266cbfcd4586" providerId="ADAL" clId="{495AF721-4E66-5624-A6F1-D11890231467}" dt="2026-08-21T07:22:17.663" v="10279" actId="20577"/>
          <ac:spMkLst>
            <pc:docMk/>
            <pc:sldMk cId="4207387212" sldId="548"/>
            <ac:spMk id="3" creationId="{00A19A32-E3D8-116F-272E-FCA5ADCCD969}"/>
          </ac:spMkLst>
        </pc:spChg>
      </pc:sldChg>
      <pc:sldChg chg="modSp del mod modAnim">
        <pc:chgData name="Guttorm Schjelderup" userId="e0ac67c0-b505-4405-ab95-266cbfcd4586" providerId="ADAL" clId="{495AF721-4E66-5624-A6F1-D11890231467}" dt="2026-08-20T10:00:05.808" v="5893" actId="2696"/>
        <pc:sldMkLst>
          <pc:docMk/>
          <pc:sldMk cId="1287346579" sldId="549"/>
        </pc:sldMkLst>
        <pc:spChg chg="mod">
          <ac:chgData name="Guttorm Schjelderup" userId="e0ac67c0-b505-4405-ab95-266cbfcd4586" providerId="ADAL" clId="{495AF721-4E66-5624-A6F1-D11890231467}" dt="2026-08-20T09:56:54.268" v="5700" actId="20577"/>
          <ac:spMkLst>
            <pc:docMk/>
            <pc:sldMk cId="1287346579" sldId="549"/>
            <ac:spMk id="3" creationId="{F663F0E4-ACCD-1A8D-1075-A0500334A942}"/>
          </ac:spMkLst>
        </pc:spChg>
      </pc:sldChg>
      <pc:sldChg chg="modSp add modAnim">
        <pc:chgData name="Guttorm Schjelderup" userId="e0ac67c0-b505-4405-ab95-266cbfcd4586" providerId="ADAL" clId="{495AF721-4E66-5624-A6F1-D11890231467}" dt="2026-08-21T07:23:43.137" v="10366" actId="5793"/>
        <pc:sldMkLst>
          <pc:docMk/>
          <pc:sldMk cId="1397223183" sldId="549"/>
        </pc:sldMkLst>
        <pc:spChg chg="mod">
          <ac:chgData name="Guttorm Schjelderup" userId="e0ac67c0-b505-4405-ab95-266cbfcd4586" providerId="ADAL" clId="{495AF721-4E66-5624-A6F1-D11890231467}" dt="2026-08-21T07:23:43.137" v="10366" actId="5793"/>
          <ac:spMkLst>
            <pc:docMk/>
            <pc:sldMk cId="1397223183" sldId="549"/>
            <ac:spMk id="3" creationId="{F663F0E4-ACCD-1A8D-1075-A0500334A942}"/>
          </ac:spMkLst>
        </pc:spChg>
      </pc:sldChg>
      <pc:sldChg chg="add">
        <pc:chgData name="Guttorm Schjelderup" userId="e0ac67c0-b505-4405-ab95-266cbfcd4586" providerId="ADAL" clId="{495AF721-4E66-5624-A6F1-D11890231467}" dt="2026-08-20T10:00:12.294" v="5894"/>
        <pc:sldMkLst>
          <pc:docMk/>
          <pc:sldMk cId="694432069" sldId="550"/>
        </pc:sldMkLst>
      </pc:sldChg>
      <pc:sldChg chg="modSp del mod">
        <pc:chgData name="Guttorm Schjelderup" userId="e0ac67c0-b505-4405-ab95-266cbfcd4586" providerId="ADAL" clId="{495AF721-4E66-5624-A6F1-D11890231467}" dt="2026-08-20T10:00:05.808" v="5893" actId="2696"/>
        <pc:sldMkLst>
          <pc:docMk/>
          <pc:sldMk cId="3905104641" sldId="550"/>
        </pc:sldMkLst>
        <pc:spChg chg="mod">
          <ac:chgData name="Guttorm Schjelderup" userId="e0ac67c0-b505-4405-ab95-266cbfcd4586" providerId="ADAL" clId="{495AF721-4E66-5624-A6F1-D11890231467}" dt="2026-08-20T09:57:48.009" v="5742" actId="20577"/>
          <ac:spMkLst>
            <pc:docMk/>
            <pc:sldMk cId="3905104641" sldId="550"/>
            <ac:spMk id="3" creationId="{7153EAA8-9B57-A95C-7ACC-DBB03D83192B}"/>
          </ac:spMkLst>
        </pc:spChg>
      </pc:sldChg>
      <pc:sldChg chg="modSp mod">
        <pc:chgData name="Guttorm Schjelderup" userId="e0ac67c0-b505-4405-ab95-266cbfcd4586" providerId="ADAL" clId="{495AF721-4E66-5624-A6F1-D11890231467}" dt="2026-08-21T07:11:13.927" v="10113" actId="20577"/>
        <pc:sldMkLst>
          <pc:docMk/>
          <pc:sldMk cId="4046130598" sldId="551"/>
        </pc:sldMkLst>
        <pc:spChg chg="mod">
          <ac:chgData name="Guttorm Schjelderup" userId="e0ac67c0-b505-4405-ab95-266cbfcd4586" providerId="ADAL" clId="{495AF721-4E66-5624-A6F1-D11890231467}" dt="2026-08-21T07:11:13.927" v="10113" actId="20577"/>
          <ac:spMkLst>
            <pc:docMk/>
            <pc:sldMk cId="4046130598" sldId="551"/>
            <ac:spMk id="3" creationId="{DD7F190E-9A4F-7C38-A9AC-7BF3B1088B59}"/>
          </ac:spMkLst>
        </pc:spChg>
      </pc:sldChg>
      <pc:sldChg chg="modSp modAnim">
        <pc:chgData name="Guttorm Schjelderup" userId="e0ac67c0-b505-4405-ab95-266cbfcd4586" providerId="ADAL" clId="{495AF721-4E66-5624-A6F1-D11890231467}" dt="2026-08-20T16:51:08.835" v="9537" actId="20577"/>
        <pc:sldMkLst>
          <pc:docMk/>
          <pc:sldMk cId="3781561990" sldId="552"/>
        </pc:sldMkLst>
        <pc:spChg chg="mod">
          <ac:chgData name="Guttorm Schjelderup" userId="e0ac67c0-b505-4405-ab95-266cbfcd4586" providerId="ADAL" clId="{495AF721-4E66-5624-A6F1-D11890231467}" dt="2026-08-20T16:51:08.835" v="9537" actId="20577"/>
          <ac:spMkLst>
            <pc:docMk/>
            <pc:sldMk cId="3781561990" sldId="552"/>
            <ac:spMk id="3" creationId="{06204D94-DCEC-2E94-59AB-0196968049B3}"/>
          </ac:spMkLst>
        </pc:spChg>
      </pc:sldChg>
      <pc:sldChg chg="modSp mod modAnim">
        <pc:chgData name="Guttorm Schjelderup" userId="e0ac67c0-b505-4405-ab95-266cbfcd4586" providerId="ADAL" clId="{495AF721-4E66-5624-A6F1-D11890231467}" dt="2026-08-21T07:13:00.775" v="10163" actId="20577"/>
        <pc:sldMkLst>
          <pc:docMk/>
          <pc:sldMk cId="496600129" sldId="553"/>
        </pc:sldMkLst>
        <pc:spChg chg="mod">
          <ac:chgData name="Guttorm Schjelderup" userId="e0ac67c0-b505-4405-ab95-266cbfcd4586" providerId="ADAL" clId="{495AF721-4E66-5624-A6F1-D11890231467}" dt="2026-08-21T07:13:00.775" v="10163" actId="20577"/>
          <ac:spMkLst>
            <pc:docMk/>
            <pc:sldMk cId="496600129" sldId="553"/>
            <ac:spMk id="3" creationId="{AC375A3F-B82B-12DF-FA06-F94B73B66775}"/>
          </ac:spMkLst>
        </pc:spChg>
      </pc:sldChg>
      <pc:sldChg chg="modSp mod modAnim">
        <pc:chgData name="Guttorm Schjelderup" userId="e0ac67c0-b505-4405-ab95-266cbfcd4586" providerId="ADAL" clId="{495AF721-4E66-5624-A6F1-D11890231467}" dt="2026-08-21T07:14:54.714" v="10270" actId="20577"/>
        <pc:sldMkLst>
          <pc:docMk/>
          <pc:sldMk cId="778764711" sldId="554"/>
        </pc:sldMkLst>
        <pc:spChg chg="mod">
          <ac:chgData name="Guttorm Schjelderup" userId="e0ac67c0-b505-4405-ab95-266cbfcd4586" providerId="ADAL" clId="{495AF721-4E66-5624-A6F1-D11890231467}" dt="2026-08-20T16:50:47.805" v="9521" actId="20577"/>
          <ac:spMkLst>
            <pc:docMk/>
            <pc:sldMk cId="778764711" sldId="554"/>
            <ac:spMk id="2" creationId="{7829F6CE-7138-3DF7-9AD1-FEE99EAD3FC9}"/>
          </ac:spMkLst>
        </pc:spChg>
        <pc:spChg chg="mod">
          <ac:chgData name="Guttorm Schjelderup" userId="e0ac67c0-b505-4405-ab95-266cbfcd4586" providerId="ADAL" clId="{495AF721-4E66-5624-A6F1-D11890231467}" dt="2026-08-21T07:14:54.714" v="10270" actId="20577"/>
          <ac:spMkLst>
            <pc:docMk/>
            <pc:sldMk cId="778764711" sldId="554"/>
            <ac:spMk id="3" creationId="{73290364-AB08-6F9E-E761-472F8C3F1B22}"/>
          </ac:spMkLst>
        </pc:spChg>
      </pc:sldChg>
      <pc:sldChg chg="modSp mod ord modAnim">
        <pc:chgData name="Guttorm Schjelderup" userId="e0ac67c0-b505-4405-ab95-266cbfcd4586" providerId="ADAL" clId="{495AF721-4E66-5624-A6F1-D11890231467}" dt="2026-08-20T13:16:59.583" v="7786" actId="20577"/>
        <pc:sldMkLst>
          <pc:docMk/>
          <pc:sldMk cId="1508058711" sldId="555"/>
        </pc:sldMkLst>
        <pc:spChg chg="mod">
          <ac:chgData name="Guttorm Schjelderup" userId="e0ac67c0-b505-4405-ab95-266cbfcd4586" providerId="ADAL" clId="{495AF721-4E66-5624-A6F1-D11890231467}" dt="2026-08-20T13:16:59.583" v="7786" actId="20577"/>
          <ac:spMkLst>
            <pc:docMk/>
            <pc:sldMk cId="1508058711" sldId="555"/>
            <ac:spMk id="3" creationId="{1DC8B010-C6FE-D5E6-06DA-BAC466610E77}"/>
          </ac:spMkLst>
        </pc:spChg>
      </pc:sldChg>
      <pc:sldChg chg="addSp delSp modSp mod modAnim">
        <pc:chgData name="Guttorm Schjelderup" userId="e0ac67c0-b505-4405-ab95-266cbfcd4586" providerId="ADAL" clId="{495AF721-4E66-5624-A6F1-D11890231467}" dt="2026-08-20T10:59:06.520" v="7212" actId="1076"/>
        <pc:sldMkLst>
          <pc:docMk/>
          <pc:sldMk cId="3725256108" sldId="571"/>
        </pc:sldMkLst>
        <pc:spChg chg="add mod">
          <ac:chgData name="Guttorm Schjelderup" userId="e0ac67c0-b505-4405-ab95-266cbfcd4586" providerId="ADAL" clId="{495AF721-4E66-5624-A6F1-D11890231467}" dt="2026-08-20T10:55:03.552" v="7077" actId="403"/>
          <ac:spMkLst>
            <pc:docMk/>
            <pc:sldMk cId="3725256108" sldId="571"/>
            <ac:spMk id="2" creationId="{A544CE08-14D8-0568-901C-C1E0C7FC21F2}"/>
          </ac:spMkLst>
        </pc:spChg>
        <pc:spChg chg="add mod">
          <ac:chgData name="Guttorm Schjelderup" userId="e0ac67c0-b505-4405-ab95-266cbfcd4586" providerId="ADAL" clId="{495AF721-4E66-5624-A6F1-D11890231467}" dt="2026-08-12T14:30:19.025" v="3604" actId="1076"/>
          <ac:spMkLst>
            <pc:docMk/>
            <pc:sldMk cId="3725256108" sldId="571"/>
            <ac:spMk id="17" creationId="{BD2DD823-F55E-4752-7368-C30CC7FFDD9D}"/>
          </ac:spMkLst>
        </pc:spChg>
        <pc:spChg chg="add mod">
          <ac:chgData name="Guttorm Schjelderup" userId="e0ac67c0-b505-4405-ab95-266cbfcd4586" providerId="ADAL" clId="{495AF721-4E66-5624-A6F1-D11890231467}" dt="2026-08-12T14:30:19.025" v="3604" actId="1076"/>
          <ac:spMkLst>
            <pc:docMk/>
            <pc:sldMk cId="3725256108" sldId="571"/>
            <ac:spMk id="18" creationId="{BB71C77C-6198-6619-F098-772F16A236FC}"/>
          </ac:spMkLst>
        </pc:spChg>
        <pc:spChg chg="add mod">
          <ac:chgData name="Guttorm Schjelderup" userId="e0ac67c0-b505-4405-ab95-266cbfcd4586" providerId="ADAL" clId="{495AF721-4E66-5624-A6F1-D11890231467}" dt="2026-08-12T14:30:19.025" v="3604" actId="1076"/>
          <ac:spMkLst>
            <pc:docMk/>
            <pc:sldMk cId="3725256108" sldId="571"/>
            <ac:spMk id="20" creationId="{2AC385DE-2207-BC11-2166-D590094B9803}"/>
          </ac:spMkLst>
        </pc:spChg>
        <pc:spChg chg="add mod">
          <ac:chgData name="Guttorm Schjelderup" userId="e0ac67c0-b505-4405-ab95-266cbfcd4586" providerId="ADAL" clId="{495AF721-4E66-5624-A6F1-D11890231467}" dt="2026-08-12T14:30:19.025" v="3604" actId="1076"/>
          <ac:spMkLst>
            <pc:docMk/>
            <pc:sldMk cId="3725256108" sldId="571"/>
            <ac:spMk id="21" creationId="{8CED8CE4-3914-A9EF-A3BF-BF54DD49EAFD}"/>
          </ac:spMkLst>
        </pc:spChg>
        <pc:spChg chg="add mod">
          <ac:chgData name="Guttorm Schjelderup" userId="e0ac67c0-b505-4405-ab95-266cbfcd4586" providerId="ADAL" clId="{495AF721-4E66-5624-A6F1-D11890231467}" dt="2026-08-13T12:12:08.537" v="3797"/>
          <ac:spMkLst>
            <pc:docMk/>
            <pc:sldMk cId="3725256108" sldId="571"/>
            <ac:spMk id="28" creationId="{111B193B-8EF9-51B4-25CE-93AD22B99810}"/>
          </ac:spMkLst>
        </pc:spChg>
        <pc:spChg chg="add mod">
          <ac:chgData name="Guttorm Schjelderup" userId="e0ac67c0-b505-4405-ab95-266cbfcd4586" providerId="ADAL" clId="{495AF721-4E66-5624-A6F1-D11890231467}" dt="2026-08-12T14:37:22.673" v="3648" actId="1582"/>
          <ac:spMkLst>
            <pc:docMk/>
            <pc:sldMk cId="3725256108" sldId="571"/>
            <ac:spMk id="29" creationId="{DDF0AAD4-C900-C8EE-B1A4-A1C20925DB0C}"/>
          </ac:spMkLst>
        </pc:spChg>
        <pc:spChg chg="add mod">
          <ac:chgData name="Guttorm Schjelderup" userId="e0ac67c0-b505-4405-ab95-266cbfcd4586" providerId="ADAL" clId="{495AF721-4E66-5624-A6F1-D11890231467}" dt="2026-08-20T10:57:05.589" v="7096" actId="403"/>
          <ac:spMkLst>
            <pc:docMk/>
            <pc:sldMk cId="3725256108" sldId="571"/>
            <ac:spMk id="30" creationId="{BAEB366E-1F31-5EB5-23B8-007D3207893C}"/>
          </ac:spMkLst>
        </pc:spChg>
        <pc:spChg chg="add mod">
          <ac:chgData name="Guttorm Schjelderup" userId="e0ac67c0-b505-4405-ab95-266cbfcd4586" providerId="ADAL" clId="{495AF721-4E66-5624-A6F1-D11890231467}" dt="2026-08-20T10:59:06.520" v="7212" actId="1076"/>
          <ac:spMkLst>
            <pc:docMk/>
            <pc:sldMk cId="3725256108" sldId="571"/>
            <ac:spMk id="31" creationId="{BC79C2B1-7370-CE74-984E-56D92BACAE32}"/>
          </ac:spMkLst>
        </pc:spChg>
        <pc:spChg chg="mod">
          <ac:chgData name="Guttorm Schjelderup" userId="e0ac67c0-b505-4405-ab95-266cbfcd4586" providerId="ADAL" clId="{495AF721-4E66-5624-A6F1-D11890231467}" dt="2026-08-20T10:58:31.840" v="7190" actId="20577"/>
          <ac:spMkLst>
            <pc:docMk/>
            <pc:sldMk cId="3725256108" sldId="571"/>
            <ac:spMk id="10243" creationId="{00000000-0000-0000-0000-000000000000}"/>
          </ac:spMkLst>
        </pc:spChg>
        <pc:cxnChg chg="add mod">
          <ac:chgData name="Guttorm Schjelderup" userId="e0ac67c0-b505-4405-ab95-266cbfcd4586" providerId="ADAL" clId="{495AF721-4E66-5624-A6F1-D11890231467}" dt="2026-08-12T14:30:19.025" v="3604" actId="1076"/>
          <ac:cxnSpMkLst>
            <pc:docMk/>
            <pc:sldMk cId="3725256108" sldId="571"/>
            <ac:cxnSpMk id="15" creationId="{EE74B3BA-5603-F355-1220-3F7B76689CA8}"/>
          </ac:cxnSpMkLst>
        </pc:cxnChg>
        <pc:cxnChg chg="add mod">
          <ac:chgData name="Guttorm Schjelderup" userId="e0ac67c0-b505-4405-ab95-266cbfcd4586" providerId="ADAL" clId="{495AF721-4E66-5624-A6F1-D11890231467}" dt="2026-08-12T14:30:19.025" v="3604" actId="1076"/>
          <ac:cxnSpMkLst>
            <pc:docMk/>
            <pc:sldMk cId="3725256108" sldId="571"/>
            <ac:cxnSpMk id="16" creationId="{49F142B2-98BC-1743-E69C-79502B4E42F0}"/>
          </ac:cxnSpMkLst>
        </pc:cxnChg>
        <pc:cxnChg chg="add mod">
          <ac:chgData name="Guttorm Schjelderup" userId="e0ac67c0-b505-4405-ab95-266cbfcd4586" providerId="ADAL" clId="{495AF721-4E66-5624-A6F1-D11890231467}" dt="2026-08-12T14:30:19.025" v="3604" actId="1076"/>
          <ac:cxnSpMkLst>
            <pc:docMk/>
            <pc:sldMk cId="3725256108" sldId="571"/>
            <ac:cxnSpMk id="19" creationId="{829A4E9B-9497-BA38-B6E3-8C5F34718206}"/>
          </ac:cxnSpMkLst>
        </pc:cxnChg>
        <pc:cxnChg chg="add mod">
          <ac:chgData name="Guttorm Schjelderup" userId="e0ac67c0-b505-4405-ab95-266cbfcd4586" providerId="ADAL" clId="{495AF721-4E66-5624-A6F1-D11890231467}" dt="2026-08-12T14:30:19.025" v="3604" actId="1076"/>
          <ac:cxnSpMkLst>
            <pc:docMk/>
            <pc:sldMk cId="3725256108" sldId="571"/>
            <ac:cxnSpMk id="22" creationId="{4D43D0E4-3CFF-6342-ABF5-82603FC5AB0B}"/>
          </ac:cxnSpMkLst>
        </pc:cxnChg>
        <pc:cxnChg chg="add mod">
          <ac:chgData name="Guttorm Schjelderup" userId="e0ac67c0-b505-4405-ab95-266cbfcd4586" providerId="ADAL" clId="{495AF721-4E66-5624-A6F1-D11890231467}" dt="2026-08-12T14:30:19.025" v="3604" actId="1076"/>
          <ac:cxnSpMkLst>
            <pc:docMk/>
            <pc:sldMk cId="3725256108" sldId="571"/>
            <ac:cxnSpMk id="24" creationId="{193464B0-2398-52EF-B7E6-C9A56A1BF806}"/>
          </ac:cxnSpMkLst>
        </pc:cxnChg>
        <pc:cxnChg chg="add mod">
          <ac:chgData name="Guttorm Schjelderup" userId="e0ac67c0-b505-4405-ab95-266cbfcd4586" providerId="ADAL" clId="{495AF721-4E66-5624-A6F1-D11890231467}" dt="2026-08-12T14:30:19.025" v="3604" actId="1076"/>
          <ac:cxnSpMkLst>
            <pc:docMk/>
            <pc:sldMk cId="3725256108" sldId="571"/>
            <ac:cxnSpMk id="25" creationId="{3EC7778D-0C51-B5E8-2E87-AABED586E355}"/>
          </ac:cxnSpMkLst>
        </pc:cxnChg>
      </pc:sldChg>
      <pc:sldChg chg="addSp modSp mod modAnim">
        <pc:chgData name="Guttorm Schjelderup" userId="e0ac67c0-b505-4405-ab95-266cbfcd4586" providerId="ADAL" clId="{495AF721-4E66-5624-A6F1-D11890231467}" dt="2026-08-20T11:09:25.861" v="7252" actId="20577"/>
        <pc:sldMkLst>
          <pc:docMk/>
          <pc:sldMk cId="3856026886" sldId="573"/>
        </pc:sldMkLst>
        <pc:spChg chg="mod">
          <ac:chgData name="Guttorm Schjelderup" userId="e0ac67c0-b505-4405-ab95-266cbfcd4586" providerId="ADAL" clId="{495AF721-4E66-5624-A6F1-D11890231467}" dt="2026-08-13T12:35:43.370" v="4238" actId="21"/>
          <ac:spMkLst>
            <pc:docMk/>
            <pc:sldMk cId="3856026886" sldId="573"/>
            <ac:spMk id="2" creationId="{4E998271-6306-4D6A-998C-422D03F6578F}"/>
          </ac:spMkLst>
        </pc:spChg>
        <pc:spChg chg="add mod">
          <ac:chgData name="Guttorm Schjelderup" userId="e0ac67c0-b505-4405-ab95-266cbfcd4586" providerId="ADAL" clId="{495AF721-4E66-5624-A6F1-D11890231467}" dt="2026-08-20T11:04:01.474" v="7245" actId="14100"/>
          <ac:spMkLst>
            <pc:docMk/>
            <pc:sldMk cId="3856026886" sldId="573"/>
            <ac:spMk id="14" creationId="{BB5D14C9-9E5E-B092-653B-43E3532FDB7D}"/>
          </ac:spMkLst>
        </pc:spChg>
        <pc:spChg chg="mod">
          <ac:chgData name="Guttorm Schjelderup" userId="e0ac67c0-b505-4405-ab95-266cbfcd4586" providerId="ADAL" clId="{495AF721-4E66-5624-A6F1-D11890231467}" dt="2026-08-13T12:36:26.880" v="4242" actId="1076"/>
          <ac:spMkLst>
            <pc:docMk/>
            <pc:sldMk cId="3856026886" sldId="573"/>
            <ac:spMk id="15" creationId="{FF188FE8-BF88-AB59-91C2-14CFFD1296D1}"/>
          </ac:spMkLst>
        </pc:spChg>
        <pc:spChg chg="add mod">
          <ac:chgData name="Guttorm Schjelderup" userId="e0ac67c0-b505-4405-ab95-266cbfcd4586" providerId="ADAL" clId="{495AF721-4E66-5624-A6F1-D11890231467}" dt="2026-08-20T11:09:25.861" v="7252" actId="20577"/>
          <ac:spMkLst>
            <pc:docMk/>
            <pc:sldMk cId="3856026886" sldId="573"/>
            <ac:spMk id="16" creationId="{2F55F876-5C50-DAE5-2550-7AF7C14C55CE}"/>
          </ac:spMkLst>
        </pc:spChg>
        <pc:cxnChg chg="add mod">
          <ac:chgData name="Guttorm Schjelderup" userId="e0ac67c0-b505-4405-ab95-266cbfcd4586" providerId="ADAL" clId="{495AF721-4E66-5624-A6F1-D11890231467}" dt="2026-08-13T12:34:39.690" v="4236" actId="1582"/>
          <ac:cxnSpMkLst>
            <pc:docMk/>
            <pc:sldMk cId="3856026886" sldId="573"/>
            <ac:cxnSpMk id="9" creationId="{1DC18A30-D92A-3B41-B133-79096ABA5D6C}"/>
          </ac:cxnSpMkLst>
        </pc:cxnChg>
      </pc:sldChg>
      <pc:sldChg chg="modSp mod">
        <pc:chgData name="Guttorm Schjelderup" userId="e0ac67c0-b505-4405-ab95-266cbfcd4586" providerId="ADAL" clId="{495AF721-4E66-5624-A6F1-D11890231467}" dt="2026-08-20T11:25:55.202" v="7382" actId="404"/>
        <pc:sldMkLst>
          <pc:docMk/>
          <pc:sldMk cId="4125262686" sldId="576"/>
        </pc:sldMkLst>
        <pc:spChg chg="mod">
          <ac:chgData name="Guttorm Schjelderup" userId="e0ac67c0-b505-4405-ab95-266cbfcd4586" providerId="ADAL" clId="{495AF721-4E66-5624-A6F1-D11890231467}" dt="2026-08-20T11:25:55.202" v="7382" actId="404"/>
          <ac:spMkLst>
            <pc:docMk/>
            <pc:sldMk cId="4125262686" sldId="576"/>
            <ac:spMk id="3" creationId="{F9617130-F051-0CD3-1232-DE592630D9DC}"/>
          </ac:spMkLst>
        </pc:spChg>
      </pc:sldChg>
      <pc:sldChg chg="addSp delSp modSp del mod delAnim modAnim">
        <pc:chgData name="Guttorm Schjelderup" userId="e0ac67c0-b505-4405-ab95-266cbfcd4586" providerId="ADAL" clId="{495AF721-4E66-5624-A6F1-D11890231467}" dt="2026-08-20T11:09:39.775" v="7253" actId="2696"/>
        <pc:sldMkLst>
          <pc:docMk/>
          <pc:sldMk cId="3273010128" sldId="578"/>
        </pc:sldMkLst>
        <pc:spChg chg="add del mod">
          <ac:chgData name="Guttorm Schjelderup" userId="e0ac67c0-b505-4405-ab95-266cbfcd4586" providerId="ADAL" clId="{495AF721-4E66-5624-A6F1-D11890231467}" dt="2026-08-20T11:01:50.938" v="7231" actId="478"/>
          <ac:spMkLst>
            <pc:docMk/>
            <pc:sldMk cId="3273010128" sldId="578"/>
            <ac:spMk id="2" creationId="{511424AD-B696-60C9-D766-F9060569188B}"/>
          </ac:spMkLst>
        </pc:spChg>
        <pc:spChg chg="del mod">
          <ac:chgData name="Guttorm Schjelderup" userId="e0ac67c0-b505-4405-ab95-266cbfcd4586" providerId="ADAL" clId="{495AF721-4E66-5624-A6F1-D11890231467}" dt="2026-08-20T11:03:51.488" v="7242"/>
          <ac:spMkLst>
            <pc:docMk/>
            <pc:sldMk cId="3273010128" sldId="578"/>
            <ac:spMk id="12" creationId="{CB805BEF-0485-723F-C649-C91CCF200DF9}"/>
          </ac:spMkLst>
        </pc:spChg>
        <pc:spChg chg="mod">
          <ac:chgData name="Guttorm Schjelderup" userId="e0ac67c0-b505-4405-ab95-266cbfcd4586" providerId="ADAL" clId="{495AF721-4E66-5624-A6F1-D11890231467}" dt="2026-08-20T11:01:31.432" v="7225" actId="21"/>
          <ac:spMkLst>
            <pc:docMk/>
            <pc:sldMk cId="3273010128" sldId="578"/>
            <ac:spMk id="32" creationId="{58CDCA3C-5F4E-4318-1EB3-E27A7F8C3838}"/>
          </ac:spMkLst>
        </pc:spChg>
        <pc:cxnChg chg="mod">
          <ac:chgData name="Guttorm Schjelderup" userId="e0ac67c0-b505-4405-ab95-266cbfcd4586" providerId="ADAL" clId="{495AF721-4E66-5624-A6F1-D11890231467}" dt="2026-08-20T11:02:47.809" v="7234" actId="1076"/>
          <ac:cxnSpMkLst>
            <pc:docMk/>
            <pc:sldMk cId="3273010128" sldId="578"/>
            <ac:cxnSpMk id="18" creationId="{382E4BA7-C07C-0DEB-6489-054131022473}"/>
          </ac:cxnSpMkLst>
        </pc:cxnChg>
        <pc:cxnChg chg="add del mod">
          <ac:chgData name="Guttorm Schjelderup" userId="e0ac67c0-b505-4405-ab95-266cbfcd4586" providerId="ADAL" clId="{495AF721-4E66-5624-A6F1-D11890231467}" dt="2026-08-20T11:01:10.434" v="7224" actId="478"/>
          <ac:cxnSpMkLst>
            <pc:docMk/>
            <pc:sldMk cId="3273010128" sldId="578"/>
            <ac:cxnSpMk id="57" creationId="{577095CA-8A30-1CF0-20CE-551443C3A1B4}"/>
          </ac:cxnSpMkLst>
        </pc:cxnChg>
      </pc:sldChg>
      <pc:sldChg chg="modSp mod modAnim">
        <pc:chgData name="Guttorm Schjelderup" userId="e0ac67c0-b505-4405-ab95-266cbfcd4586" providerId="ADAL" clId="{495AF721-4E66-5624-A6F1-D11890231467}" dt="2026-08-20T13:15:29.256" v="7749" actId="313"/>
        <pc:sldMkLst>
          <pc:docMk/>
          <pc:sldMk cId="2317011745" sldId="580"/>
        </pc:sldMkLst>
        <pc:spChg chg="mod">
          <ac:chgData name="Guttorm Schjelderup" userId="e0ac67c0-b505-4405-ab95-266cbfcd4586" providerId="ADAL" clId="{495AF721-4E66-5624-A6F1-D11890231467}" dt="2026-08-20T07:25:22.830" v="4639" actId="14100"/>
          <ac:spMkLst>
            <pc:docMk/>
            <pc:sldMk cId="2317011745" sldId="580"/>
            <ac:spMk id="2" creationId="{CEB6B982-2B13-18FF-4EE9-BE50BBA39BAE}"/>
          </ac:spMkLst>
        </pc:spChg>
        <pc:spChg chg="mod">
          <ac:chgData name="Guttorm Schjelderup" userId="e0ac67c0-b505-4405-ab95-266cbfcd4586" providerId="ADAL" clId="{495AF721-4E66-5624-A6F1-D11890231467}" dt="2026-08-20T13:15:29.256" v="7749" actId="313"/>
          <ac:spMkLst>
            <pc:docMk/>
            <pc:sldMk cId="2317011745" sldId="580"/>
            <ac:spMk id="3" creationId="{0DE4DF0D-9124-3F6A-4144-7B52E1A6C065}"/>
          </ac:spMkLst>
        </pc:spChg>
      </pc:sldChg>
      <pc:sldChg chg="modSp mod modAnim">
        <pc:chgData name="Guttorm Schjelderup" userId="e0ac67c0-b505-4405-ab95-266cbfcd4586" providerId="ADAL" clId="{495AF721-4E66-5624-A6F1-D11890231467}" dt="2026-08-20T10:21:18.764" v="6969" actId="14100"/>
        <pc:sldMkLst>
          <pc:docMk/>
          <pc:sldMk cId="4157678046" sldId="583"/>
        </pc:sldMkLst>
        <pc:spChg chg="mod">
          <ac:chgData name="Guttorm Schjelderup" userId="e0ac67c0-b505-4405-ab95-266cbfcd4586" providerId="ADAL" clId="{495AF721-4E66-5624-A6F1-D11890231467}" dt="2026-08-20T10:21:18.764" v="6969" actId="14100"/>
          <ac:spMkLst>
            <pc:docMk/>
            <pc:sldMk cId="4157678046" sldId="583"/>
            <ac:spMk id="2" creationId="{F12034B8-D927-319A-347C-201B6645B1E9}"/>
          </ac:spMkLst>
        </pc:spChg>
        <pc:spChg chg="mod">
          <ac:chgData name="Guttorm Schjelderup" userId="e0ac67c0-b505-4405-ab95-266cbfcd4586" providerId="ADAL" clId="{495AF721-4E66-5624-A6F1-D11890231467}" dt="2026-08-20T10:20:37.098" v="6965" actId="27636"/>
          <ac:spMkLst>
            <pc:docMk/>
            <pc:sldMk cId="4157678046" sldId="583"/>
            <ac:spMk id="3" creationId="{57B73A57-616D-0923-13C7-F3D29A0818DE}"/>
          </ac:spMkLst>
        </pc:spChg>
      </pc:sldChg>
      <pc:sldChg chg="modSp new mod">
        <pc:chgData name="Guttorm Schjelderup" userId="e0ac67c0-b505-4405-ab95-266cbfcd4586" providerId="ADAL" clId="{495AF721-4E66-5624-A6F1-D11890231467}" dt="2026-08-20T17:10:53.894" v="9622" actId="27636"/>
        <pc:sldMkLst>
          <pc:docMk/>
          <pc:sldMk cId="3845281718" sldId="584"/>
        </pc:sldMkLst>
        <pc:spChg chg="mod">
          <ac:chgData name="Guttorm Schjelderup" userId="e0ac67c0-b505-4405-ab95-266cbfcd4586" providerId="ADAL" clId="{495AF721-4E66-5624-A6F1-D11890231467}" dt="2026-08-12T08:58:20.894" v="1754" actId="313"/>
          <ac:spMkLst>
            <pc:docMk/>
            <pc:sldMk cId="3845281718" sldId="584"/>
            <ac:spMk id="2" creationId="{C0B48437-9C4B-5D79-BEA5-8069EECBB90B}"/>
          </ac:spMkLst>
        </pc:spChg>
        <pc:spChg chg="mod">
          <ac:chgData name="Guttorm Schjelderup" userId="e0ac67c0-b505-4405-ab95-266cbfcd4586" providerId="ADAL" clId="{495AF721-4E66-5624-A6F1-D11890231467}" dt="2026-08-20T17:10:53.894" v="9622" actId="27636"/>
          <ac:spMkLst>
            <pc:docMk/>
            <pc:sldMk cId="3845281718" sldId="584"/>
            <ac:spMk id="3" creationId="{8BA4E9B5-7B94-C662-95D8-37DCA8BC9EC1}"/>
          </ac:spMkLst>
        </pc:spChg>
      </pc:sldChg>
      <pc:sldChg chg="modSp new del mod">
        <pc:chgData name="Guttorm Schjelderup" userId="e0ac67c0-b505-4405-ab95-266cbfcd4586" providerId="ADAL" clId="{495AF721-4E66-5624-A6F1-D11890231467}" dt="2026-08-20T09:59:47.693" v="5892" actId="2696"/>
        <pc:sldMkLst>
          <pc:docMk/>
          <pc:sldMk cId="403649397" sldId="585"/>
        </pc:sldMkLst>
        <pc:spChg chg="mod">
          <ac:chgData name="Guttorm Schjelderup" userId="e0ac67c0-b505-4405-ab95-266cbfcd4586" providerId="ADAL" clId="{495AF721-4E66-5624-A6F1-D11890231467}" dt="2026-08-20T09:59:09.220" v="5781" actId="20577"/>
          <ac:spMkLst>
            <pc:docMk/>
            <pc:sldMk cId="403649397" sldId="585"/>
            <ac:spMk id="2" creationId="{16E1329F-10DA-0771-FEF4-693CCDBCE8AB}"/>
          </ac:spMkLst>
        </pc:spChg>
        <pc:spChg chg="mod">
          <ac:chgData name="Guttorm Schjelderup" userId="e0ac67c0-b505-4405-ab95-266cbfcd4586" providerId="ADAL" clId="{495AF721-4E66-5624-A6F1-D11890231467}" dt="2026-08-20T09:59:42.215" v="5891" actId="20577"/>
          <ac:spMkLst>
            <pc:docMk/>
            <pc:sldMk cId="403649397" sldId="585"/>
            <ac:spMk id="3" creationId="{CB092ED2-5F4F-C922-959C-311CE2D6E87A}"/>
          </ac:spMkLst>
        </pc:spChg>
      </pc:sldChg>
      <pc:sldChg chg="modSp new mod">
        <pc:chgData name="Guttorm Schjelderup" userId="e0ac67c0-b505-4405-ab95-266cbfcd4586" providerId="ADAL" clId="{495AF721-4E66-5624-A6F1-D11890231467}" dt="2026-08-20T10:10:25.274" v="6066" actId="113"/>
        <pc:sldMkLst>
          <pc:docMk/>
          <pc:sldMk cId="3425886718" sldId="585"/>
        </pc:sldMkLst>
        <pc:spChg chg="mod">
          <ac:chgData name="Guttorm Schjelderup" userId="e0ac67c0-b505-4405-ab95-266cbfcd4586" providerId="ADAL" clId="{495AF721-4E66-5624-A6F1-D11890231467}" dt="2026-08-20T10:09:53.330" v="6050" actId="790"/>
          <ac:spMkLst>
            <pc:docMk/>
            <pc:sldMk cId="3425886718" sldId="585"/>
            <ac:spMk id="2" creationId="{F7C899DF-81C6-CD85-C47E-23F548E76463}"/>
          </ac:spMkLst>
        </pc:spChg>
        <pc:spChg chg="mod">
          <ac:chgData name="Guttorm Schjelderup" userId="e0ac67c0-b505-4405-ab95-266cbfcd4586" providerId="ADAL" clId="{495AF721-4E66-5624-A6F1-D11890231467}" dt="2026-08-20T10:10:25.274" v="6066" actId="113"/>
          <ac:spMkLst>
            <pc:docMk/>
            <pc:sldMk cId="3425886718" sldId="585"/>
            <ac:spMk id="3" creationId="{1D819543-E21E-AE73-4C43-B7D0EFCF8744}"/>
          </ac:spMkLst>
        </pc:spChg>
        <pc:spChg chg="mod">
          <ac:chgData name="Guttorm Schjelderup" userId="e0ac67c0-b505-4405-ab95-266cbfcd4586" providerId="ADAL" clId="{495AF721-4E66-5624-A6F1-D11890231467}" dt="2026-08-20T10:09:53.330" v="6050" actId="790"/>
          <ac:spMkLst>
            <pc:docMk/>
            <pc:sldMk cId="3425886718" sldId="585"/>
            <ac:spMk id="4" creationId="{7E851040-819D-A9B1-D203-40018BA4F6D7}"/>
          </ac:spMkLst>
        </pc:spChg>
      </pc:sldChg>
      <pc:sldChg chg="modSp new mod">
        <pc:chgData name="Guttorm Schjelderup" userId="e0ac67c0-b505-4405-ab95-266cbfcd4586" providerId="ADAL" clId="{495AF721-4E66-5624-A6F1-D11890231467}" dt="2026-08-21T07:25:19.180" v="10451" actId="27636"/>
        <pc:sldMkLst>
          <pc:docMk/>
          <pc:sldMk cId="4037564634" sldId="586"/>
        </pc:sldMkLst>
        <pc:spChg chg="mod">
          <ac:chgData name="Guttorm Schjelderup" userId="e0ac67c0-b505-4405-ab95-266cbfcd4586" providerId="ADAL" clId="{495AF721-4E66-5624-A6F1-D11890231467}" dt="2026-08-21T07:25:16.658" v="10449" actId="14100"/>
          <ac:spMkLst>
            <pc:docMk/>
            <pc:sldMk cId="4037564634" sldId="586"/>
            <ac:spMk id="2" creationId="{2A457D4D-D46A-6868-AC6F-4BF8E9DC921C}"/>
          </ac:spMkLst>
        </pc:spChg>
        <pc:spChg chg="mod">
          <ac:chgData name="Guttorm Schjelderup" userId="e0ac67c0-b505-4405-ab95-266cbfcd4586" providerId="ADAL" clId="{495AF721-4E66-5624-A6F1-D11890231467}" dt="2026-08-21T07:25:19.180" v="10451" actId="27636"/>
          <ac:spMkLst>
            <pc:docMk/>
            <pc:sldMk cId="4037564634" sldId="586"/>
            <ac:spMk id="3" creationId="{419EE6BA-11EF-41EB-2647-70A8B5FD9A7A}"/>
          </ac:spMkLst>
        </pc:spChg>
        <pc:spChg chg="mod">
          <ac:chgData name="Guttorm Schjelderup" userId="e0ac67c0-b505-4405-ab95-266cbfcd4586" providerId="ADAL" clId="{495AF721-4E66-5624-A6F1-D11890231467}" dt="2026-08-20T10:11:32.612" v="6148" actId="790"/>
          <ac:spMkLst>
            <pc:docMk/>
            <pc:sldMk cId="4037564634" sldId="586"/>
            <ac:spMk id="4" creationId="{554A2F12-DC67-2AD2-1047-A6E3487AAF37}"/>
          </ac:spMkLst>
        </pc:spChg>
      </pc:sldChg>
      <pc:sldChg chg="addSp delSp modSp new mod">
        <pc:chgData name="Guttorm Schjelderup" userId="e0ac67c0-b505-4405-ab95-266cbfcd4586" providerId="ADAL" clId="{495AF721-4E66-5624-A6F1-D11890231467}" dt="2026-08-20T11:13:20.562" v="7265" actId="1076"/>
        <pc:sldMkLst>
          <pc:docMk/>
          <pc:sldMk cId="347785636" sldId="587"/>
        </pc:sldMkLst>
        <pc:picChg chg="add del mod">
          <ac:chgData name="Guttorm Schjelderup" userId="e0ac67c0-b505-4405-ab95-266cbfcd4586" providerId="ADAL" clId="{495AF721-4E66-5624-A6F1-D11890231467}" dt="2026-08-20T11:12:14.342" v="7260" actId="478"/>
          <ac:picMkLst>
            <pc:docMk/>
            <pc:sldMk cId="347785636" sldId="587"/>
            <ac:picMk id="3" creationId="{EE9E49C8-C244-8704-37AD-D3C7AD4F01C7}"/>
          </ac:picMkLst>
        </pc:picChg>
        <pc:picChg chg="add mod">
          <ac:chgData name="Guttorm Schjelderup" userId="e0ac67c0-b505-4405-ab95-266cbfcd4586" providerId="ADAL" clId="{495AF721-4E66-5624-A6F1-D11890231467}" dt="2026-08-20T11:13:20.562" v="7265" actId="1076"/>
          <ac:picMkLst>
            <pc:docMk/>
            <pc:sldMk cId="347785636" sldId="587"/>
            <ac:picMk id="4" creationId="{2F5A3B72-4D17-AE87-F3A5-2788B89412DA}"/>
          </ac:picMkLst>
        </pc:picChg>
      </pc:sldChg>
      <pc:sldChg chg="new del">
        <pc:chgData name="Guttorm Schjelderup" userId="e0ac67c0-b505-4405-ab95-266cbfcd4586" providerId="ADAL" clId="{495AF721-4E66-5624-A6F1-D11890231467}" dt="2026-08-20T11:11:51.076" v="7255" actId="2696"/>
        <pc:sldMkLst>
          <pc:docMk/>
          <pc:sldMk cId="3865789106" sldId="587"/>
        </pc:sldMkLst>
      </pc:sldChg>
      <pc:sldChg chg="addSp modSp new mod">
        <pc:chgData name="Guttorm Schjelderup" userId="e0ac67c0-b505-4405-ab95-266cbfcd4586" providerId="ADAL" clId="{495AF721-4E66-5624-A6F1-D11890231467}" dt="2026-08-20T13:55:56.177" v="8591" actId="1076"/>
        <pc:sldMkLst>
          <pc:docMk/>
          <pc:sldMk cId="421335458" sldId="588"/>
        </pc:sldMkLst>
        <pc:spChg chg="add mod">
          <ac:chgData name="Guttorm Schjelderup" userId="e0ac67c0-b505-4405-ab95-266cbfcd4586" providerId="ADAL" clId="{495AF721-4E66-5624-A6F1-D11890231467}" dt="2026-08-20T11:22:17.444" v="7277" actId="20577"/>
          <ac:spMkLst>
            <pc:docMk/>
            <pc:sldMk cId="421335458" sldId="588"/>
            <ac:spMk id="5" creationId="{37547472-4D9F-41F1-48B1-BBF005E076A6}"/>
          </ac:spMkLst>
        </pc:spChg>
        <pc:spChg chg="add mod">
          <ac:chgData name="Guttorm Schjelderup" userId="e0ac67c0-b505-4405-ab95-266cbfcd4586" providerId="ADAL" clId="{495AF721-4E66-5624-A6F1-D11890231467}" dt="2026-08-20T13:55:56.177" v="8591" actId="1076"/>
          <ac:spMkLst>
            <pc:docMk/>
            <pc:sldMk cId="421335458" sldId="588"/>
            <ac:spMk id="6" creationId="{5806F901-D710-48FB-2BF7-E7DF6CAD93CB}"/>
          </ac:spMkLst>
        </pc:spChg>
        <pc:picChg chg="add mod">
          <ac:chgData name="Guttorm Schjelderup" userId="e0ac67c0-b505-4405-ab95-266cbfcd4586" providerId="ADAL" clId="{495AF721-4E66-5624-A6F1-D11890231467}" dt="2026-08-20T11:22:04.878" v="7275" actId="1076"/>
          <ac:picMkLst>
            <pc:docMk/>
            <pc:sldMk cId="421335458" sldId="588"/>
            <ac:picMk id="3" creationId="{5D1B057F-CF3D-CF3F-26CA-D73EF269F84E}"/>
          </ac:picMkLst>
        </pc:picChg>
      </pc:sldChg>
      <pc:sldChg chg="modSp new mod">
        <pc:chgData name="Guttorm Schjelderup" userId="e0ac67c0-b505-4405-ab95-266cbfcd4586" providerId="ADAL" clId="{495AF721-4E66-5624-A6F1-D11890231467}" dt="2026-08-21T07:14:05.372" v="10228" actId="20577"/>
        <pc:sldMkLst>
          <pc:docMk/>
          <pc:sldMk cId="620709421" sldId="589"/>
        </pc:sldMkLst>
        <pc:spChg chg="mod">
          <ac:chgData name="Guttorm Schjelderup" userId="e0ac67c0-b505-4405-ab95-266cbfcd4586" providerId="ADAL" clId="{495AF721-4E66-5624-A6F1-D11890231467}" dt="2026-08-20T13:21:43.305" v="8168" actId="790"/>
          <ac:spMkLst>
            <pc:docMk/>
            <pc:sldMk cId="620709421" sldId="589"/>
            <ac:spMk id="2" creationId="{76CFE138-259F-87F3-60FF-E969D3353858}"/>
          </ac:spMkLst>
        </pc:spChg>
        <pc:spChg chg="mod">
          <ac:chgData name="Guttorm Schjelderup" userId="e0ac67c0-b505-4405-ab95-266cbfcd4586" providerId="ADAL" clId="{495AF721-4E66-5624-A6F1-D11890231467}" dt="2026-08-21T07:14:05.372" v="10228" actId="20577"/>
          <ac:spMkLst>
            <pc:docMk/>
            <pc:sldMk cId="620709421" sldId="589"/>
            <ac:spMk id="3" creationId="{11F174E6-F193-890E-7A56-79E4B35F20F2}"/>
          </ac:spMkLst>
        </pc:spChg>
        <pc:spChg chg="mod">
          <ac:chgData name="Guttorm Schjelderup" userId="e0ac67c0-b505-4405-ab95-266cbfcd4586" providerId="ADAL" clId="{495AF721-4E66-5624-A6F1-D11890231467}" dt="2026-08-20T13:21:43.305" v="8168" actId="790"/>
          <ac:spMkLst>
            <pc:docMk/>
            <pc:sldMk cId="620709421" sldId="589"/>
            <ac:spMk id="4" creationId="{BF6FFFAA-BD52-3CB4-299C-384E45D1C45D}"/>
          </ac:spMkLst>
        </pc:spChg>
      </pc:sldChg>
      <pc:sldChg chg="delSp modSp add mod ord setBg">
        <pc:chgData name="Guttorm Schjelderup" userId="e0ac67c0-b505-4405-ab95-266cbfcd4586" providerId="ADAL" clId="{495AF721-4E66-5624-A6F1-D11890231467}" dt="2026-08-20T14:00:44.284" v="8659" actId="20578"/>
        <pc:sldMkLst>
          <pc:docMk/>
          <pc:sldMk cId="0" sldId="590"/>
        </pc:sldMkLst>
        <pc:spChg chg="mod">
          <ac:chgData name="Guttorm Schjelderup" userId="e0ac67c0-b505-4405-ab95-266cbfcd4586" providerId="ADAL" clId="{495AF721-4E66-5624-A6F1-D11890231467}" dt="2026-08-20T13:38:39.909" v="8339" actId="207"/>
          <ac:spMkLst>
            <pc:docMk/>
            <pc:sldMk cId="0" sldId="590"/>
            <ac:spMk id="3" creationId="{00000000-0000-0000-0000-000000000000}"/>
          </ac:spMkLst>
        </pc:spChg>
        <pc:spChg chg="del mod">
          <ac:chgData name="Guttorm Schjelderup" userId="e0ac67c0-b505-4405-ab95-266cbfcd4586" providerId="ADAL" clId="{495AF721-4E66-5624-A6F1-D11890231467}" dt="2026-08-20T13:44:36.755" v="8403" actId="478"/>
          <ac:spMkLst>
            <pc:docMk/>
            <pc:sldMk cId="0" sldId="590"/>
            <ac:spMk id="11" creationId="{00000000-0000-0000-0000-000000000000}"/>
          </ac:spMkLst>
        </pc:spChg>
        <pc:graphicFrameChg chg="mod modGraphic">
          <ac:chgData name="Guttorm Schjelderup" userId="e0ac67c0-b505-4405-ab95-266cbfcd4586" providerId="ADAL" clId="{495AF721-4E66-5624-A6F1-D11890231467}" dt="2026-08-20T13:44:11.209" v="8400" actId="255"/>
          <ac:graphicFrameMkLst>
            <pc:docMk/>
            <pc:sldMk cId="0" sldId="590"/>
            <ac:graphicFrameMk id="10" creationId="{00000000-0000-0000-0000-000000000000}"/>
          </ac:graphicFrameMkLst>
        </pc:graphicFrameChg>
        <pc:graphicFrameChg chg="del">
          <ac:chgData name="Guttorm Schjelderup" userId="e0ac67c0-b505-4405-ab95-266cbfcd4586" providerId="ADAL" clId="{495AF721-4E66-5624-A6F1-D11890231467}" dt="2026-08-20T13:44:18.328" v="8401" actId="478"/>
          <ac:graphicFrameMkLst>
            <pc:docMk/>
            <pc:sldMk cId="0" sldId="590"/>
            <ac:graphicFrameMk id="12" creationId="{00000000-0000-0000-0000-000000000000}"/>
          </ac:graphicFrameMkLst>
        </pc:graphicFrameChg>
      </pc:sldChg>
      <pc:sldChg chg="modSp add mod setBg">
        <pc:chgData name="Guttorm Schjelderup" userId="e0ac67c0-b505-4405-ab95-266cbfcd4586" providerId="ADAL" clId="{495AF721-4E66-5624-A6F1-D11890231467}" dt="2026-08-20T14:05:59.498" v="9005" actId="255"/>
        <pc:sldMkLst>
          <pc:docMk/>
          <pc:sldMk cId="0" sldId="591"/>
        </pc:sldMkLst>
        <pc:spChg chg="mod">
          <ac:chgData name="Guttorm Schjelderup" userId="e0ac67c0-b505-4405-ab95-266cbfcd4586" providerId="ADAL" clId="{495AF721-4E66-5624-A6F1-D11890231467}" dt="2026-08-20T14:05:25.681" v="8999" actId="207"/>
          <ac:spMkLst>
            <pc:docMk/>
            <pc:sldMk cId="0" sldId="591"/>
            <ac:spMk id="15" creationId="{00000000-0000-0000-0000-000000000000}"/>
          </ac:spMkLst>
        </pc:spChg>
        <pc:spChg chg="mod">
          <ac:chgData name="Guttorm Schjelderup" userId="e0ac67c0-b505-4405-ab95-266cbfcd4586" providerId="ADAL" clId="{495AF721-4E66-5624-A6F1-D11890231467}" dt="2026-08-20T14:05:31.667" v="9003" actId="403"/>
          <ac:spMkLst>
            <pc:docMk/>
            <pc:sldMk cId="0" sldId="591"/>
            <ac:spMk id="16" creationId="{00000000-0000-0000-0000-000000000000}"/>
          </ac:spMkLst>
        </pc:spChg>
        <pc:spChg chg="mod">
          <ac:chgData name="Guttorm Schjelderup" userId="e0ac67c0-b505-4405-ab95-266cbfcd4586" providerId="ADAL" clId="{495AF721-4E66-5624-A6F1-D11890231467}" dt="2026-08-20T14:05:51.013" v="9004" actId="255"/>
          <ac:spMkLst>
            <pc:docMk/>
            <pc:sldMk cId="0" sldId="591"/>
            <ac:spMk id="28" creationId="{00000000-0000-0000-0000-000000000000}"/>
          </ac:spMkLst>
        </pc:spChg>
        <pc:spChg chg="mod">
          <ac:chgData name="Guttorm Schjelderup" userId="e0ac67c0-b505-4405-ab95-266cbfcd4586" providerId="ADAL" clId="{495AF721-4E66-5624-A6F1-D11890231467}" dt="2026-08-20T14:05:59.498" v="9005" actId="255"/>
          <ac:spMkLst>
            <pc:docMk/>
            <pc:sldMk cId="0" sldId="591"/>
            <ac:spMk id="29" creationId="{00000000-0000-0000-0000-000000000000}"/>
          </ac:spMkLst>
        </pc:spChg>
      </pc:sldChg>
      <pc:sldChg chg="modSp new del mod">
        <pc:chgData name="Guttorm Schjelderup" userId="e0ac67c0-b505-4405-ab95-266cbfcd4586" providerId="ADAL" clId="{495AF721-4E66-5624-A6F1-D11890231467}" dt="2026-08-20T14:06:04.655" v="9006" actId="2696"/>
        <pc:sldMkLst>
          <pc:docMk/>
          <pc:sldMk cId="2729993777" sldId="592"/>
        </pc:sldMkLst>
        <pc:spChg chg="mod">
          <ac:chgData name="Guttorm Schjelderup" userId="e0ac67c0-b505-4405-ab95-266cbfcd4586" providerId="ADAL" clId="{495AF721-4E66-5624-A6F1-D11890231467}" dt="2026-08-20T14:00:33.501" v="8658" actId="790"/>
          <ac:spMkLst>
            <pc:docMk/>
            <pc:sldMk cId="2729993777" sldId="592"/>
            <ac:spMk id="2" creationId="{7150686C-3024-22D8-AF55-AA42781D08F5}"/>
          </ac:spMkLst>
        </pc:spChg>
        <pc:spChg chg="mod">
          <ac:chgData name="Guttorm Schjelderup" userId="e0ac67c0-b505-4405-ab95-266cbfcd4586" providerId="ADAL" clId="{495AF721-4E66-5624-A6F1-D11890231467}" dt="2026-08-20T14:00:33.501" v="8658" actId="790"/>
          <ac:spMkLst>
            <pc:docMk/>
            <pc:sldMk cId="2729993777" sldId="592"/>
            <ac:spMk id="3" creationId="{ADA7D633-554C-371E-B48B-F31FD1954707}"/>
          </ac:spMkLst>
        </pc:spChg>
        <pc:spChg chg="mod">
          <ac:chgData name="Guttorm Schjelderup" userId="e0ac67c0-b505-4405-ab95-266cbfcd4586" providerId="ADAL" clId="{495AF721-4E66-5624-A6F1-D11890231467}" dt="2026-08-20T14:00:33.501" v="8658" actId="790"/>
          <ac:spMkLst>
            <pc:docMk/>
            <pc:sldMk cId="2729993777" sldId="592"/>
            <ac:spMk id="4" creationId="{83580F1C-024B-D9C5-61C5-7808538242DE}"/>
          </ac:spMkLst>
        </pc:spChg>
      </pc:sldChg>
      <pc:sldChg chg="new del">
        <pc:chgData name="Guttorm Schjelderup" userId="e0ac67c0-b505-4405-ab95-266cbfcd4586" providerId="ADAL" clId="{495AF721-4E66-5624-A6F1-D11890231467}" dt="2026-08-20T13:59:25.704" v="8593" actId="680"/>
        <pc:sldMkLst>
          <pc:docMk/>
          <pc:sldMk cId="4187507433" sldId="592"/>
        </pc:sldMkLst>
      </pc:sldChg>
      <pc:sldChg chg="modSp new mod">
        <pc:chgData name="Guttorm Schjelderup" userId="e0ac67c0-b505-4405-ab95-266cbfcd4586" providerId="ADAL" clId="{495AF721-4E66-5624-A6F1-D11890231467}" dt="2026-08-20T16:55:00.316" v="9558" actId="20577"/>
        <pc:sldMkLst>
          <pc:docMk/>
          <pc:sldMk cId="229028452" sldId="593"/>
        </pc:sldMkLst>
        <pc:spChg chg="mod">
          <ac:chgData name="Guttorm Schjelderup" userId="e0ac67c0-b505-4405-ab95-266cbfcd4586" providerId="ADAL" clId="{495AF721-4E66-5624-A6F1-D11890231467}" dt="2026-08-20T14:04:38.571" v="8991" actId="2711"/>
          <ac:spMkLst>
            <pc:docMk/>
            <pc:sldMk cId="229028452" sldId="593"/>
            <ac:spMk id="2" creationId="{C27FD819-D638-EEC3-D71E-05B34F022709}"/>
          </ac:spMkLst>
        </pc:spChg>
        <pc:spChg chg="mod">
          <ac:chgData name="Guttorm Schjelderup" userId="e0ac67c0-b505-4405-ab95-266cbfcd4586" providerId="ADAL" clId="{495AF721-4E66-5624-A6F1-D11890231467}" dt="2026-08-20T16:55:00.316" v="9558" actId="20577"/>
          <ac:spMkLst>
            <pc:docMk/>
            <pc:sldMk cId="229028452" sldId="593"/>
            <ac:spMk id="3" creationId="{56A7DA1B-32B0-A3EE-0C44-21EFF0664785}"/>
          </ac:spMkLst>
        </pc:spChg>
        <pc:spChg chg="mod">
          <ac:chgData name="Guttorm Schjelderup" userId="e0ac67c0-b505-4405-ab95-266cbfcd4586" providerId="ADAL" clId="{495AF721-4E66-5624-A6F1-D11890231467}" dt="2026-08-20T14:03:08.330" v="8799" actId="790"/>
          <ac:spMkLst>
            <pc:docMk/>
            <pc:sldMk cId="229028452" sldId="593"/>
            <ac:spMk id="4" creationId="{AFE05153-4B5C-644F-5D37-433CE8465F9B}"/>
          </ac:spMkLst>
        </pc:spChg>
      </pc:sldChg>
      <pc:sldChg chg="new del">
        <pc:chgData name="Guttorm Schjelderup" userId="e0ac67c0-b505-4405-ab95-266cbfcd4586" providerId="ADAL" clId="{495AF721-4E66-5624-A6F1-D11890231467}" dt="2026-08-20T14:01:19.176" v="8661" actId="680"/>
        <pc:sldMkLst>
          <pc:docMk/>
          <pc:sldMk cId="1134869609" sldId="593"/>
        </pc:sldMkLst>
      </pc:sldChg>
      <pc:sldChg chg="modSp new mod">
        <pc:chgData name="Guttorm Schjelderup" userId="e0ac67c0-b505-4405-ab95-266cbfcd4586" providerId="ADAL" clId="{495AF721-4E66-5624-A6F1-D11890231467}" dt="2026-08-20T16:56:08.013" v="9576" actId="313"/>
        <pc:sldMkLst>
          <pc:docMk/>
          <pc:sldMk cId="1994164200" sldId="594"/>
        </pc:sldMkLst>
        <pc:spChg chg="mod">
          <ac:chgData name="Guttorm Schjelderup" userId="e0ac67c0-b505-4405-ab95-266cbfcd4586" providerId="ADAL" clId="{495AF721-4E66-5624-A6F1-D11890231467}" dt="2026-08-20T14:07:47.736" v="9198" actId="790"/>
          <ac:spMkLst>
            <pc:docMk/>
            <pc:sldMk cId="1994164200" sldId="594"/>
            <ac:spMk id="2" creationId="{0DA2AF3B-7BFC-10CD-778D-9436A63AEDC6}"/>
          </ac:spMkLst>
        </pc:spChg>
        <pc:spChg chg="mod">
          <ac:chgData name="Guttorm Schjelderup" userId="e0ac67c0-b505-4405-ab95-266cbfcd4586" providerId="ADAL" clId="{495AF721-4E66-5624-A6F1-D11890231467}" dt="2026-08-20T16:56:08.013" v="9576" actId="313"/>
          <ac:spMkLst>
            <pc:docMk/>
            <pc:sldMk cId="1994164200" sldId="594"/>
            <ac:spMk id="3" creationId="{C2DDB9AA-B7A9-D616-DA2E-056F1E15C27E}"/>
          </ac:spMkLst>
        </pc:spChg>
        <pc:spChg chg="mod">
          <ac:chgData name="Guttorm Schjelderup" userId="e0ac67c0-b505-4405-ab95-266cbfcd4586" providerId="ADAL" clId="{495AF721-4E66-5624-A6F1-D11890231467}" dt="2026-08-20T14:07:47.736" v="9198" actId="790"/>
          <ac:spMkLst>
            <pc:docMk/>
            <pc:sldMk cId="1994164200" sldId="594"/>
            <ac:spMk id="4" creationId="{03C95016-86CE-6750-21AB-B3C703EBD857}"/>
          </ac:spMkLst>
        </pc:spChg>
      </pc:sldChg>
      <pc:sldChg chg="modSp new mod">
        <pc:chgData name="Guttorm Schjelderup" userId="e0ac67c0-b505-4405-ab95-266cbfcd4586" providerId="ADAL" clId="{495AF721-4E66-5624-A6F1-D11890231467}" dt="2026-08-20T16:56:23.571" v="9577" actId="313"/>
        <pc:sldMkLst>
          <pc:docMk/>
          <pc:sldMk cId="3740786794" sldId="595"/>
        </pc:sldMkLst>
        <pc:spChg chg="mod">
          <ac:chgData name="Guttorm Schjelderup" userId="e0ac67c0-b505-4405-ab95-266cbfcd4586" providerId="ADAL" clId="{495AF721-4E66-5624-A6F1-D11890231467}" dt="2026-08-20T14:09:33.749" v="9346" actId="790"/>
          <ac:spMkLst>
            <pc:docMk/>
            <pc:sldMk cId="3740786794" sldId="595"/>
            <ac:spMk id="2" creationId="{79347853-81B8-FA95-D9CC-BC92D9D034D4}"/>
          </ac:spMkLst>
        </pc:spChg>
        <pc:spChg chg="mod">
          <ac:chgData name="Guttorm Schjelderup" userId="e0ac67c0-b505-4405-ab95-266cbfcd4586" providerId="ADAL" clId="{495AF721-4E66-5624-A6F1-D11890231467}" dt="2026-08-20T16:56:23.571" v="9577" actId="313"/>
          <ac:spMkLst>
            <pc:docMk/>
            <pc:sldMk cId="3740786794" sldId="595"/>
            <ac:spMk id="3" creationId="{8A149827-4F10-417D-B361-FC1DE3404951}"/>
          </ac:spMkLst>
        </pc:spChg>
        <pc:spChg chg="mod">
          <ac:chgData name="Guttorm Schjelderup" userId="e0ac67c0-b505-4405-ab95-266cbfcd4586" providerId="ADAL" clId="{495AF721-4E66-5624-A6F1-D11890231467}" dt="2026-08-20T14:09:33.749" v="9346" actId="790"/>
          <ac:spMkLst>
            <pc:docMk/>
            <pc:sldMk cId="3740786794" sldId="595"/>
            <ac:spMk id="4" creationId="{A051A10E-BB41-5A16-707A-1802E74E516A}"/>
          </ac:spMkLst>
        </pc:spChg>
      </pc:sldChg>
      <pc:sldChg chg="modSp add del mod setBg">
        <pc:chgData name="Guttorm Schjelderup" userId="e0ac67c0-b505-4405-ab95-266cbfcd4586" providerId="ADAL" clId="{495AF721-4E66-5624-A6F1-D11890231467}" dt="2026-08-20T17:21:42.901" v="9772" actId="2696"/>
        <pc:sldMkLst>
          <pc:docMk/>
          <pc:sldMk cId="2706259639" sldId="596"/>
        </pc:sldMkLst>
        <pc:spChg chg="mod">
          <ac:chgData name="Guttorm Schjelderup" userId="e0ac67c0-b505-4405-ab95-266cbfcd4586" providerId="ADAL" clId="{495AF721-4E66-5624-A6F1-D11890231467}" dt="2026-08-20T17:20:33.773" v="9708" actId="20577"/>
          <ac:spMkLst>
            <pc:docMk/>
            <pc:sldMk cId="2706259639" sldId="596"/>
            <ac:spMk id="2" creationId="{2C9EFA08-4449-6677-772B-EB91EAD2B4CD}"/>
          </ac:spMkLst>
        </pc:spChg>
        <pc:spChg chg="mod">
          <ac:chgData name="Guttorm Schjelderup" userId="e0ac67c0-b505-4405-ab95-266cbfcd4586" providerId="ADAL" clId="{495AF721-4E66-5624-A6F1-D11890231467}" dt="2026-08-20T17:21:34.562" v="9771" actId="20577"/>
          <ac:spMkLst>
            <pc:docMk/>
            <pc:sldMk cId="2706259639" sldId="596"/>
            <ac:spMk id="3" creationId="{0E49FC69-16FC-8296-22FF-E09DBA9E0369}"/>
          </ac:spMkLst>
        </pc:spChg>
      </pc:sldChg>
      <pc:sldChg chg="modSp add mod setBg">
        <pc:chgData name="Guttorm Schjelderup" userId="e0ac67c0-b505-4405-ab95-266cbfcd4586" providerId="ADAL" clId="{495AF721-4E66-5624-A6F1-D11890231467}" dt="2026-08-20T17:28:56.946" v="9893" actId="20577"/>
        <pc:sldMkLst>
          <pc:docMk/>
          <pc:sldMk cId="3344196477" sldId="596"/>
        </pc:sldMkLst>
        <pc:spChg chg="mod">
          <ac:chgData name="Guttorm Schjelderup" userId="e0ac67c0-b505-4405-ab95-266cbfcd4586" providerId="ADAL" clId="{495AF721-4E66-5624-A6F1-D11890231467}" dt="2026-08-20T17:25:24.818" v="9824" actId="20577"/>
          <ac:spMkLst>
            <pc:docMk/>
            <pc:sldMk cId="3344196477" sldId="596"/>
            <ac:spMk id="2" creationId="{8151B3D2-6F30-4AF0-B87A-7EB0FC555F45}"/>
          </ac:spMkLst>
        </pc:spChg>
        <pc:spChg chg="mod">
          <ac:chgData name="Guttorm Schjelderup" userId="e0ac67c0-b505-4405-ab95-266cbfcd4586" providerId="ADAL" clId="{495AF721-4E66-5624-A6F1-D11890231467}" dt="2026-08-20T17:28:56.946" v="9893" actId="20577"/>
          <ac:spMkLst>
            <pc:docMk/>
            <pc:sldMk cId="3344196477" sldId="596"/>
            <ac:spMk id="3" creationId="{60D19E8B-D13A-E39B-48AF-757C3B432117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Formue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85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51C-420B-8334-7A86FA999F33}"/>
              </c:ext>
            </c:extLst>
          </c:dPt>
          <c:dPt>
            <c:idx val="1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51C-420B-8334-7A86FA999F33}"/>
              </c:ext>
            </c:extLst>
          </c:dPt>
          <c:dPt>
            <c:idx val="2"/>
            <c:bubble3D val="0"/>
            <c:spPr>
              <a:solidFill>
                <a:srgbClr val="D453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51C-420B-8334-7A86FA999F33}"/>
              </c:ext>
            </c:extLst>
          </c:dPt>
          <c:dPt>
            <c:idx val="3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51C-420B-8334-7A86FA999F33}"/>
              </c:ext>
            </c:extLst>
          </c:dPt>
          <c:dPt>
            <c:idx val="4"/>
            <c:bubble3D val="0"/>
            <c:spPr>
              <a:solidFill>
                <a:srgbClr val="7F77D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51C-420B-8334-7A86FA999F33}"/>
              </c:ext>
            </c:extLst>
          </c:dPt>
          <c:dPt>
            <c:idx val="5"/>
            <c:bubble3D val="0"/>
            <c:spPr>
              <a:solidFill>
                <a:srgbClr val="8887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51C-420B-8334-7A86FA999F3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2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nb-N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51C-420B-8334-7A86FA999F3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2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nb-N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1C-420B-8334-7A86FA999F3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pPr>
                      <a:defRPr sz="1100" b="1" i="0" u="none" strike="noStrike">
                        <a:solidFill>
                          <a:srgbClr val="FFFFFF"/>
                        </a:solidFill>
                        <a:latin typeface="Arial"/>
                      </a:defRPr>
                    </a:pPr>
                    <a:fld id="{DAA07BCB-86BA-45F4-9888-48F10F301813}" type="PERCENTAGE">
                      <a:rPr lang="en-US" sz="2400"/>
                      <a:pPr>
                        <a:defRPr sz="1100" b="1" i="0" u="none" strike="noStrike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t>[PERCENTAGE]</a:t>
                    </a:fld>
                    <a:endParaRPr lang="en-US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F51C-420B-8334-7A86FA999F33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pPr>
                      <a:defRPr sz="1100" b="1" i="0" u="none" strike="noStrike">
                        <a:solidFill>
                          <a:srgbClr val="FFFFFF"/>
                        </a:solidFill>
                        <a:latin typeface="Arial"/>
                      </a:defRPr>
                    </a:pPr>
                    <a:fld id="{5FAE6C51-5D81-4D37-973A-F2E09EAB1349}" type="PERCENTAGE">
                      <a:rPr lang="en-US" sz="2400"/>
                      <a:pPr>
                        <a:defRPr sz="1100" b="1" i="0" u="none" strike="noStrike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t>[PERCENTAGE]</a:t>
                    </a:fld>
                    <a:endParaRPr lang="en-US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F51C-420B-8334-7A86FA999F33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2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nb-N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51C-420B-8334-7A86FA999F33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2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nb-N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51C-420B-8334-7A86FA999F3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nb-NO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Primærbolig</c:v>
                </c:pt>
                <c:pt idx="1">
                  <c:v>Sekundærbolig / eiendom</c:v>
                </c:pt>
                <c:pt idx="2">
                  <c:v>Bankinnskudd</c:v>
                </c:pt>
                <c:pt idx="3">
                  <c:v>Aksjer og verdipapirer</c:v>
                </c:pt>
                <c:pt idx="4">
                  <c:v>Annen finanskapital</c:v>
                </c:pt>
                <c:pt idx="5">
                  <c:v>Næringseiendeler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</c:v>
                </c:pt>
                <c:pt idx="1">
                  <c:v>14</c:v>
                </c:pt>
                <c:pt idx="2">
                  <c:v>13</c:v>
                </c:pt>
                <c:pt idx="3">
                  <c:v>11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51C-420B-8334-7A86FA999F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2"/>
      </c:doughnutChart>
      <c:spPr>
        <a:solidFill>
          <a:srgbClr val="1C2B3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C2B3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AFBB58-C654-49A6-B419-9AFE9AC1385F}" type="datetimeFigureOut">
              <a:rPr lang="nb-NO" smtClean="0"/>
              <a:t>21.08.2026</a:t>
            </a:fld>
            <a:endParaRPr lang="nb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CF758A-C09E-4840-AC2F-FA7EF94B3B5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37163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Del 1: oversikt over kurset. Del 2: Norge </a:t>
            </a:r>
            <a:r>
              <a:rPr lang="nb-NO" dirty="0" err="1"/>
              <a:t>vs</a:t>
            </a:r>
            <a:r>
              <a:rPr lang="nb-NO" dirty="0"/>
              <a:t> USA. Del 3: Formuesskatt og progresjon: Del 4: Avkastningen </a:t>
            </a:r>
            <a:r>
              <a:rPr lang="nb-NO"/>
              <a:t>av realaktiva</a:t>
            </a:r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EA3BB2-546A-4012-89E2-8DD70A568A2A}" type="slidenum">
              <a:rPr kumimoji="0" lang="nb-N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nb-N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0174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2FD6891-7805-4E0D-A2A0-F1E3A3456854}" type="slidenum">
              <a:rPr lang="en-US" altLang="nb-NO" smtClean="0"/>
              <a:pPr>
                <a:defRPr/>
              </a:pPr>
              <a:t>54</a:t>
            </a:fld>
            <a:endParaRPr lang="en-US" altLang="nb-NO"/>
          </a:p>
        </p:txBody>
      </p:sp>
    </p:spTree>
    <p:extLst>
      <p:ext uri="{BB962C8B-B14F-4D97-AF65-F5344CB8AC3E}">
        <p14:creationId xmlns:p14="http://schemas.microsoft.com/office/powerpoint/2010/main" val="1021475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09FA54C-974D-4FAE-A5CF-B106153D42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F919F673-C168-4A18-AE13-DAC60E5499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CAC8BDC-29D9-4065-A312-1E8D6DC65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B568E-FFED-40AD-923F-6B8FAE869271}" type="datetime1">
              <a:rPr lang="nb-NO" smtClean="0"/>
              <a:t>21.08.2026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F8A7F4D8-CE18-4B6F-97FA-1C7843CBF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3E40E5A0-F4D5-427F-8FA0-45CE1EC7E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33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F407244-7F5A-4C97-AF9A-2562EC49F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06740BD-BE13-4D26-9FE6-B7253BCF0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06C8171-1761-4A7A-A6C3-111113E81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AC0CC-9C91-44FB-881E-CAD63FD92483}" type="datetime1">
              <a:rPr lang="nb-NO" smtClean="0"/>
              <a:t>21.08.2026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D5C96C5E-4EA4-4B77-8DF7-A4C2EB54D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2DD55FC-8F06-418E-8440-6C54ACB03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312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4F88D81-4F62-47F4-9222-A3EBA1D79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42973336-24E9-4E13-B2C2-7A509DCA7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73B66245-5725-417E-AFB9-4C8025387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881E0-AAFA-437A-B9A1-BB4A04C4A64C}" type="datetime1">
              <a:rPr lang="nb-NO" smtClean="0"/>
              <a:t>21.08.2026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B5EFFD3-B4D0-44A4-B38E-0CD6281BF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F2D9B72-BC71-44C3-8F13-EE7371C1D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656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3040FFE-20A5-48C8-BDDA-6D369884E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60450BF-E753-436F-8EE6-DAAF4FE339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F9781F19-429D-41F0-B476-9D9E04AB8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B8E01AE4-2ACB-48B3-9518-E7020A9E4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4A5ED-813D-4591-9D55-35786E95323F}" type="datetime1">
              <a:rPr lang="nb-NO" smtClean="0"/>
              <a:t>21.08.2026</a:t>
            </a:fld>
            <a:endParaRPr lang="en-US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F354784B-F1B4-4429-97E9-D54F0DC8D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DA4BBDBB-1FD0-44C5-AE40-0A291F3D5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354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4DA62A4-1468-47C1-9C11-D018187F6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1578A239-CE88-4A07-A3ED-470641387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10C29081-24DD-4B68-B717-E6D6DB0B5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0D898A9E-F053-4AF6-927D-6D43B074A6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4E3259ED-ECC4-46B8-846F-637798EE5F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1D05B1D3-6D99-4D1D-ACAF-0B593CBD2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68524-208B-438D-B7DE-B18C3D38CDE4}" type="datetime1">
              <a:rPr lang="nb-NO" smtClean="0"/>
              <a:t>21.08.2026</a:t>
            </a:fld>
            <a:endParaRPr lang="en-US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0A25D353-06F8-4A4C-A306-4D439861E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4E9B96B7-6B7B-4341-898F-AFD58CCD7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981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83CD2F2-6847-4AB1-962D-760505968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308A01AF-B5AF-4491-8D9A-0ED780420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BD330-2302-46BD-89D9-5C608C4FD43D}" type="datetime1">
              <a:rPr lang="nb-NO" smtClean="0"/>
              <a:t>21.08.2026</a:t>
            </a:fld>
            <a:endParaRPr lang="en-US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313CC696-52D4-4B00-9FCC-36CEF6FA5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105427FA-465D-4916-8442-AA0BEBA9B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242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FBF36278-CE16-4FBC-824F-BFACE3A21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02C4-DF85-43DE-92A0-759FF37FA196}" type="datetime1">
              <a:rPr lang="nb-NO" smtClean="0"/>
              <a:t>21.08.2026</a:t>
            </a:fld>
            <a:endParaRPr lang="en-US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D2407B9C-701B-4130-A87E-F0F231C5A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2CAA3606-AFAB-4400-AB4C-A1174B957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6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167B7E5-01C3-4CF4-828A-5CAD36A3C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2B81171-F76A-4AB6-B065-0D2469556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3391E4A8-64B1-4A4F-A11D-B2C87507C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38F94FB6-0886-4197-8460-4443F57D6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BAEE9-77A7-4692-9FFC-7619FC863A09}" type="datetime1">
              <a:rPr lang="nb-NO" smtClean="0"/>
              <a:t>21.08.2026</a:t>
            </a:fld>
            <a:endParaRPr lang="en-US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4AD16851-9086-4902-A048-7AD583787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2A157B20-A9B3-474C-9F2E-C17963473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97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ED88CA9-B538-4EA6-91C5-E141F55A5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34959E2C-EF1E-4080-ADD8-2D061FD566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2D69B9D8-57FC-42DD-8E4A-BC8C30569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75095268-B402-4BFE-B635-619C9E908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BF666-3A95-4F49-B520-FA700D8AA679}" type="datetime1">
              <a:rPr lang="nb-NO" smtClean="0"/>
              <a:t>21.08.2026</a:t>
            </a:fld>
            <a:endParaRPr lang="en-US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5D7762D6-D4D7-405C-AA5E-A76A163E5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DCEA7745-75B2-4075-A641-291BD2181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626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47E8B76-79EF-4891-B886-7A08CCBC2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C146341C-06E7-4E63-9B71-D872B1111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C2B60D43-5117-4D35-9F74-D2832F886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BE5DA-12F7-4527-863A-01720E533671}" type="datetime1">
              <a:rPr lang="nb-NO" smtClean="0"/>
              <a:t>21.08.2026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A1146298-28BA-4876-ADA6-046338C74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901CB3D9-07E8-4008-AB7A-D66477DDE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894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56BAC0EA-F51F-4DBB-BBBB-B2498A78BE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2F8E28F2-C659-4DBF-8336-9F0F22D7A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9CF69EB-40BB-4571-863D-AA39BEE36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F3C4-1240-4131-9DFD-C107C55D2AE2}" type="datetime1">
              <a:rPr lang="nb-NO" smtClean="0"/>
              <a:t>21.08.2026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12BF6C19-E3EE-432C-981C-08A7ABBC2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BD68581-53C3-45F2-8DD7-F65A3FD4E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404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9464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09FA54C-974D-4FAE-A5CF-B106153D42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F919F673-C168-4A18-AE13-DAC60E5499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CAC8BDC-29D9-4065-A312-1E8D6DC65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97ED-7B41-4EE9-9B68-10FD35DE1682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F8A7F4D8-CE18-4B6F-97FA-1C7843CBF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3E40E5A0-F4D5-427F-8FA0-45CE1EC7E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2717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F407244-7F5A-4C97-AF9A-2562EC49F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06740BD-BE13-4D26-9FE6-B7253BCF0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06C8171-1761-4A7A-A6C3-111113E81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97ED-7B41-4EE9-9B68-10FD35DE1682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D5C96C5E-4EA4-4B77-8DF7-A4C2EB54D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2DD55FC-8F06-418E-8440-6C54ACB03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05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4F88D81-4F62-47F4-9222-A3EBA1D79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42973336-24E9-4E13-B2C2-7A509DCA7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73B66245-5725-417E-AFB9-4C8025387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97ED-7B41-4EE9-9B68-10FD35DE1682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B5EFFD3-B4D0-44A4-B38E-0CD6281BF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F2D9B72-BC71-44C3-8F13-EE7371C1D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881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3040FFE-20A5-48C8-BDDA-6D369884E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60450BF-E753-436F-8EE6-DAAF4FE339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F9781F19-429D-41F0-B476-9D9E04AB8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B8E01AE4-2ACB-48B3-9518-E7020A9E4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97ED-7B41-4EE9-9B68-10FD35DE1682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F354784B-F1B4-4429-97E9-D54F0DC8D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DA4BBDBB-1FD0-44C5-AE40-0A291F3D5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4806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4DA62A4-1468-47C1-9C11-D018187F6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1578A239-CE88-4A07-A3ED-470641387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10C29081-24DD-4B68-B717-E6D6DB0B5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0D898A9E-F053-4AF6-927D-6D43B074A6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4E3259ED-ECC4-46B8-846F-637798EE5F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1D05B1D3-6D99-4D1D-ACAF-0B593CBD2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97ED-7B41-4EE9-9B68-10FD35DE1682}" type="datetimeFigureOut">
              <a:rPr lang="en-US" smtClean="0"/>
              <a:t>8/21/26</a:t>
            </a:fld>
            <a:endParaRPr lang="en-US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0A25D353-06F8-4A4C-A306-4D439861E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4E9B96B7-6B7B-4341-898F-AFD58CCD7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3863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83CD2F2-6847-4AB1-962D-760505968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308A01AF-B5AF-4491-8D9A-0ED780420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97ED-7B41-4EE9-9B68-10FD35DE1682}" type="datetimeFigureOut">
              <a:rPr lang="en-US" smtClean="0"/>
              <a:t>8/21/26</a:t>
            </a:fld>
            <a:endParaRPr lang="en-US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313CC696-52D4-4B00-9FCC-36CEF6FA5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105427FA-465D-4916-8442-AA0BEBA9B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4855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FBF36278-CE16-4FBC-824F-BFACE3A21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97ED-7B41-4EE9-9B68-10FD35DE1682}" type="datetimeFigureOut">
              <a:rPr lang="en-US" smtClean="0"/>
              <a:t>8/21/26</a:t>
            </a:fld>
            <a:endParaRPr lang="en-US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D2407B9C-701B-4130-A87E-F0F231C5A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2CAA3606-AFAB-4400-AB4C-A1174B957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559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167B7E5-01C3-4CF4-828A-5CAD36A3C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2B81171-F76A-4AB6-B065-0D2469556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3391E4A8-64B1-4A4F-A11D-B2C87507C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38F94FB6-0886-4197-8460-4443F57D6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97ED-7B41-4EE9-9B68-10FD35DE1682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4AD16851-9086-4902-A048-7AD583787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2A157B20-A9B3-474C-9F2E-C17963473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020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ED88CA9-B538-4EA6-91C5-E141F55A5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34959E2C-EF1E-4080-ADD8-2D061FD566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2D69B9D8-57FC-42DD-8E4A-BC8C30569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75095268-B402-4BFE-B635-619C9E908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97ED-7B41-4EE9-9B68-10FD35DE1682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5D7762D6-D4D7-405C-AA5E-A76A163E5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DCEA7745-75B2-4075-A641-291BD2181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7245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47E8B76-79EF-4891-B886-7A08CCBC2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C146341C-06E7-4E63-9B71-D872B1111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C2B60D43-5117-4D35-9F74-D2832F886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97ED-7B41-4EE9-9B68-10FD35DE1682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A1146298-28BA-4876-ADA6-046338C74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901CB3D9-07E8-4008-AB7A-D66477DDE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2321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56BAC0EA-F51F-4DBB-BBBB-B2498A78BE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2F8E28F2-C659-4DBF-8336-9F0F22D7A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9CF69EB-40BB-4571-863D-AA39BEE36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97ED-7B41-4EE9-9B68-10FD35DE1682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12BF6C19-E3EE-432C-981C-08A7ABBC2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BD68581-53C3-45F2-8DD7-F65A3FD4E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0382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7A478-B3EF-43DE-BEA5-558FE1F3DBB9}" type="datetime1">
              <a:rPr lang="nb-NO" smtClean="0"/>
              <a:t>21.08.2026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DC8-1D0B-4B83-8CF0-4F24D54506BB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3" name="Plassholder f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414273" y="1796233"/>
            <a:ext cx="11363454" cy="4441124"/>
          </a:xfrm>
          <a:prstGeom prst="rect">
            <a:avLst/>
          </a:prstGeom>
        </p:spPr>
        <p:txBody>
          <a:bodyPr vert="horz"/>
          <a:lstStyle>
            <a:lvl1pPr marL="179579" indent="-179579">
              <a:buFont typeface="Arial" panose="020B0604020202020204" pitchFamily="34" charset="0"/>
              <a:buChar char="•"/>
              <a:defRPr sz="217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06025" indent="-164138">
              <a:buFont typeface="Arial" panose="020B0604020202020204" pitchFamily="34" charset="0"/>
              <a:buChar char="•"/>
              <a:defRPr sz="1814"/>
            </a:lvl2pPr>
            <a:lvl3pPr marL="570164" indent="-164138">
              <a:buFont typeface="Arial" panose="020B0604020202020204" pitchFamily="34" charset="0"/>
              <a:buChar char="•"/>
              <a:defRPr sz="1814"/>
            </a:lvl3pPr>
            <a:lvl4pPr marL="812052" indent="-164138">
              <a:buFont typeface="Arial" panose="020B0604020202020204" pitchFamily="34" charset="0"/>
              <a:buChar char="•"/>
              <a:defRPr sz="1814"/>
            </a:lvl4pPr>
            <a:lvl5pPr marL="1053939" indent="-241887">
              <a:buFont typeface="Arial" panose="020B0604020202020204" pitchFamily="34" charset="0"/>
              <a:buChar char="•"/>
              <a:defRPr sz="1814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10" name="Tittel 1"/>
          <p:cNvSpPr>
            <a:spLocks noGrp="1"/>
          </p:cNvSpPr>
          <p:nvPr>
            <p:ph type="title" hasCustomPrompt="1"/>
          </p:nvPr>
        </p:nvSpPr>
        <p:spPr>
          <a:xfrm>
            <a:off x="414273" y="424711"/>
            <a:ext cx="9992003" cy="1044970"/>
          </a:xfrm>
          <a:prstGeom prst="rect">
            <a:avLst/>
          </a:prstGeom>
        </p:spPr>
        <p:txBody>
          <a:bodyPr anchor="b" anchorCtr="0"/>
          <a:lstStyle>
            <a:lvl1pPr>
              <a:defRPr b="0"/>
            </a:lvl1pPr>
          </a:lstStyle>
          <a:p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title</a:t>
            </a:r>
            <a:endParaRPr lang="nb-NO"/>
          </a:p>
        </p:txBody>
      </p:sp>
      <p:pic>
        <p:nvPicPr>
          <p:cNvPr id="11" name="Bilde 10" descr="nhh_logo_1f_positiv_blaa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0577" y="447226"/>
            <a:ext cx="457150" cy="914349"/>
          </a:xfrm>
          <a:prstGeom prst="rect">
            <a:avLst/>
          </a:prstGeom>
        </p:spPr>
      </p:pic>
      <p:pic>
        <p:nvPicPr>
          <p:cNvPr id="8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78" y="6255663"/>
            <a:ext cx="2971698" cy="56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3979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4189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34C2A7C5-9D92-46F1-B3F9-21AAACFC5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3BC6ED2A-1149-476B-8B78-14F3ACC93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F88D9C5-5559-4AA2-8AF8-CC90568EFE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F5AF4-04BE-474D-B1DF-8DEBBCDFC566}" type="datetime1">
              <a:rPr lang="nb-NO" smtClean="0"/>
              <a:t>21.08.2026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3536A32-4B33-43BF-B28B-CCE4187F5A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DB70FC16-3678-411B-97A2-9764CBE122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029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87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34C2A7C5-9D92-46F1-B3F9-21AAACFC5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3BC6ED2A-1149-476B-8B78-14F3ACC93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F88D9C5-5559-4AA2-8AF8-CC90568EFE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8E97ED-7B41-4EE9-9B68-10FD35DE1682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3536A32-4B33-43BF-B28B-CCE4187F5A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DB70FC16-3678-411B-97A2-9764CBE122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B3275-7683-45B1-BE98-493851351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783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466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ekspropriering+av+eiendom&amp;rlz=1C1ONGR_enNO1064NO1065&amp;oq=hva+er+diskonteringsrenten+for+eksporpriering+av+eiendom&amp;gs_lcrp=EgZjaHJvbWUyBggAEEUYOTIJCAEQIRgKGKABMgcIAhAhGI8CMgcIAxAhGI8C0gEJMTg0NzBqMGo0qAIAsAIB&amp;sourceid=chrome&amp;ie=UTF-8&amp;mstk=AUtExfBJ27Nb3I4gsO5bbIgVhUEKOFIdQ30L98hWkgVd0QneGHGsr3yzVUAlcUi4EoLz8vTMlVsmWarLJQ4QGqdZ5FDkBQMYVeTkiSunqghSg77PiGvZiDsjOQzWtbkMlGEZo3hI2aax5HiL7KfKt36DNw5R9lOUZMg5hdPJLJcE1wgDYYw&amp;csui=3&amp;ved=2ahUKEwjb6KuZ2v6RAxUoNxAIHaCwKfoQgK4QegQIARAB" TargetMode="External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hyperlink" Target="https://www.google.com/search?q=kapitaliseringsrente&amp;rlz=1C1ONGR_enNO1064NO1065&amp;oq=hva+er+diskonteringsrenten+for+eksporpriering+av+eiendom&amp;gs_lcrp=EgZjaHJvbWUyBggAEEUYOTIJCAEQIRgKGKABMgcIAhAhGI8CMgcIAxAhGI8C0gEJMTg0NzBqMGo0qAIAsAIB&amp;sourceid=chrome&amp;ie=UTF-8&amp;mstk=AUtExfBJ27Nb3I4gsO5bbIgVhUEKOFIdQ30L98hWkgVd0QneGHGsr3yzVUAlcUi4EoLz8vTMlVsmWarLJQ4QGqdZ5FDkBQMYVeTkiSunqghSg77PiGvZiDsjOQzWtbkMlGEZo3hI2aax5HiL7KfKt36DNw5R9lOUZMg5hdPJLJcE1wgDYYw&amp;csui=3&amp;ved=2ahUKEwjb6KuZ2v6RAxUoNxAIHaCwKfoQgK4QegQIARAC" TargetMode="Externa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26.png"/><Relationship Id="rId7" Type="http://schemas.openxmlformats.org/officeDocument/2006/relationships/image" Target="../media/image25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240.png"/><Relationship Id="rId5" Type="http://schemas.openxmlformats.org/officeDocument/2006/relationships/image" Target="../media/image230.png"/><Relationship Id="rId10" Type="http://schemas.openxmlformats.org/officeDocument/2006/relationships/image" Target="../media/image28.png"/><Relationship Id="rId4" Type="http://schemas.openxmlformats.org/officeDocument/2006/relationships/image" Target="../media/image221.png"/><Relationship Id="rId9" Type="http://schemas.openxmlformats.org/officeDocument/2006/relationships/image" Target="../media/image27.png"/></Relationships>
</file>

<file path=ppt/slides/_rels/slide5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.png"/><Relationship Id="rId3" Type="http://schemas.openxmlformats.org/officeDocument/2006/relationships/notesSlide" Target="../notesSlides/notesSlide5.xml"/><Relationship Id="rId12" Type="http://schemas.openxmlformats.org/officeDocument/2006/relationships/image" Target="NULL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.png"/><Relationship Id="rId1" Type="http://schemas.openxmlformats.org/officeDocument/2006/relationships/tags" Target="../tags/tag2.xml"/><Relationship Id="rId11" Type="http://schemas.openxmlformats.org/officeDocument/2006/relationships/image" Target="NULL"/><Relationship Id="rId15" Type="http://schemas.openxmlformats.org/officeDocument/2006/relationships/image" Target="../media/image30.png"/><Relationship Id="rId10" Type="http://schemas.openxmlformats.org/officeDocument/2006/relationships/image" Target="NULL"/><Relationship Id="rId14" Type="http://schemas.openxmlformats.org/officeDocument/2006/relationships/image" Target="../media/image3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5445C6-DD42-4979-86FF-03730E8C6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734" y="321733"/>
            <a:ext cx="11573488" cy="6214534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127000" cap="sq" cmpd="thinThick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B75CC83C-9062-4828-A01A-55610590C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84003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FIE 432 </a:t>
            </a:r>
            <a:r>
              <a:rPr lang="en-US" sz="5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Personlig</a:t>
            </a:r>
            <a:r>
              <a:rPr lang="en-US" sz="5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800" dirty="0" err="1"/>
              <a:t>ø</a:t>
            </a:r>
            <a:r>
              <a:rPr lang="en-US" sz="5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konomi</a:t>
            </a:r>
            <a:br>
              <a:rPr lang="en-US" sz="5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Forelesning</a:t>
            </a:r>
            <a:r>
              <a:rPr lang="en-US" sz="5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2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621CD9A-4E13-4030-96F4-A32C9F93F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4256436"/>
            <a:ext cx="9144000" cy="160081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nb-NO" sz="2400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Professor Guttorm Schjelderup</a:t>
            </a:r>
            <a:endParaRPr lang="en-US" sz="2400" kern="1200">
              <a:solidFill>
                <a:schemeClr val="accent1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000665-DFC7-417E-8FD7-516A0F15C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4109417"/>
            <a:ext cx="2743200" cy="0"/>
          </a:xfrm>
          <a:prstGeom prst="line">
            <a:avLst/>
          </a:prstGeom>
          <a:ln w="1270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F0050-E7BA-3439-C5D2-30DA0BA31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1590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11737"/>
    </mc:Choice>
    <mc:Fallback xmlns="">
      <p:transition spd="slow" advTm="1173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C747F-3C71-41B2-EF3C-3101805C7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sz="4800" b="1" dirty="0"/>
              <a:t>Hva er realavkastningen på ulike aktiva over tid </a:t>
            </a:r>
            <a:br>
              <a:rPr lang="nb-NO" sz="4800" dirty="0"/>
            </a:br>
            <a:br>
              <a:rPr lang="nb-NO" sz="6000" dirty="0"/>
            </a:br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1EC9D-5B77-5A62-E9A8-B6A9EF1BC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081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DBD02-1CE3-21B8-145B-BD52B5ECB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b="1" dirty="0"/>
              <a:t>Hva er realavkastningen på ulike aktiva over tid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9FA23-E57A-89C2-683B-EF2B6F0DD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nb-NO" sz="3600" dirty="0"/>
              <a:t>Kan vi fra </a:t>
            </a:r>
            <a:r>
              <a:rPr lang="nb-NO" sz="3600" i="1" dirty="0"/>
              <a:t>historiske data </a:t>
            </a:r>
            <a:r>
              <a:rPr lang="nb-NO" sz="3600" dirty="0"/>
              <a:t>om avkasting av ulike aktiva si noe om hva vi bør investere i frem i tid</a:t>
            </a:r>
          </a:p>
          <a:p>
            <a:pPr lvl="1"/>
            <a:r>
              <a:rPr lang="nb-NO" sz="3200" dirty="0"/>
              <a:t>Aksjer (</a:t>
            </a:r>
            <a:r>
              <a:rPr lang="nb-NO" sz="3200" dirty="0" err="1"/>
              <a:t>equity</a:t>
            </a:r>
            <a:r>
              <a:rPr lang="nb-NO" sz="3200" dirty="0"/>
              <a:t>), </a:t>
            </a:r>
            <a:r>
              <a:rPr lang="nb-NO" sz="3200" dirty="0" err="1"/>
              <a:t>Housing</a:t>
            </a:r>
            <a:r>
              <a:rPr lang="nb-NO" sz="3200" dirty="0"/>
              <a:t> (eiendom), statsobligasjoner</a:t>
            </a:r>
          </a:p>
          <a:p>
            <a:pPr lvl="1"/>
            <a:r>
              <a:rPr lang="nb-NO" sz="3200" dirty="0"/>
              <a:t>Sikre og usikre </a:t>
            </a:r>
            <a:r>
              <a:rPr lang="nb-NO" sz="3200" dirty="0" err="1"/>
              <a:t>aktivaklasser</a:t>
            </a:r>
            <a:endParaRPr lang="nb-NO" sz="3200" dirty="0"/>
          </a:p>
          <a:p>
            <a:pPr lvl="1"/>
            <a:r>
              <a:rPr lang="nb-NO" sz="3200" dirty="0"/>
              <a:t>Noen forskjell mellom avkastning på </a:t>
            </a:r>
            <a:r>
              <a:rPr lang="nb-NO" sz="3200" dirty="0" err="1"/>
              <a:t>aktivaklasser</a:t>
            </a:r>
            <a:r>
              <a:rPr lang="nb-NO" sz="3200" dirty="0"/>
              <a:t> mellom land?</a:t>
            </a:r>
          </a:p>
          <a:p>
            <a:pPr marL="514350" indent="-514350">
              <a:buFont typeface="+mj-lt"/>
              <a:buAutoNum type="arabicPeriod"/>
            </a:pPr>
            <a:endParaRPr lang="nb-NO" sz="3600" dirty="0"/>
          </a:p>
          <a:p>
            <a:pPr marL="514350" indent="-514350">
              <a:buFont typeface="+mj-lt"/>
              <a:buAutoNum type="arabicPeriod"/>
            </a:pPr>
            <a:r>
              <a:rPr lang="nb-NO" sz="3600" dirty="0"/>
              <a:t>Kan vi tjene på å se på hvordan de rikeste investerer ved å se på formuesfordelingen i befolkningen.</a:t>
            </a:r>
            <a:endParaRPr lang="nb-NO" dirty="0"/>
          </a:p>
          <a:p>
            <a:pPr marL="514350" indent="-514350">
              <a:buFont typeface="+mj-lt"/>
              <a:buAutoNum type="arabicPeriod"/>
            </a:pPr>
            <a:endParaRPr lang="nb-NO" sz="3600" dirty="0"/>
          </a:p>
          <a:p>
            <a:pPr marL="0" indent="0">
              <a:buNone/>
            </a:pPr>
            <a:r>
              <a:rPr lang="nb-NO" sz="3600" dirty="0"/>
              <a:t>Vi starter med å se på formuesfordelingen i Norge</a:t>
            </a:r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B37D3-74D9-8A4A-DAB9-C6C2CD286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203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14F84-488A-0424-1085-FC7842A78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3D3C68-2CBB-383D-51BA-0648E4D60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0"/>
            <a:ext cx="7961718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7B1DAD7-2DE8-03DF-5EDF-A8A2A3E9E577}"/>
              </a:ext>
            </a:extLst>
          </p:cNvPr>
          <p:cNvSpPr txBox="1"/>
          <p:nvPr/>
        </p:nvSpPr>
        <p:spPr>
          <a:xfrm>
            <a:off x="7961718" y="5987018"/>
            <a:ext cx="4554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Kilde: Aaberge </a:t>
            </a:r>
            <a:r>
              <a:rPr lang="nb-NO" dirty="0">
                <a:solidFill>
                  <a:prstClr val="black"/>
                </a:solidFill>
                <a:latin typeface="Calibri" panose="020F0502020204030204"/>
              </a:rPr>
              <a:t>mfl</a:t>
            </a:r>
            <a:r>
              <a:rPr kumimoji="0" lang="nb-NO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(2021)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DE2D8014-A9A5-0B05-0213-C039D6FAC4DC}"/>
              </a:ext>
            </a:extLst>
          </p:cNvPr>
          <p:cNvSpPr/>
          <p:nvPr/>
        </p:nvSpPr>
        <p:spPr>
          <a:xfrm rot="5400000">
            <a:off x="6065239" y="2155970"/>
            <a:ext cx="197141" cy="2143389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0F5C90-09D3-3309-3C77-417CF8F62E77}"/>
              </a:ext>
            </a:extLst>
          </p:cNvPr>
          <p:cNvSpPr txBox="1"/>
          <p:nvPr/>
        </p:nvSpPr>
        <p:spPr>
          <a:xfrm>
            <a:off x="5092115" y="3473042"/>
            <a:ext cx="22356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1% rikeste eier mest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aksjer hvorav 2/3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er unoterte aksjer og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eier relativt sett lite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eiendom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00772-8B47-DA4F-AA1F-8BF547E78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2B3D4A-C65C-8B8A-88B3-F1D6AC6274A6}"/>
              </a:ext>
            </a:extLst>
          </p:cNvPr>
          <p:cNvSpPr txBox="1"/>
          <p:nvPr/>
        </p:nvSpPr>
        <p:spPr>
          <a:xfrm>
            <a:off x="1170432" y="3441680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Gjeld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97815D-D4E0-8BC7-8394-B4831E41507B}"/>
              </a:ext>
            </a:extLst>
          </p:cNvPr>
          <p:cNvSpPr txBox="1"/>
          <p:nvPr/>
        </p:nvSpPr>
        <p:spPr>
          <a:xfrm>
            <a:off x="1170432" y="151333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Bolig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C14B04-481C-B7B7-4F85-A79516A65751}"/>
              </a:ext>
            </a:extLst>
          </p:cNvPr>
          <p:cNvSpPr txBox="1"/>
          <p:nvPr/>
        </p:nvSpPr>
        <p:spPr>
          <a:xfrm>
            <a:off x="6475872" y="1552732"/>
            <a:ext cx="759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Aksjer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2FC331-0354-55AF-2D8B-4109FE19640B}"/>
              </a:ext>
            </a:extLst>
          </p:cNvPr>
          <p:cNvSpPr txBox="1"/>
          <p:nvPr/>
        </p:nvSpPr>
        <p:spPr>
          <a:xfrm>
            <a:off x="2743200" y="75895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Bank</a:t>
            </a:r>
          </a:p>
        </p:txBody>
      </p:sp>
    </p:spTree>
    <p:extLst>
      <p:ext uri="{BB962C8B-B14F-4D97-AF65-F5344CB8AC3E}">
        <p14:creationId xmlns:p14="http://schemas.microsoft.com/office/powerpoint/2010/main" val="1442812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E16EA-2305-5A87-E415-20E45AAE5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113" y="136525"/>
            <a:ext cx="10948687" cy="827067"/>
          </a:xfrm>
        </p:spPr>
        <p:txBody>
          <a:bodyPr>
            <a:normAutofit/>
          </a:bodyPr>
          <a:lstStyle/>
          <a:p>
            <a:r>
              <a:rPr lang="nb-NO" sz="4000" b="1" dirty="0"/>
              <a:t>Vi kan oppsummere forrige slide slik: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5A53A-7E39-77CB-0D76-445E1D10E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113" y="1103010"/>
            <a:ext cx="11435787" cy="5412089"/>
          </a:xfrm>
        </p:spPr>
        <p:txBody>
          <a:bodyPr>
            <a:normAutofit/>
          </a:bodyPr>
          <a:lstStyle/>
          <a:p>
            <a:r>
              <a:rPr lang="nb-NO" dirty="0"/>
              <a:t>Folk flest eier i hovedsak eiendom (eget hus største investering)</a:t>
            </a:r>
          </a:p>
          <a:p>
            <a:endParaRPr lang="nb-NO" dirty="0"/>
          </a:p>
          <a:p>
            <a:r>
              <a:rPr lang="nb-NO" dirty="0"/>
              <a:t>De 10% rikeste er i snitt i formuesskatteposisjon</a:t>
            </a:r>
          </a:p>
          <a:p>
            <a:endParaRPr lang="nb-NO" dirty="0"/>
          </a:p>
          <a:p>
            <a:r>
              <a:rPr lang="nb-NO" dirty="0"/>
              <a:t>De aller rikeste eier relativt sett mindre eiendom enn andre grupper</a:t>
            </a:r>
          </a:p>
          <a:p>
            <a:pPr lvl="1"/>
            <a:r>
              <a:rPr lang="nb-NO" dirty="0"/>
              <a:t>Hardere beskatning av eiendom vil derfor øke ulikheten</a:t>
            </a:r>
          </a:p>
          <a:p>
            <a:endParaRPr lang="nb-NO" dirty="0"/>
          </a:p>
          <a:p>
            <a:r>
              <a:rPr lang="nb-NO" dirty="0"/>
              <a:t>De rikeste eier mest aksjer og i hovedsak ikke-børsnoterte aksjer. </a:t>
            </a:r>
          </a:p>
          <a:p>
            <a:pPr lvl="1"/>
            <a:r>
              <a:rPr lang="nb-NO" dirty="0"/>
              <a:t>Bør vi eie mye aksjer og spesielt unoterte aksjer? </a:t>
            </a:r>
          </a:p>
          <a:p>
            <a:pPr lvl="1"/>
            <a:r>
              <a:rPr lang="nb-NO" dirty="0"/>
              <a:t>Ja hvis vi vil spare formuesskatt</a:t>
            </a:r>
          </a:p>
          <a:p>
            <a:pPr lvl="1"/>
            <a:r>
              <a:rPr lang="nb-NO" dirty="0"/>
              <a:t>Men som småsparere er unoterte aksjer vanskelig</a:t>
            </a:r>
          </a:p>
          <a:p>
            <a:endParaRPr lang="nb-NO" dirty="0"/>
          </a:p>
          <a:p>
            <a:pPr marL="0" indent="0">
              <a:buNone/>
            </a:pPr>
            <a:endParaRPr lang="nb-NO" dirty="0"/>
          </a:p>
          <a:p>
            <a:endParaRPr lang="nb-NO" dirty="0"/>
          </a:p>
          <a:p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DF3F4-D926-5571-0FBF-0E7512271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343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1CD9A-C946-B9EB-8A43-2B81148D9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2528"/>
            <a:ext cx="10515600" cy="502976"/>
          </a:xfrm>
        </p:spPr>
        <p:txBody>
          <a:bodyPr>
            <a:normAutofit fontScale="90000"/>
          </a:bodyPr>
          <a:lstStyle/>
          <a:p>
            <a:r>
              <a:rPr lang="nb-NO" b="1" dirty="0"/>
              <a:t>Børsnoterte </a:t>
            </a:r>
            <a:r>
              <a:rPr lang="nb-NO" b="1" dirty="0" err="1"/>
              <a:t>vs</a:t>
            </a:r>
            <a:r>
              <a:rPr lang="nb-NO" b="1" dirty="0"/>
              <a:t> ikke-børsnoterte aksjer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5DCDB-3144-8D12-854E-0E88179D9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758" y="1151660"/>
            <a:ext cx="11507190" cy="5204690"/>
          </a:xfrm>
        </p:spPr>
        <p:txBody>
          <a:bodyPr>
            <a:normAutofit lnSpcReduction="10000"/>
          </a:bodyPr>
          <a:lstStyle/>
          <a:p>
            <a:r>
              <a:rPr lang="nb-NO" sz="3600" dirty="0"/>
              <a:t>Ikke-børsnoterte aksjer er:</a:t>
            </a:r>
          </a:p>
          <a:p>
            <a:pPr lvl="1"/>
            <a:r>
              <a:rPr lang="nb-NO" sz="3200" dirty="0"/>
              <a:t>Mindre likvide</a:t>
            </a:r>
          </a:p>
          <a:p>
            <a:pPr lvl="1"/>
            <a:r>
              <a:rPr lang="nb-NO" sz="3200" dirty="0"/>
              <a:t>Mindre krav til rapportering; større informasjonsasymmetri</a:t>
            </a:r>
          </a:p>
          <a:p>
            <a:pPr lvl="1"/>
            <a:r>
              <a:rPr lang="nb-NO" sz="3200" dirty="0"/>
              <a:t>Har ofte en dominerende eier som har </a:t>
            </a:r>
            <a:r>
              <a:rPr lang="nb-NO" sz="3200" dirty="0" err="1"/>
              <a:t>insideinformasjon</a:t>
            </a:r>
            <a:endParaRPr lang="nb-NO" sz="3200" dirty="0"/>
          </a:p>
          <a:p>
            <a:pPr lvl="1"/>
            <a:r>
              <a:rPr lang="nb-NO" sz="3200" dirty="0" err="1"/>
              <a:t>Fomuesgrunnlaget</a:t>
            </a:r>
            <a:r>
              <a:rPr lang="nb-NO" sz="3200" dirty="0"/>
              <a:t> er bokført verdi; lavt formuesskattegrunnlag</a:t>
            </a:r>
          </a:p>
          <a:p>
            <a:pPr lvl="2"/>
            <a:r>
              <a:rPr lang="nb-NO" sz="2800" dirty="0"/>
              <a:t>I praksis aktiva som er nedskrevet minus gjeld</a:t>
            </a:r>
          </a:p>
          <a:p>
            <a:pPr marL="457200" lvl="1" indent="0">
              <a:buNone/>
            </a:pPr>
            <a:endParaRPr lang="nb-NO" sz="3600" dirty="0"/>
          </a:p>
          <a:p>
            <a:r>
              <a:rPr lang="nb-NO" sz="3600" b="1" dirty="0"/>
              <a:t>Konklusjon: </a:t>
            </a:r>
          </a:p>
          <a:p>
            <a:pPr lvl="1"/>
            <a:r>
              <a:rPr lang="nb-NO" sz="3200" dirty="0"/>
              <a:t>Unoterte aksjer er mer risikable og mindre likvide</a:t>
            </a:r>
          </a:p>
          <a:p>
            <a:pPr lvl="1"/>
            <a:r>
              <a:rPr lang="nb-NO" sz="3200" dirty="0"/>
              <a:t>Har betydelig lavere </a:t>
            </a:r>
            <a:r>
              <a:rPr lang="nb-NO" sz="3200" dirty="0" err="1"/>
              <a:t>formuesgrunnlag</a:t>
            </a:r>
            <a:r>
              <a:rPr lang="nb-NO" sz="3200" dirty="0"/>
              <a:t> enn børsnoterte </a:t>
            </a:r>
          </a:p>
          <a:p>
            <a:pPr marL="0" indent="0">
              <a:buNone/>
            </a:pPr>
            <a:endParaRPr lang="nb-NO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B98CE-7B5D-A834-E66A-3E4464851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809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6B982-2B13-18FF-4EE9-BE50BBA39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4" y="18255"/>
            <a:ext cx="11020425" cy="1064311"/>
          </a:xfrm>
        </p:spPr>
        <p:txBody>
          <a:bodyPr>
            <a:normAutofit/>
          </a:bodyPr>
          <a:lstStyle/>
          <a:p>
            <a:r>
              <a:rPr lang="nb-NO" sz="3600" b="1" dirty="0">
                <a:latin typeface="+mn-lt"/>
              </a:rPr>
              <a:t>Den skattemessige fordelen ved å eie unoterte aksjer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4DF0D-9124-3F6A-4144-7B52E1A6C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375" y="1219200"/>
            <a:ext cx="11020425" cy="4957763"/>
          </a:xfrm>
        </p:spPr>
        <p:txBody>
          <a:bodyPr>
            <a:normAutofit/>
          </a:bodyPr>
          <a:lstStyle/>
          <a:p>
            <a:r>
              <a:rPr lang="nb-NO" dirty="0"/>
              <a:t>Børsnoterte aksjer verdsettes til verdien (børskurs) per 1. januar i skattefastsettingsåret, som er året etter skatteåret. </a:t>
            </a:r>
          </a:p>
          <a:p>
            <a:endParaRPr lang="nb-NO" dirty="0"/>
          </a:p>
          <a:p>
            <a:r>
              <a:rPr lang="nb-NO" dirty="0"/>
              <a:t>SSB-studier på norske unoterte aksjer på NOTC-listen</a:t>
            </a:r>
          </a:p>
          <a:p>
            <a:pPr lvl="1"/>
            <a:r>
              <a:rPr lang="nb-NO" dirty="0"/>
              <a:t>Aksjene har en formuesverdi som ligger </a:t>
            </a:r>
            <a:r>
              <a:rPr lang="nb-NO" dirty="0" err="1"/>
              <a:t>ca</a:t>
            </a:r>
            <a:r>
              <a:rPr lang="nb-NO" dirty="0"/>
              <a:t> 40-50% lavere enn markedsverdien </a:t>
            </a:r>
          </a:p>
          <a:p>
            <a:pPr lvl="1"/>
            <a:r>
              <a:rPr lang="nb-NO" dirty="0"/>
              <a:t>Med aksjerabatten på 20% er </a:t>
            </a:r>
            <a:r>
              <a:rPr lang="nb-NO" dirty="0" err="1"/>
              <a:t>formuesgrunnlaget</a:t>
            </a:r>
            <a:r>
              <a:rPr lang="nb-NO" dirty="0"/>
              <a:t> 32%-40% av markedsverdien.</a:t>
            </a:r>
          </a:p>
          <a:p>
            <a:endParaRPr lang="nb-NO" dirty="0"/>
          </a:p>
          <a:p>
            <a:r>
              <a:rPr lang="nb-NO" dirty="0"/>
              <a:t>En studie av Ring mfl (2026) finner at </a:t>
            </a:r>
            <a:r>
              <a:rPr lang="nb-NO" dirty="0" err="1"/>
              <a:t>formuesgrunnlaget</a:t>
            </a:r>
            <a:r>
              <a:rPr lang="nb-NO" dirty="0"/>
              <a:t> til aksjer hos de aller rikeste kan være så lavt som 10% av markedsverdien.</a:t>
            </a:r>
          </a:p>
          <a:p>
            <a:pPr lvl="1"/>
            <a:r>
              <a:rPr lang="nb-NO" dirty="0"/>
              <a:t>«How do </a:t>
            </a:r>
            <a:r>
              <a:rPr lang="nb-NO" dirty="0" err="1"/>
              <a:t>they</a:t>
            </a:r>
            <a:r>
              <a:rPr lang="nb-NO" dirty="0"/>
              <a:t> do it!»</a:t>
            </a:r>
          </a:p>
          <a:p>
            <a:endParaRPr lang="nb-NO" dirty="0"/>
          </a:p>
          <a:p>
            <a:endParaRPr lang="nb-NO" dirty="0"/>
          </a:p>
          <a:p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783AB-60E0-93A8-2D76-D66217CA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011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Formuessammensetning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03632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8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Norske husholdninger – gjennomsnittlig </a:t>
            </a:r>
            <a:r>
              <a:rPr lang="en-US" sz="2800" dirty="0" err="1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bruttoformue</a:t>
            </a:r>
            <a:r>
              <a:rPr lang="en-US" sz="28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2025</a:t>
            </a:r>
            <a:endParaRPr lang="en-US" sz="2800" dirty="0">
              <a:solidFill>
                <a:srgbClr val="FFFF00"/>
              </a:solidFill>
              <a:latin typeface="Calibri" panose="020F0502020204030204"/>
            </a:endParaRP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832960832"/>
              </p:ext>
            </p:extLst>
          </p:nvPr>
        </p:nvGraphicFramePr>
        <p:xfrm>
          <a:off x="365760" y="1594104"/>
          <a:ext cx="6705600" cy="487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193280" y="1950720"/>
            <a:ext cx="219456" cy="21945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6" name="Text 3"/>
          <p:cNvSpPr/>
          <p:nvPr/>
        </p:nvSpPr>
        <p:spPr>
          <a:xfrm>
            <a:off x="7498080" y="1889760"/>
            <a:ext cx="3413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dirty="0" err="1">
                <a:solidFill>
                  <a:srgbClr val="D0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Primærbolig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728960" y="1889760"/>
            <a:ext cx="1097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52 %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193280" y="2645664"/>
            <a:ext cx="219456" cy="21945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9" name="Text 6"/>
          <p:cNvSpPr/>
          <p:nvPr/>
        </p:nvSpPr>
        <p:spPr>
          <a:xfrm>
            <a:off x="7498080" y="2584704"/>
            <a:ext cx="3413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dirty="0">
                <a:solidFill>
                  <a:srgbClr val="D0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Sekundærbolig / eiendom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728960" y="2584704"/>
            <a:ext cx="1097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14 %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193280" y="3340608"/>
            <a:ext cx="219456" cy="219456"/>
          </a:xfrm>
          <a:prstGeom prst="ellipse">
            <a:avLst/>
          </a:prstGeom>
          <a:solidFill>
            <a:srgbClr val="D4537E"/>
          </a:solidFill>
          <a:ln w="12700">
            <a:solidFill>
              <a:srgbClr val="D4537E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2" name="Text 9"/>
          <p:cNvSpPr/>
          <p:nvPr/>
        </p:nvSpPr>
        <p:spPr>
          <a:xfrm>
            <a:off x="7498080" y="3279648"/>
            <a:ext cx="3413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dirty="0">
                <a:solidFill>
                  <a:srgbClr val="D0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Bankinnskudd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728960" y="3279648"/>
            <a:ext cx="1097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13 %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193280" y="4035552"/>
            <a:ext cx="219456" cy="21945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5" name="Text 12"/>
          <p:cNvSpPr/>
          <p:nvPr/>
        </p:nvSpPr>
        <p:spPr>
          <a:xfrm>
            <a:off x="7498080" y="3974592"/>
            <a:ext cx="3413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dirty="0">
                <a:solidFill>
                  <a:srgbClr val="D0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Aksjer og verdipapirer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728960" y="3974592"/>
            <a:ext cx="1097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11 %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193280" y="4730496"/>
            <a:ext cx="219456" cy="219456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8" name="Text 15"/>
          <p:cNvSpPr/>
          <p:nvPr/>
        </p:nvSpPr>
        <p:spPr>
          <a:xfrm>
            <a:off x="7498080" y="4669536"/>
            <a:ext cx="3413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dirty="0">
                <a:solidFill>
                  <a:srgbClr val="D0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Annen </a:t>
            </a:r>
            <a:r>
              <a:rPr lang="en-US" sz="2400" dirty="0" err="1">
                <a:solidFill>
                  <a:srgbClr val="D0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finanskapital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0728960" y="4669536"/>
            <a:ext cx="1097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5 %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7193280" y="5425440"/>
            <a:ext cx="219456" cy="219456"/>
          </a:xfrm>
          <a:prstGeom prst="ellipse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1" name="Text 18"/>
          <p:cNvSpPr/>
          <p:nvPr/>
        </p:nvSpPr>
        <p:spPr>
          <a:xfrm>
            <a:off x="7498080" y="5364480"/>
            <a:ext cx="3413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dirty="0">
                <a:solidFill>
                  <a:srgbClr val="D0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Næringseiendeler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0728960" y="5364480"/>
            <a:ext cx="1097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5 %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09600" y="6461760"/>
            <a:ext cx="109728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000" dirty="0">
                <a:solidFill>
                  <a:srgbClr val="60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Kilde: SSB – Inntekts- og formuesstatistikk for </a:t>
            </a:r>
            <a:r>
              <a:rPr lang="en-US" sz="2000" dirty="0" err="1">
                <a:solidFill>
                  <a:srgbClr val="60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husholdninger</a:t>
            </a:r>
            <a:r>
              <a:rPr lang="en-US" sz="2000" dirty="0">
                <a:solidFill>
                  <a:srgbClr val="60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02FC70-B491-45BC-84D5-17C0DAB5F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793" y="0"/>
            <a:ext cx="8684413" cy="685800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D5784E4-45C8-CD5E-0193-FB73DD4BE4C2}"/>
              </a:ext>
            </a:extLst>
          </p:cNvPr>
          <p:cNvCxnSpPr/>
          <p:nvPr/>
        </p:nvCxnSpPr>
        <p:spPr>
          <a:xfrm>
            <a:off x="5238750" y="5035550"/>
            <a:ext cx="442595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DD50628-AF8A-DF71-C3A4-F3FB43316D62}"/>
              </a:ext>
            </a:extLst>
          </p:cNvPr>
          <p:cNvCxnSpPr/>
          <p:nvPr/>
        </p:nvCxnSpPr>
        <p:spPr>
          <a:xfrm>
            <a:off x="2146300" y="5372100"/>
            <a:ext cx="10795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F39D45-4514-1E53-C5A5-255EB094D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77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9A614-03C7-FE7F-E5C2-1AC493568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lang="nb-NO" b="1" dirty="0">
                <a:solidFill>
                  <a:srgbClr val="7030A0"/>
                </a:solidFill>
              </a:rPr>
              <a:t>Forskningsspørsmålene i artikkelen 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F190E-9A4F-7C38-A9AC-7BF3B1088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97" y="1681463"/>
            <a:ext cx="11823405" cy="4857449"/>
          </a:xfrm>
        </p:spPr>
        <p:txBody>
          <a:bodyPr>
            <a:normAutofit/>
          </a:bodyPr>
          <a:lstStyle/>
          <a:p>
            <a:r>
              <a:rPr lang="nb-NO" sz="3200" dirty="0"/>
              <a:t>Hvilke aktiva har den høyeste langsiktige avkastningen? </a:t>
            </a:r>
          </a:p>
          <a:p>
            <a:endParaRPr lang="nb-NO" sz="3200" dirty="0"/>
          </a:p>
          <a:p>
            <a:r>
              <a:rPr lang="nb-NO" sz="3200" dirty="0"/>
              <a:t>Hva med risiko, får vi betalt for å ta risiko? </a:t>
            </a:r>
          </a:p>
          <a:p>
            <a:endParaRPr lang="nb-NO" sz="3200" dirty="0"/>
          </a:p>
          <a:p>
            <a:r>
              <a:rPr lang="nb-NO" sz="3200" dirty="0"/>
              <a:t>Er realavkastningen på kapital høyere enn vekstraten i økonomien?</a:t>
            </a:r>
          </a:p>
          <a:p>
            <a:pPr lvl="1"/>
            <a:r>
              <a:rPr lang="nb-NO" sz="2800" dirty="0"/>
              <a:t>Da blir kapitaleierne rikere og rikere; økt ulikhet</a:t>
            </a:r>
            <a:endParaRPr lang="nb-NO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13596-780C-8728-3E43-42B3F062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130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8B010-C6FE-D5E6-06DA-BAC466610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478464"/>
            <a:ext cx="11637334" cy="587788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600" dirty="0"/>
              <a:t>Jorda et al om </a:t>
            </a:r>
            <a:r>
              <a:rPr lang="en-US" sz="3600" dirty="0" err="1"/>
              <a:t>Pikkety</a:t>
            </a:r>
            <a:r>
              <a:rPr lang="en-US" sz="3600" dirty="0"/>
              <a:t> </a:t>
            </a:r>
            <a:r>
              <a:rPr lang="en-US" sz="3600" dirty="0" err="1"/>
              <a:t>og</a:t>
            </a:r>
            <a:r>
              <a:rPr lang="en-US" sz="3600" dirty="0"/>
              <a:t> </a:t>
            </a:r>
            <a:r>
              <a:rPr lang="en-US" sz="3600" dirty="0" err="1"/>
              <a:t>historisk</a:t>
            </a:r>
            <a:r>
              <a:rPr lang="en-US" sz="3600" dirty="0"/>
              <a:t> </a:t>
            </a:r>
            <a:r>
              <a:rPr lang="en-US" sz="3600" dirty="0" err="1"/>
              <a:t>avkastning</a:t>
            </a:r>
            <a:r>
              <a:rPr lang="en-US" sz="3600" dirty="0"/>
              <a:t>: 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“Piketty (2014) argued that if investors’ return to wealth (</a:t>
            </a:r>
            <a:r>
              <a:rPr lang="en-US" sz="3600" i="1" dirty="0">
                <a:solidFill>
                  <a:srgbClr val="FF0000"/>
                </a:solidFill>
              </a:rPr>
              <a:t>r</a:t>
            </a:r>
            <a:r>
              <a:rPr lang="en-US" sz="3600" dirty="0"/>
              <a:t>) exceeded the rate of economic growth (</a:t>
            </a:r>
            <a:r>
              <a:rPr lang="en-US" sz="3600" i="1" dirty="0">
                <a:solidFill>
                  <a:srgbClr val="FF0000"/>
                </a:solidFill>
              </a:rPr>
              <a:t>g</a:t>
            </a:r>
            <a:r>
              <a:rPr lang="en-US" sz="3600" dirty="0"/>
              <a:t>), rentiers would accumulate wealth at a faster rate and thus worsen wealth inequality.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Using a measure of portfolio returns to compute “</a:t>
            </a:r>
            <a:r>
              <a:rPr lang="en-US" sz="3600" i="1" dirty="0">
                <a:solidFill>
                  <a:srgbClr val="FF0000"/>
                </a:solidFill>
              </a:rPr>
              <a:t>r – g</a:t>
            </a:r>
            <a:r>
              <a:rPr lang="en-US" sz="3600" dirty="0"/>
              <a:t>” in Piketty’s notation, we find “</a:t>
            </a:r>
          </a:p>
          <a:p>
            <a:pPr marL="0" indent="0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US" sz="3600" dirty="0"/>
              <a:t> </a:t>
            </a:r>
            <a:r>
              <a:rPr lang="en-US" sz="3900" b="1" dirty="0">
                <a:solidFill>
                  <a:srgbClr val="FF0000"/>
                </a:solidFill>
              </a:rPr>
              <a:t>r &gt; g</a:t>
            </a:r>
            <a:r>
              <a:rPr lang="en-US" sz="3600" dirty="0"/>
              <a:t>.</a:t>
            </a:r>
          </a:p>
          <a:p>
            <a:pPr marL="0" indent="0" algn="ctr">
              <a:buNone/>
            </a:pPr>
            <a:endParaRPr lang="en-US" sz="3600" dirty="0"/>
          </a:p>
          <a:p>
            <a:pPr marL="0" indent="0">
              <a:buNone/>
            </a:pPr>
            <a:r>
              <a:rPr lang="nb-NO" sz="3600" noProof="0" dirty="0"/>
              <a:t>Dette kan forklare den økte ulikheten vi ser i mange land fordi avkastningen på kapital har vært høyere enn veksten i de fleste land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D5855-E0D4-EBE6-BDA7-F25D5A239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058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36269-1150-8246-EA8A-F00020D4E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74577"/>
          </a:xfrm>
        </p:spPr>
        <p:txBody>
          <a:bodyPr>
            <a:normAutofit/>
          </a:bodyPr>
          <a:lstStyle/>
          <a:p>
            <a:r>
              <a:rPr lang="nb-NO" sz="4000" dirty="0" err="1">
                <a:latin typeface="+mn-lt"/>
              </a:rPr>
              <a:t>Jordà</a:t>
            </a:r>
            <a:r>
              <a:rPr lang="nb-NO" sz="4000" dirty="0">
                <a:latin typeface="+mn-lt"/>
              </a:rPr>
              <a:t> et al. (2019); </a:t>
            </a:r>
            <a:r>
              <a:rPr lang="nb-NO" sz="4000" dirty="0">
                <a:solidFill>
                  <a:prstClr val="black"/>
                </a:solidFill>
                <a:latin typeface="Calibri" panose="020F0502020204030204"/>
              </a:rPr>
              <a:t>1870-2015</a:t>
            </a:r>
            <a:r>
              <a:rPr lang="nb-NO" sz="4000" dirty="0">
                <a:latin typeface="+mn-lt"/>
              </a:rPr>
              <a:t> (i)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375A3F-B82B-12DF-FA06-F94B73B667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2425" y="1247627"/>
                <a:ext cx="11722617" cy="5610373"/>
              </a:xfrm>
            </p:spPr>
            <p:txBody>
              <a:bodyPr>
                <a:normAutofit/>
              </a:bodyPr>
              <a:lstStyle/>
              <a:p>
                <a:r>
                  <a:rPr lang="nb-NO" sz="3600" dirty="0"/>
                  <a:t>Den totale årlige nominelle avkastningen (</a:t>
                </a:r>
                <a14:m>
                  <m:oMath xmlns:m="http://schemas.openxmlformats.org/officeDocument/2006/math">
                    <m:r>
                      <a:rPr lang="nb-NO" sz="36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nb-NO" sz="3600" dirty="0"/>
                  <a:t>) på ethvert finansielt aktivum kan deles inn i to komponenter:</a:t>
                </a:r>
              </a:p>
              <a:p>
                <a:pPr lvl="1"/>
                <a:r>
                  <a:rPr lang="nb-NO" sz="3200" dirty="0"/>
                  <a:t>Kapitalgevinst/tap; endringen i </a:t>
                </a:r>
                <a:r>
                  <a:rPr lang="nb-NO" sz="3200" dirty="0" err="1"/>
                  <a:t>aktivaprisen</a:t>
                </a:r>
                <a:r>
                  <a:rPr lang="nb-NO" sz="3200" dirty="0"/>
                  <a:t> (</a:t>
                </a:r>
                <a14:m>
                  <m:oMath xmlns:m="http://schemas.openxmlformats.org/officeDocument/2006/math">
                    <m:r>
                      <a:rPr lang="nb-NO" sz="32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nb-NO" sz="3200" dirty="0"/>
                  <a:t>),</a:t>
                </a:r>
              </a:p>
              <a:p>
                <a:pPr lvl="1"/>
                <a:r>
                  <a:rPr lang="nb-NO" sz="3200" dirty="0"/>
                  <a:t>Direkteavkastningskomponent (</a:t>
                </a:r>
                <a14:m>
                  <m:oMath xmlns:m="http://schemas.openxmlformats.org/officeDocument/2006/math">
                    <m:r>
                      <a:rPr lang="nb-NO" sz="32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nb-NO" sz="3200" dirty="0"/>
                  <a:t>),  </a:t>
                </a:r>
                <a:r>
                  <a:rPr lang="nb-NO" sz="3200" dirty="0" err="1"/>
                  <a:t>f.eks</a:t>
                </a:r>
                <a:r>
                  <a:rPr lang="nb-NO" sz="3200" dirty="0"/>
                  <a:t> utbytte. </a:t>
                </a:r>
              </a:p>
              <a:p>
                <a:endParaRPr lang="nb-NO" sz="3600" dirty="0"/>
              </a:p>
              <a:p>
                <a:r>
                  <a:rPr lang="nb-NO" sz="3600" dirty="0"/>
                  <a:t>En-periodemodell hvor 0 er begynnelsen og 1 er slutten på perioden er totalavkastningen:</a:t>
                </a:r>
              </a:p>
              <a:p>
                <a:pPr marL="0" indent="0">
                  <a:buNone/>
                </a:pPr>
                <a:endParaRPr lang="nb-NO" sz="3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3600" i="1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𝑅</m:t>
                      </m:r>
                      <m:r>
                        <a:rPr lang="en-US" sz="3600" i="1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en-US" sz="3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nb-NO" sz="3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375A3F-B82B-12DF-FA06-F94B73B667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2425" y="1247627"/>
                <a:ext cx="11722617" cy="5610373"/>
              </a:xfrm>
              <a:blipFill>
                <a:blip r:embed="rId2"/>
                <a:stretch>
                  <a:fillRect l="-1407" t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A6E9B-EAF9-E6D7-5F7B-7A89A8A0B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600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26AA51-E417-1985-3D4E-FF3F467E5D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0025" y="314325"/>
                <a:ext cx="11839575" cy="6324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36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EKSEMPEL</a:t>
                </a:r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indent="0">
                  <a:buNone/>
                </a:pPr>
                <a:endParaRPr lang="en-US" sz="36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𝑅</m:t>
                      </m:r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3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US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en-US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3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</m:e>
                            <m:sub>
                              <m:r>
                                <a:rPr kumimoji="0" lang="en-US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3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US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en-US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en-US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en-US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nb-NO" dirty="0"/>
              </a:p>
              <a:p>
                <a:pPr marL="0" indent="0">
                  <a:buNone/>
                </a:pPr>
                <a:endParaRPr lang="nb-NO" sz="3600" dirty="0"/>
              </a:p>
              <a:p>
                <a:pPr marL="0" indent="0">
                  <a:buNone/>
                </a:pPr>
                <a:r>
                  <a:rPr lang="nb-NO" sz="3600" dirty="0"/>
                  <a:t>Vi kjøper en aksje 1. januar 2025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b-NO" sz="3600" dirty="0"/>
                  <a:t> og selger den 1. januar 2026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sz="3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3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nb-NO" sz="3600" dirty="0"/>
                  <a:t>Vi har mottatt utbytte på kr </a:t>
                </a:r>
                <a:r>
                  <a:rPr lang="nb-NO" sz="3600" dirty="0">
                    <a:solidFill>
                      <a:srgbClr val="FF0000"/>
                    </a:solidFill>
                  </a:rPr>
                  <a:t>10</a:t>
                </a:r>
              </a:p>
              <a:p>
                <a:pPr marL="0" indent="0">
                  <a:buNone/>
                </a:pPr>
                <a:endParaRPr lang="nb-NO" sz="3600" dirty="0"/>
              </a:p>
              <a:p>
                <a:pPr marL="0" indent="0">
                  <a:buNone/>
                </a:pPr>
                <a:endParaRPr lang="nb-N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105</m:t>
                          </m:r>
                          <m:r>
                            <a:rPr lang="en-US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num>
                        <m:den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US" sz="3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=15%</m:t>
                      </m:r>
                    </m:oMath>
                  </m:oMathPara>
                </a14:m>
                <a:endParaRPr lang="nb-NO" sz="3200" dirty="0"/>
              </a:p>
              <a:p>
                <a:pPr marL="0" indent="0">
                  <a:buNone/>
                </a:pPr>
                <a:endParaRPr lang="nb-NO" dirty="0"/>
              </a:p>
              <a:p>
                <a:pPr marL="0" indent="0">
                  <a:buNone/>
                </a:pPr>
                <a:endParaRPr lang="nb-N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26AA51-E417-1985-3D4E-FF3F467E5D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0025" y="314325"/>
                <a:ext cx="11839575" cy="6324600"/>
              </a:xfrm>
              <a:blipFill>
                <a:blip r:embed="rId2"/>
                <a:stretch>
                  <a:fillRect l="-1596" t="-241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76281-6B3E-32E0-B61C-165945C93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896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FE138-259F-87F3-60FF-E969D3353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5013"/>
          </a:xfrm>
        </p:spPr>
        <p:txBody>
          <a:bodyPr>
            <a:normAutofit/>
          </a:bodyPr>
          <a:lstStyle/>
          <a:p>
            <a:r>
              <a:rPr lang="nb-NO" sz="3600" noProof="0" dirty="0"/>
              <a:t>Jorda et al (2019)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174E6-F193-890E-7A56-79E4B35F2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385888"/>
            <a:ext cx="11244262" cy="4791075"/>
          </a:xfrm>
        </p:spPr>
        <p:txBody>
          <a:bodyPr>
            <a:normAutofit/>
          </a:bodyPr>
          <a:lstStyle/>
          <a:p>
            <a:r>
              <a:rPr lang="nb-NO" noProof="0" dirty="0"/>
              <a:t>Ser på realavkastningen av risikable og sikre investeringer</a:t>
            </a:r>
          </a:p>
          <a:p>
            <a:pPr lvl="1"/>
            <a:r>
              <a:rPr lang="nb-NO" sz="2800" noProof="0" dirty="0"/>
              <a:t>Tidsperiode 1850-2015; og tidsserien 1980-2015</a:t>
            </a:r>
          </a:p>
          <a:p>
            <a:pPr lvl="1"/>
            <a:endParaRPr lang="nb-NO" noProof="0" dirty="0"/>
          </a:p>
          <a:p>
            <a:r>
              <a:rPr lang="nb-NO" noProof="0" dirty="0"/>
              <a:t>Risikable aktiva er eiendom (</a:t>
            </a:r>
            <a:r>
              <a:rPr lang="nb-NO" dirty="0"/>
              <a:t>h</a:t>
            </a:r>
            <a:r>
              <a:rPr lang="nb-NO" noProof="0" dirty="0" err="1"/>
              <a:t>ousing</a:t>
            </a:r>
            <a:r>
              <a:rPr lang="nb-NO" noProof="0" dirty="0"/>
              <a:t>) og aksjer (</a:t>
            </a:r>
            <a:r>
              <a:rPr lang="nb-NO" noProof="0" dirty="0" err="1"/>
              <a:t>equity</a:t>
            </a:r>
            <a:r>
              <a:rPr lang="nb-NO" noProof="0" dirty="0"/>
              <a:t>)</a:t>
            </a:r>
          </a:p>
          <a:p>
            <a:endParaRPr lang="nb-NO" noProof="0" dirty="0"/>
          </a:p>
          <a:p>
            <a:r>
              <a:rPr lang="nb-NO" noProof="0" dirty="0"/>
              <a:t>Sikre investeringer er obligasjoner (statsobligasjoner)</a:t>
            </a:r>
          </a:p>
          <a:p>
            <a:endParaRPr lang="nb-NO" noProof="0" dirty="0"/>
          </a:p>
          <a:p>
            <a:r>
              <a:rPr lang="nb-NO" noProof="0" dirty="0"/>
              <a:t>Merk at høyrenteobligasjoner er risikable og ofte knyttet til en bestemt bedrift som låner penger i markedet (de ser ikke på dette).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FFFAA-BD52-3CB4-299C-384E45D1C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nb-NO" noProof="0" smtClean="0"/>
              <a:t>14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620709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9F6CE-7138-3DF7-9AD1-FEE99EAD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414" y="244549"/>
            <a:ext cx="10515600" cy="941092"/>
          </a:xfrm>
        </p:spPr>
        <p:txBody>
          <a:bodyPr/>
          <a:lstStyle/>
          <a:p>
            <a:r>
              <a:rPr kumimoji="0" lang="nb-NO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Jordà</a:t>
            </a:r>
            <a:r>
              <a:rPr kumimoji="0" lang="nb-NO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 et al. (2019); perioden</a:t>
            </a:r>
            <a:r>
              <a:rPr lang="nb-NO" sz="3600" dirty="0">
                <a:latin typeface="+mn-lt"/>
              </a:rPr>
              <a:t> </a:t>
            </a:r>
            <a:r>
              <a:rPr lang="nb-NO" sz="3600" dirty="0">
                <a:solidFill>
                  <a:prstClr val="black"/>
                </a:solidFill>
                <a:latin typeface="Calibri" panose="020F0502020204030204"/>
              </a:rPr>
              <a:t>1870-2015</a:t>
            </a:r>
            <a:r>
              <a:rPr lang="nb-NO" sz="3600" dirty="0"/>
              <a:t> </a:t>
            </a:r>
            <a:r>
              <a:rPr kumimoji="0" lang="nb-NO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(ii)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90364-AB08-6F9E-E761-472F8C3F1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02488"/>
            <a:ext cx="11355572" cy="4874475"/>
          </a:xfrm>
        </p:spPr>
        <p:txBody>
          <a:bodyPr>
            <a:normAutofit fontScale="92500" lnSpcReduction="20000"/>
          </a:bodyPr>
          <a:lstStyle/>
          <a:p>
            <a:r>
              <a:rPr lang="nb-NO" sz="3200" dirty="0"/>
              <a:t>Den langsiktig realprisøkningen på eiendom er rundt 1% pr år.</a:t>
            </a:r>
          </a:p>
          <a:p>
            <a:endParaRPr lang="nb-NO" sz="3200" dirty="0"/>
          </a:p>
          <a:p>
            <a:r>
              <a:rPr lang="nb-NO" sz="3200" dirty="0"/>
              <a:t>Kapitalgevinsten på aksjer over tid er</a:t>
            </a:r>
            <a:r>
              <a:rPr lang="nb-NO" sz="3200" i="1" dirty="0"/>
              <a:t> høyere </a:t>
            </a:r>
            <a:r>
              <a:rPr lang="nb-NO" sz="3200" dirty="0"/>
              <a:t>enn for eiendom</a:t>
            </a:r>
          </a:p>
          <a:p>
            <a:endParaRPr lang="nb-NO" sz="3200" dirty="0"/>
          </a:p>
          <a:p>
            <a:r>
              <a:rPr lang="nb-NO" sz="3200" dirty="0"/>
              <a:t>Dividendeutbetalinger fra aksjer </a:t>
            </a:r>
            <a:r>
              <a:rPr lang="nb-NO" sz="3200" i="1" dirty="0"/>
              <a:t>er lavere og mer ustabile </a:t>
            </a:r>
            <a:r>
              <a:rPr lang="nb-NO" sz="3200" dirty="0"/>
              <a:t>enn leieinntekter og utbytte fra eiendom.</a:t>
            </a:r>
          </a:p>
          <a:p>
            <a:pPr lvl="1"/>
            <a:r>
              <a:rPr lang="nb-NO" sz="2800" dirty="0"/>
              <a:t>Kursgevinst viktig komponent for aksjer</a:t>
            </a:r>
          </a:p>
          <a:p>
            <a:endParaRPr lang="nb-NO" sz="3200" dirty="0"/>
          </a:p>
          <a:p>
            <a:r>
              <a:rPr lang="nb-NO" sz="3200" dirty="0"/>
              <a:t>I  perioder med krig er risikopremien høyere enn i fredstid</a:t>
            </a:r>
          </a:p>
          <a:p>
            <a:pPr marL="0" indent="0">
              <a:buNone/>
            </a:pPr>
            <a:endParaRPr lang="nb-NO" sz="3200" dirty="0"/>
          </a:p>
          <a:p>
            <a:r>
              <a:rPr lang="nb-NO" sz="3200" dirty="0"/>
              <a:t>I snitt over alle perioder ligger risikopremien mellom </a:t>
            </a:r>
            <a:r>
              <a:rPr lang="nb-NO" sz="3200" u="sng" dirty="0"/>
              <a:t>6-8%</a:t>
            </a:r>
          </a:p>
          <a:p>
            <a:endParaRPr lang="nb-NO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85D3E-6A8A-8F41-4D9B-5DB59751A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64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8559E-8746-3835-DCC2-A98C2C910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1586"/>
            <a:ext cx="10515600" cy="522694"/>
          </a:xfrm>
        </p:spPr>
        <p:txBody>
          <a:bodyPr>
            <a:normAutofit fontScale="90000"/>
          </a:bodyPr>
          <a:lstStyle/>
          <a:p>
            <a:r>
              <a:rPr kumimoji="0" lang="nb-NO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Jordà</a:t>
            </a:r>
            <a:r>
              <a:rPr kumimoji="0" lang="nb-NO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 et al. (2019);  (iii); hovedfunn 1870-2015</a:t>
            </a:r>
            <a:endParaRPr lang="nb-NO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04D94-DCEC-2E94-59AB-019696804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643" y="1068573"/>
            <a:ext cx="11655706" cy="5432683"/>
          </a:xfrm>
        </p:spPr>
        <p:txBody>
          <a:bodyPr>
            <a:normAutofit/>
          </a:bodyPr>
          <a:lstStyle/>
          <a:p>
            <a:r>
              <a:rPr lang="nb-NO" sz="3200" dirty="0"/>
              <a:t>Totalavkastning på eiendom 7,3% er og aksjer 6,7% per år</a:t>
            </a:r>
          </a:p>
          <a:p>
            <a:endParaRPr lang="nb-NO" sz="3200" dirty="0"/>
          </a:p>
          <a:p>
            <a:r>
              <a:rPr lang="nb-NO" sz="3200" dirty="0"/>
              <a:t>Eiendom gav bedre avkastning enn aksjer før andre verdenskrig.</a:t>
            </a:r>
          </a:p>
          <a:p>
            <a:pPr lvl="1"/>
            <a:r>
              <a:rPr lang="nb-NO" sz="2800" dirty="0"/>
              <a:t>mye eiendom ødelagt av krigen</a:t>
            </a:r>
          </a:p>
          <a:p>
            <a:endParaRPr lang="nb-NO" sz="3200" dirty="0"/>
          </a:p>
          <a:p>
            <a:r>
              <a:rPr lang="nb-NO" sz="3200" dirty="0"/>
              <a:t> Etter andre verdenskrig har aksjer gitt høyere avkastning</a:t>
            </a:r>
          </a:p>
          <a:p>
            <a:pPr lvl="1"/>
            <a:r>
              <a:rPr lang="nb-NO" sz="2800" dirty="0" err="1"/>
              <a:t>Gjennoppbygningseffekt</a:t>
            </a:r>
            <a:r>
              <a:rPr lang="nb-NO" sz="2800" dirty="0"/>
              <a:t>?</a:t>
            </a:r>
          </a:p>
          <a:p>
            <a:endParaRPr lang="nb-NO" sz="3200" dirty="0"/>
          </a:p>
          <a:p>
            <a:r>
              <a:rPr lang="nb-NO" sz="3200" dirty="0"/>
              <a:t> Det er lav kovariansen mellom aksje- og eiendomsavkastning</a:t>
            </a:r>
          </a:p>
          <a:p>
            <a:pPr lvl="1"/>
            <a:r>
              <a:rPr lang="nb-NO" sz="2800" dirty="0"/>
              <a:t>Diversifiseringsgevinster ved å holde begge </a:t>
            </a:r>
            <a:r>
              <a:rPr lang="nb-NO" sz="2800" dirty="0" err="1"/>
              <a:t>aktivaklassene</a:t>
            </a:r>
            <a:r>
              <a:rPr lang="nb-NO" sz="2800" dirty="0"/>
              <a:t> (</a:t>
            </a:r>
            <a:r>
              <a:rPr lang="nb-NO" sz="2800" dirty="0" err="1"/>
              <a:t>Jf</a:t>
            </a:r>
            <a:r>
              <a:rPr lang="nb-NO" sz="2800" dirty="0"/>
              <a:t> NIMB)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FDB41-4B57-2224-D626-C471343F7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56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9829A81-03A0-BC9D-DF99-7AB26C3C1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822" y="0"/>
            <a:ext cx="9556356" cy="68580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2A2EFC-80FA-5377-AED4-C74F3A8FEF92}"/>
              </a:ext>
            </a:extLst>
          </p:cNvPr>
          <p:cNvCxnSpPr/>
          <p:nvPr/>
        </p:nvCxnSpPr>
        <p:spPr>
          <a:xfrm>
            <a:off x="2241755" y="4513006"/>
            <a:ext cx="837708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F1D9A0A-C075-0010-3E11-BACC5894962B}"/>
              </a:ext>
            </a:extLst>
          </p:cNvPr>
          <p:cNvSpPr txBox="1"/>
          <p:nvPr/>
        </p:nvSpPr>
        <p:spPr>
          <a:xfrm>
            <a:off x="103868" y="1535298"/>
            <a:ext cx="33294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Aksjer (</a:t>
            </a:r>
            <a:r>
              <a:rPr kumimoji="0" lang="nb-NO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equity</a:t>
            </a: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r>
              <a:rPr kumimoji="0" lang="nb-NO" sz="2400" b="0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gjør det bedre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etter 1980!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5B22F6A-2F00-D72B-DBFF-DAEBB84CADD9}"/>
              </a:ext>
            </a:extLst>
          </p:cNvPr>
          <p:cNvSpPr/>
          <p:nvPr/>
        </p:nvSpPr>
        <p:spPr>
          <a:xfrm>
            <a:off x="8649050" y="2227906"/>
            <a:ext cx="327682" cy="2341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A42465D-6DFB-352B-CA30-F9DA7AA78A92}"/>
              </a:ext>
            </a:extLst>
          </p:cNvPr>
          <p:cNvSpPr/>
          <p:nvPr/>
        </p:nvSpPr>
        <p:spPr>
          <a:xfrm>
            <a:off x="8649049" y="2502967"/>
            <a:ext cx="312817" cy="2341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7442843-1B12-3BFE-A584-8AB1197DA0F4}"/>
              </a:ext>
            </a:extLst>
          </p:cNvPr>
          <p:cNvSpPr/>
          <p:nvPr/>
        </p:nvSpPr>
        <p:spPr>
          <a:xfrm>
            <a:off x="8663915" y="4236143"/>
            <a:ext cx="312817" cy="2341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D63519C-BE51-2C27-33D7-D9391AFAA3D2}"/>
              </a:ext>
            </a:extLst>
          </p:cNvPr>
          <p:cNvSpPr/>
          <p:nvPr/>
        </p:nvSpPr>
        <p:spPr>
          <a:xfrm>
            <a:off x="8649049" y="5091079"/>
            <a:ext cx="379724" cy="2341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C5D2E-9D63-6AAC-2D7D-6395E1BD3780}"/>
              </a:ext>
            </a:extLst>
          </p:cNvPr>
          <p:cNvSpPr txBox="1"/>
          <p:nvPr/>
        </p:nvSpPr>
        <p:spPr>
          <a:xfrm>
            <a:off x="86699" y="3746431"/>
            <a:ext cx="168187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</a:t>
            </a:r>
            <a:r>
              <a:rPr lang="nb-NO" sz="2400" dirty="0">
                <a:solidFill>
                  <a:srgbClr val="002060"/>
                </a:solidFill>
                <a:latin typeface="Calibri" panose="020F0502020204030204"/>
              </a:rPr>
              <a:t> </a:t>
            </a: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nordiske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landene har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2400" dirty="0">
                <a:solidFill>
                  <a:srgbClr val="002060"/>
                </a:solidFill>
                <a:latin typeface="Calibri" panose="020F0502020204030204"/>
              </a:rPr>
              <a:t>h</a:t>
            </a:r>
            <a:r>
              <a:rPr kumimoji="0" lang="nb-NO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øyere</a:t>
            </a: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2400" dirty="0">
                <a:solidFill>
                  <a:srgbClr val="002060"/>
                </a:solidFill>
                <a:latin typeface="Calibri" panose="020F0502020204030204"/>
              </a:rPr>
              <a:t>a</a:t>
            </a:r>
            <a:r>
              <a:rPr kumimoji="0" lang="nb-NO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vkastning</a:t>
            </a: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på aksjer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enn Norge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2400" dirty="0">
                <a:solidFill>
                  <a:srgbClr val="002060"/>
                </a:solidFill>
                <a:latin typeface="Calibri" panose="020F0502020204030204"/>
              </a:rPr>
              <a:t>i</a:t>
            </a: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perioden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2400" dirty="0">
                <a:solidFill>
                  <a:srgbClr val="002060"/>
                </a:solidFill>
                <a:latin typeface="Calibri" panose="020F0502020204030204"/>
              </a:rPr>
              <a:t>1980-2015</a:t>
            </a: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7517B49-A3D3-1163-9F62-4DBA1726C866}"/>
              </a:ext>
            </a:extLst>
          </p:cNvPr>
          <p:cNvCxnSpPr/>
          <p:nvPr/>
        </p:nvCxnSpPr>
        <p:spPr>
          <a:xfrm>
            <a:off x="2118730" y="6534615"/>
            <a:ext cx="8755448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B6171D0-CD40-3550-D956-EBE91DB39A7C}"/>
              </a:ext>
            </a:extLst>
          </p:cNvPr>
          <p:cNvSpPr txBox="1"/>
          <p:nvPr/>
        </p:nvSpPr>
        <p:spPr>
          <a:xfrm>
            <a:off x="4813160" y="-49236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3B14B5-C8C0-8CB8-6837-1EFC923F8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993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FD819-D638-EEC3-D71E-05B34F022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3200" b="1" noProof="0" dirty="0">
                <a:latin typeface="+mn-lt"/>
              </a:rPr>
              <a:t>Hva lærer vi av de historiske dataene 1980-2015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7DA1B-32B0-A3EE-0C44-21EFF0664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noProof="0" dirty="0"/>
              <a:t>Svenske, danske og finske  aksjer gjør det bedre enn </a:t>
            </a:r>
            <a:r>
              <a:rPr lang="nb-NO" dirty="0"/>
              <a:t>n</a:t>
            </a:r>
            <a:r>
              <a:rPr lang="nb-NO" noProof="0" dirty="0" err="1"/>
              <a:t>orske</a:t>
            </a:r>
            <a:r>
              <a:rPr lang="nb-NO" noProof="0" dirty="0"/>
              <a:t> aksjer</a:t>
            </a:r>
          </a:p>
          <a:p>
            <a:endParaRPr lang="nb-NO" dirty="0"/>
          </a:p>
          <a:p>
            <a:r>
              <a:rPr lang="nb-NO" noProof="0" dirty="0"/>
              <a:t>Burde vi kjøpe rene indeksfond i svenske, danske og finske </a:t>
            </a:r>
            <a:r>
              <a:rPr lang="nb-NO" noProof="0" dirty="0" err="1"/>
              <a:t>akjser</a:t>
            </a:r>
            <a:r>
              <a:rPr lang="nb-NO" noProof="0" dirty="0"/>
              <a:t> fremfor norsk indeksfond?</a:t>
            </a:r>
          </a:p>
          <a:p>
            <a:endParaRPr lang="nb-NO" dirty="0"/>
          </a:p>
          <a:p>
            <a:r>
              <a:rPr lang="nb-NO" noProof="0" dirty="0"/>
              <a:t>Hva med nordiske indeksfond?</a:t>
            </a:r>
          </a:p>
          <a:p>
            <a:endParaRPr lang="nb-NO" dirty="0"/>
          </a:p>
          <a:p>
            <a:r>
              <a:rPr lang="nb-NO" noProof="0" dirty="0"/>
              <a:t>Eller lærer vi ingenting av de historiske avkastningstallene?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05153-4B5C-644F-5D37-433CE8465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nb-NO" noProof="0" smtClean="0"/>
              <a:t>18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2290284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251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KLP indeksfond: norske og nordiske aksjer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Sammenligning av to av KLPs aksjeindeksfond — avkastning etter fondets løpende kostnader, per medio august 2026.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4526280"/>
          </a:xfrm>
          <a:prstGeom prst="roundRect">
            <a:avLst>
              <a:gd name="adj" fmla="val 2424"/>
            </a:avLst>
          </a:prstGeom>
          <a:solidFill>
            <a:srgbClr val="F2F8F7"/>
          </a:solidFill>
          <a:ln/>
          <a:effectLst>
            <a:outerShdw blurRad="76200" dist="381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566928" cy="566928"/>
          </a:xfrm>
          <a:prstGeom prst="ellipse">
            <a:avLst/>
          </a:prstGeom>
          <a:solidFill>
            <a:srgbClr val="BA0C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00200" y="18928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KLP AksjeNorge Indeks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00200" y="22585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Følger: Oslo Børs hovedindeks (OSEBX)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27,4 %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6868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ÅR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3017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18,8 %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46888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ÅR ANN.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69080" y="3017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12,4 %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06908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ÅR ANN.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4389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Løpende kostnad:  </a:t>
            </a: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0,10 % p.a.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8680" y="48463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Konsentrert i det norske markedet, med tyngdepunkt i energi, sjømat og finans. Høyere svingninger og selskapskonsentrasjon, men ingen valutarisiko for en norsk investor.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309360" y="1600200"/>
            <a:ext cx="5303520" cy="4526280"/>
          </a:xfrm>
          <a:prstGeom prst="roundRect">
            <a:avLst>
              <a:gd name="adj" fmla="val 2424"/>
            </a:avLst>
          </a:prstGeom>
          <a:solidFill>
            <a:srgbClr val="F2F8F7"/>
          </a:solidFill>
          <a:ln/>
          <a:effectLst>
            <a:outerShdw blurRad="76200" dist="381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629400" y="192024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2940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60920" y="18928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KLP AksjeNorden Indeks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360920" y="22585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Følger: nordisk aksjemarked (NO, SE, DK, FI)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017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6,4 %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62940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ÅR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3017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8,9 %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822960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ÅR ANN.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829800" y="3017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5,0 %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982980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ÅR ANN.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29400" y="4389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Løpende kostnad:  </a:t>
            </a: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0,10 % p.a.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629400" y="48463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Bredere spredt på tvers av Norge, Sverige, Danmark og Finland — mer diversifisert på sektor og selskap, men med valutaeksponering i SEK, DKK og EUR.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Andelsklasse N. Kilder: SKAGEN Fondene, DNB, Fondsportalen (klp.no). Totalkostnad for investor kan variere noe med distribusjonsplattform. Per 18.–19. august 2026.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Rendyrkede indeksaksjefond: Norge, Sverige, Danmark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Årlig avkastning etter fondskostnader — 3- og 5-årstall er annualisert. Per medio august 2026.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596896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3054096"/>
            <a:ext cx="384048" cy="384048"/>
          </a:xfrm>
          <a:prstGeom prst="ellipse">
            <a:avLst/>
          </a:prstGeom>
          <a:solidFill>
            <a:srgbClr val="006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511296"/>
            <a:ext cx="384048" cy="384048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708298"/>
              </p:ext>
            </p:extLst>
          </p:nvPr>
        </p:nvGraphicFramePr>
        <p:xfrm>
          <a:off x="157163" y="2103120"/>
          <a:ext cx="11815761" cy="2926080"/>
        </p:xfrm>
        <a:graphic>
          <a:graphicData uri="http://schemas.openxmlformats.org/drawingml/2006/table">
            <a:tbl>
              <a:tblPr/>
              <a:tblGrid>
                <a:gridCol w="1687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8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30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30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30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 (følger)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år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år (ann.)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år (ann.)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Norge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DNB Norge Indeks A</a:t>
                      </a:r>
                      <a:endParaRPr lang="en-US" sz="2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(Oslo Børs hovedindeks)</a:t>
                      </a:r>
                      <a:endParaRPr lang="en-US" sz="2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27,0 %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18,7 %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12,7 %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Sverige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Avanza Zero</a:t>
                      </a:r>
                      <a:endParaRPr lang="en-US" sz="2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(OMXS30)</a:t>
                      </a:r>
                      <a:endParaRPr lang="en-US" sz="2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28,3 %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16,1 %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9,6 %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Danmark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Sparinvest INDEX</a:t>
                      </a:r>
                      <a:endParaRPr lang="en-US" sz="2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OMX C25 KL (OMXC25)</a:t>
                      </a:r>
                      <a:endParaRPr lang="en-US" sz="2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14,0 %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4,2 %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0,2 %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548640" y="65105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Kilder: DNB, SKAGEN Fondene, Investing.com (Avanza Zero), Sparindex.dk. Tall etter kostnader; datoene for datauttrekk varierer noe (14.–19. august 2026) mellom kildene.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2AF3B-7BFC-10CD-778D-9436A63AE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 dirty="0"/>
              <a:t>Norge er spesielt etter 2015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DB9AA-B7A9-D616-DA2E-056F1E15C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noProof="0" dirty="0"/>
              <a:t>Oljeinntektene slår inn for fult i norsk økonomi</a:t>
            </a:r>
          </a:p>
          <a:p>
            <a:endParaRPr lang="nb-NO" noProof="0" dirty="0"/>
          </a:p>
          <a:p>
            <a:r>
              <a:rPr lang="nb-NO" noProof="0" dirty="0"/>
              <a:t>Oljeinntektene gjør oss i stand til å takle kriser bedre enn mange andre land</a:t>
            </a:r>
          </a:p>
          <a:p>
            <a:endParaRPr lang="nb-NO" dirty="0"/>
          </a:p>
          <a:p>
            <a:r>
              <a:rPr lang="nb-NO" dirty="0"/>
              <a:t>Internasjonal uro og krig driver opp gass og oljepriser noe Norge tjener på </a:t>
            </a:r>
            <a:endParaRPr lang="nb-NO" noProof="0" dirty="0"/>
          </a:p>
          <a:p>
            <a:endParaRPr lang="nb-NO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95016-86CE-6750-21AB-B3C703EBD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nb-NO" noProof="0" smtClean="0"/>
              <a:t>21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19941642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47853-81B8-FA95-D9CC-BC92D9D03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3600" b="1" noProof="0" dirty="0">
                <a:latin typeface="+mn-lt"/>
              </a:rPr>
              <a:t>Et mer detaljer bilde på avkastning i Jorda et al.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49827-4F10-417D-B361-FC1DE3404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noProof="0" dirty="0"/>
              <a:t>Aksjer gir oss </a:t>
            </a:r>
            <a:r>
              <a:rPr lang="nb-NO" noProof="0" dirty="0" err="1"/>
              <a:t>utbyttte</a:t>
            </a:r>
            <a:endParaRPr lang="nb-NO" noProof="0" dirty="0"/>
          </a:p>
          <a:p>
            <a:endParaRPr lang="nb-NO" dirty="0"/>
          </a:p>
          <a:p>
            <a:r>
              <a:rPr lang="nb-NO" dirty="0"/>
              <a:t>Eiendom gir oss leieinntekter</a:t>
            </a:r>
          </a:p>
          <a:p>
            <a:endParaRPr lang="nb-NO" dirty="0"/>
          </a:p>
          <a:p>
            <a:endParaRPr lang="nb-NO" dirty="0"/>
          </a:p>
          <a:p>
            <a:r>
              <a:rPr lang="nb-NO" dirty="0"/>
              <a:t>Risikoen er forskjellig for aksjer og eiendom; la oss se på dette</a:t>
            </a:r>
          </a:p>
          <a:p>
            <a:endParaRPr lang="nb-NO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1A10E-BB41-5A16-707A-1802E74E5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nb-NO" noProof="0" smtClean="0"/>
              <a:t>22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37407867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B3ABB7-A48E-EEBA-538D-00928AAA6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041" y="143219"/>
            <a:ext cx="9601134" cy="671478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983AF72-05C7-C42E-7EC0-E6C6D2F54459}"/>
              </a:ext>
            </a:extLst>
          </p:cNvPr>
          <p:cNvCxnSpPr/>
          <p:nvPr/>
        </p:nvCxnSpPr>
        <p:spPr>
          <a:xfrm>
            <a:off x="9360976" y="3122908"/>
            <a:ext cx="48819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BE172F-CE3F-D894-B103-7F3FFE05241C}"/>
              </a:ext>
            </a:extLst>
          </p:cNvPr>
          <p:cNvCxnSpPr/>
          <p:nvPr/>
        </p:nvCxnSpPr>
        <p:spPr>
          <a:xfrm>
            <a:off x="6235477" y="3174571"/>
            <a:ext cx="4881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614F999-1375-352F-8FBB-E78A588B59B3}"/>
              </a:ext>
            </a:extLst>
          </p:cNvPr>
          <p:cNvCxnSpPr/>
          <p:nvPr/>
        </p:nvCxnSpPr>
        <p:spPr>
          <a:xfrm>
            <a:off x="6235477" y="3429000"/>
            <a:ext cx="4881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F176450-A35D-68C3-DC49-E28B2B81D3E9}"/>
              </a:ext>
            </a:extLst>
          </p:cNvPr>
          <p:cNvCxnSpPr/>
          <p:nvPr/>
        </p:nvCxnSpPr>
        <p:spPr>
          <a:xfrm>
            <a:off x="9360976" y="3445790"/>
            <a:ext cx="48819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7FEBF6A-747A-A31B-8C2C-DA22927DCA52}"/>
              </a:ext>
            </a:extLst>
          </p:cNvPr>
          <p:cNvCxnSpPr/>
          <p:nvPr/>
        </p:nvCxnSpPr>
        <p:spPr>
          <a:xfrm>
            <a:off x="6235477" y="4736024"/>
            <a:ext cx="4881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9CF159-7739-2CEB-B10E-0A83B4176F47}"/>
              </a:ext>
            </a:extLst>
          </p:cNvPr>
          <p:cNvCxnSpPr/>
          <p:nvPr/>
        </p:nvCxnSpPr>
        <p:spPr>
          <a:xfrm>
            <a:off x="9360976" y="4736024"/>
            <a:ext cx="48819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0DA362-AED9-BF95-00F9-159D0A11C7C3}"/>
              </a:ext>
            </a:extLst>
          </p:cNvPr>
          <p:cNvCxnSpPr/>
          <p:nvPr/>
        </p:nvCxnSpPr>
        <p:spPr>
          <a:xfrm>
            <a:off x="9360976" y="5035658"/>
            <a:ext cx="48819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28B22C-BF03-9E3E-1649-F735A9453BD5}"/>
              </a:ext>
            </a:extLst>
          </p:cNvPr>
          <p:cNvCxnSpPr/>
          <p:nvPr/>
        </p:nvCxnSpPr>
        <p:spPr>
          <a:xfrm>
            <a:off x="6235477" y="5035658"/>
            <a:ext cx="4881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54BB8E-0820-C96B-DB9E-F9EC49FEB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23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C86638-7A41-3369-C4DD-A40CCA020464}"/>
              </a:ext>
            </a:extLst>
          </p:cNvPr>
          <p:cNvCxnSpPr/>
          <p:nvPr/>
        </p:nvCxnSpPr>
        <p:spPr>
          <a:xfrm>
            <a:off x="4873752" y="1335024"/>
            <a:ext cx="77724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42BE181-3576-F10B-BFCF-D90CAF307D2D}"/>
              </a:ext>
            </a:extLst>
          </p:cNvPr>
          <p:cNvCxnSpPr/>
          <p:nvPr/>
        </p:nvCxnSpPr>
        <p:spPr>
          <a:xfrm>
            <a:off x="8028432" y="1335024"/>
            <a:ext cx="841248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0A4FFC2-3983-1748-9A8A-EA8426CD084B}"/>
              </a:ext>
            </a:extLst>
          </p:cNvPr>
          <p:cNvCxnSpPr/>
          <p:nvPr/>
        </p:nvCxnSpPr>
        <p:spPr>
          <a:xfrm>
            <a:off x="1193041" y="2862072"/>
            <a:ext cx="1303271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33A1F0B-7DBD-2819-207D-6F9595F93BCA}"/>
              </a:ext>
            </a:extLst>
          </p:cNvPr>
          <p:cNvCxnSpPr/>
          <p:nvPr/>
        </p:nvCxnSpPr>
        <p:spPr>
          <a:xfrm>
            <a:off x="1272289" y="4515755"/>
            <a:ext cx="1303271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96936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7B79C-5302-A007-3BCE-802BEDCB0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63" y="145489"/>
            <a:ext cx="10968037" cy="1325563"/>
          </a:xfrm>
        </p:spPr>
        <p:txBody>
          <a:bodyPr>
            <a:normAutofit fontScale="90000"/>
          </a:bodyPr>
          <a:lstStyle/>
          <a:p>
            <a:r>
              <a:rPr lang="nb-NO" sz="3600" b="1" dirty="0"/>
              <a:t>Tidsserien til Jorda et al viser at aksjer bedre enn eiendom i nyere tid (1950-2015), men eiendom bedre over hele tidsperioden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ED847-3D4A-1FC6-859A-3CEA9C593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35" y="1643063"/>
            <a:ext cx="11389659" cy="4533900"/>
          </a:xfrm>
        </p:spPr>
        <p:txBody>
          <a:bodyPr>
            <a:normAutofit/>
          </a:bodyPr>
          <a:lstStyle/>
          <a:p>
            <a:r>
              <a:rPr lang="nb-NO" sz="3200" dirty="0"/>
              <a:t>Små forskjeller i avkastning</a:t>
            </a:r>
          </a:p>
          <a:p>
            <a:pPr lvl="1"/>
            <a:r>
              <a:rPr lang="nb-NO" sz="3200" dirty="0"/>
              <a:t>Avkastningen på risikable investeringer utjevnes over tid</a:t>
            </a:r>
          </a:p>
          <a:p>
            <a:pPr lvl="2"/>
            <a:r>
              <a:rPr lang="nb-NO" sz="3200" dirty="0"/>
              <a:t>Tilbud og etterspørsel? </a:t>
            </a:r>
          </a:p>
          <a:p>
            <a:r>
              <a:rPr lang="nb-NO" sz="3200" dirty="0"/>
              <a:t>Tidsseriene er svært lange</a:t>
            </a:r>
          </a:p>
          <a:p>
            <a:pPr lvl="2"/>
            <a:r>
              <a:rPr lang="nb-NO" sz="3200" dirty="0"/>
              <a:t>Gir derfor robuste trender.</a:t>
            </a:r>
          </a:p>
          <a:p>
            <a:r>
              <a:rPr lang="nb-NO" sz="3200" dirty="0"/>
              <a:t>Svært ulik risikoprofil på eiendom og aksjer</a:t>
            </a:r>
          </a:p>
          <a:p>
            <a:pPr lvl="2"/>
            <a:r>
              <a:rPr lang="nb-NO" sz="3200" dirty="0"/>
              <a:t>Aksjer har nesten dobbelt så høy standardavvik</a:t>
            </a:r>
          </a:p>
          <a:p>
            <a:r>
              <a:rPr lang="nb-NO" sz="3200" dirty="0"/>
              <a:t>Oljefondet er investert i både aksjer og eiendom</a:t>
            </a:r>
          </a:p>
          <a:p>
            <a:endParaRPr lang="nb-NO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D36CC-40AD-35FA-72F5-08F9AF9DA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252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9CDE35-29B5-AFE9-E393-4336C7FF6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397932"/>
            <a:ext cx="10905066" cy="406213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059CD6-21BD-A584-5327-0ED13C22E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1249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A42EF8-8CF4-C75B-A55C-B67CB4796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411" y="-31199"/>
            <a:ext cx="9206753" cy="684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3278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A476F5-C2DA-DDB9-B490-4E4BB35C8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-12570"/>
            <a:ext cx="9377916" cy="683150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DF099E-E12B-C988-80DD-60873BEA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5842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CC0FAA-5268-CFAE-4B00-1B2169C9C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28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1B057F-CF3D-CF3F-26CA-D73EF269F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31" y="542926"/>
            <a:ext cx="11595212" cy="58134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547472-4D9F-41F1-48B1-BBF005E076A6}"/>
              </a:ext>
            </a:extLst>
          </p:cNvPr>
          <p:cNvSpPr txBox="1"/>
          <p:nvPr/>
        </p:nvSpPr>
        <p:spPr>
          <a:xfrm>
            <a:off x="978693" y="3095695"/>
            <a:ext cx="67222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/>
              <a:t>Aksjer</a:t>
            </a:r>
            <a:r>
              <a:rPr lang="en-US" sz="2000" dirty="0"/>
              <a:t> </a:t>
            </a:r>
            <a:r>
              <a:rPr lang="en-US" sz="2000" dirty="0" err="1"/>
              <a:t>utgjorde</a:t>
            </a:r>
            <a:r>
              <a:rPr lang="en-US" sz="2000" dirty="0"/>
              <a:t> 72,1 % av </a:t>
            </a:r>
            <a:r>
              <a:rPr lang="en-US" sz="2000" dirty="0" err="1"/>
              <a:t>porteføljen</a:t>
            </a:r>
            <a:r>
              <a:rPr lang="en-US" sz="2000" dirty="0"/>
              <a:t>, </a:t>
            </a:r>
          </a:p>
          <a:p>
            <a:r>
              <a:rPr lang="en-US" sz="2000" dirty="0" err="1"/>
              <a:t>rentebærende</a:t>
            </a:r>
            <a:r>
              <a:rPr lang="en-US" sz="2000" dirty="0"/>
              <a:t> </a:t>
            </a:r>
            <a:r>
              <a:rPr lang="en-US" sz="2000" dirty="0" err="1"/>
              <a:t>papirer</a:t>
            </a:r>
            <a:r>
              <a:rPr lang="en-US" sz="2000" dirty="0"/>
              <a:t> 25,8 %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06F901-D710-48FB-2BF7-E7DF6CAD93CB}"/>
              </a:ext>
            </a:extLst>
          </p:cNvPr>
          <p:cNvSpPr txBox="1"/>
          <p:nvPr/>
        </p:nvSpPr>
        <p:spPr>
          <a:xfrm>
            <a:off x="1461976" y="6334780"/>
            <a:ext cx="71486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Tabellen</a:t>
            </a:r>
            <a:r>
              <a:rPr lang="en-US" sz="2800" dirty="0"/>
              <a:t> tar </a:t>
            </a:r>
            <a:r>
              <a:rPr lang="en-US" sz="2800" dirty="0" err="1"/>
              <a:t>ikke</a:t>
            </a:r>
            <a:r>
              <a:rPr lang="en-US" sz="2800" dirty="0"/>
              <a:t> </a:t>
            </a:r>
            <a:r>
              <a:rPr lang="en-US" sz="2800" dirty="0" err="1"/>
              <a:t>hensyn</a:t>
            </a:r>
            <a:r>
              <a:rPr lang="en-US" sz="2800" dirty="0"/>
              <a:t> </a:t>
            </a:r>
            <a:r>
              <a:rPr lang="en-US" sz="2800" dirty="0" err="1"/>
              <a:t>til</a:t>
            </a:r>
            <a:r>
              <a:rPr lang="en-US" sz="2800" dirty="0"/>
              <a:t> </a:t>
            </a:r>
            <a:r>
              <a:rPr lang="en-US" sz="2800" dirty="0" err="1"/>
              <a:t>kursgevinst</a:t>
            </a:r>
            <a:r>
              <a:rPr lang="en-US" sz="2800" dirty="0"/>
              <a:t> </a:t>
            </a:r>
            <a:r>
              <a:rPr lang="en-US" sz="2800" dirty="0" err="1"/>
              <a:t>på</a:t>
            </a:r>
            <a:r>
              <a:rPr lang="en-US" sz="2800" dirty="0"/>
              <a:t> </a:t>
            </a:r>
            <a:r>
              <a:rPr lang="en-US" sz="2800" dirty="0" err="1"/>
              <a:t>aksjer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13354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BB59-E9EA-17AA-D501-81B37AC0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359" y="257874"/>
            <a:ext cx="11453281" cy="1061339"/>
          </a:xfrm>
        </p:spPr>
        <p:txBody>
          <a:bodyPr>
            <a:normAutofit/>
          </a:bodyPr>
          <a:lstStyle/>
          <a:p>
            <a:r>
              <a:rPr lang="nb-NO" sz="3600" b="1" dirty="0">
                <a:solidFill>
                  <a:srgbClr val="FF0000"/>
                </a:solidFill>
                <a:latin typeface="+mn-lt"/>
              </a:rPr>
              <a:t>Hvor mye får vi betalt for å ta risiko?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0541B-141F-D703-FAF6-480EB598D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498600"/>
            <a:ext cx="11422590" cy="4678363"/>
          </a:xfrm>
        </p:spPr>
        <p:txBody>
          <a:bodyPr>
            <a:normAutofit/>
          </a:bodyPr>
          <a:lstStyle/>
          <a:p>
            <a:r>
              <a:rPr lang="nb-NO" sz="3200" dirty="0"/>
              <a:t>«Equity» og «</a:t>
            </a:r>
            <a:r>
              <a:rPr lang="nb-NO" sz="3200" dirty="0" err="1"/>
              <a:t>housing</a:t>
            </a:r>
            <a:r>
              <a:rPr lang="nb-NO" sz="3200" dirty="0"/>
              <a:t>» er risikable, statsobligasjoner er sikre.</a:t>
            </a:r>
          </a:p>
          <a:p>
            <a:pPr marL="0" indent="0">
              <a:buNone/>
            </a:pPr>
            <a:r>
              <a:rPr lang="nb-NO" sz="3200" dirty="0"/>
              <a:t> </a:t>
            </a:r>
          </a:p>
          <a:p>
            <a:pPr>
              <a:buFont typeface="Calibri" panose="020F0502020204030204" pitchFamily="34" charset="0"/>
              <a:buChar char="→"/>
            </a:pPr>
            <a:r>
              <a:rPr lang="nb-NO" sz="3200" dirty="0"/>
              <a:t> Hva bør vi velge hvis vi ser det i et historisk perspektiv? </a:t>
            </a:r>
          </a:p>
          <a:p>
            <a:endParaRPr lang="nb-NO" sz="3200" dirty="0"/>
          </a:p>
          <a:p>
            <a:r>
              <a:rPr lang="nb-NO" sz="3200" dirty="0"/>
              <a:t>De historiske dataene sier noe om avkastningen på risikable </a:t>
            </a:r>
            <a:r>
              <a:rPr lang="nb-NO" sz="3200" dirty="0" err="1"/>
              <a:t>vs</a:t>
            </a:r>
            <a:r>
              <a:rPr lang="nb-NO" sz="3200" dirty="0"/>
              <a:t> risikofrie investeringer over tid.</a:t>
            </a:r>
          </a:p>
          <a:p>
            <a:endParaRPr lang="nb-NO" sz="3200" dirty="0"/>
          </a:p>
          <a:p>
            <a:endParaRPr lang="nb-NO" sz="3600" dirty="0"/>
          </a:p>
          <a:p>
            <a:endParaRPr lang="nb-NO" sz="3600" dirty="0"/>
          </a:p>
          <a:p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0680D-22D5-C02E-FD98-1C0F564A5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320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CE4BE2-A9EC-8580-7107-763F180F2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492" y="-131736"/>
            <a:ext cx="7213963" cy="698973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EF0530A-5652-9721-5C0D-9871CA1E6AF5}"/>
              </a:ext>
            </a:extLst>
          </p:cNvPr>
          <p:cNvCxnSpPr/>
          <p:nvPr/>
        </p:nvCxnSpPr>
        <p:spPr>
          <a:xfrm>
            <a:off x="4432515" y="5377912"/>
            <a:ext cx="438602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059C386-D002-A1BA-24D9-9594000EE1DB}"/>
              </a:ext>
            </a:extLst>
          </p:cNvPr>
          <p:cNvSpPr txBox="1"/>
          <p:nvPr/>
        </p:nvSpPr>
        <p:spPr>
          <a:xfrm>
            <a:off x="9509074" y="294467"/>
            <a:ext cx="2683492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«</a:t>
            </a:r>
            <a:r>
              <a:rPr kumimoji="0" lang="nb-NO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Risky</a:t>
            </a:r>
            <a:r>
              <a:rPr kumimoji="0" lang="nb-NO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nb-NO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return</a:t>
            </a:r>
            <a:r>
              <a:rPr kumimoji="0" lang="nb-NO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» 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veid snitt av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2800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kumimoji="0" lang="nb-NO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ksjer</a:t>
            </a:r>
            <a:r>
              <a:rPr kumimoji="0" lang="nb-NO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/eiendom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«Safe </a:t>
            </a:r>
            <a:r>
              <a:rPr kumimoji="0" lang="nb-NO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return</a:t>
            </a:r>
            <a:r>
              <a:rPr kumimoji="0" lang="nb-NO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» 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veid snitt av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statsobligasjoner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DD68BC-E692-B827-E4F5-DFDFCF882BF7}"/>
              </a:ext>
            </a:extLst>
          </p:cNvPr>
          <p:cNvSpPr txBox="1"/>
          <p:nvPr/>
        </p:nvSpPr>
        <p:spPr>
          <a:xfrm>
            <a:off x="123986" y="216977"/>
            <a:ext cx="2126736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Høy inflasjon 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perioden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1950-1980.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2400" dirty="0">
                <a:solidFill>
                  <a:prstClr val="black"/>
                </a:solidFill>
                <a:latin typeface="Calibri" panose="020F0502020204030204"/>
              </a:rPr>
              <a:t>Det</a:t>
            </a: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gir</a:t>
            </a:r>
            <a:r>
              <a:rPr kumimoji="0" lang="nb-NO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avkastning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på sikre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investeringer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(«safe </a:t>
            </a:r>
            <a:r>
              <a:rPr kumimoji="0" lang="nb-NO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return</a:t>
            </a: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»).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Avkastningen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på sikre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investeringer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økt </a:t>
            </a:r>
            <a:r>
              <a:rPr lang="nb-NO" sz="2400" dirty="0">
                <a:solidFill>
                  <a:prstClr val="black"/>
                </a:solidFill>
                <a:latin typeface="Calibri" panose="020F0502020204030204"/>
              </a:rPr>
              <a:t>e</a:t>
            </a:r>
            <a:r>
              <a:rPr kumimoji="0" lang="nb-NO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tter</a:t>
            </a: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1980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2400" dirty="0">
                <a:solidFill>
                  <a:prstClr val="black"/>
                </a:solidFill>
                <a:latin typeface="Calibri" panose="020F0502020204030204"/>
              </a:rPr>
              <a:t>relativt sett</a:t>
            </a:r>
            <a:endParaRPr kumimoji="0" lang="nb-N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F616F30-3484-AFAB-C647-227A717A9B07}"/>
              </a:ext>
            </a:extLst>
          </p:cNvPr>
          <p:cNvCxnSpPr>
            <a:cxnSpLocks/>
          </p:cNvCxnSpPr>
          <p:nvPr/>
        </p:nvCxnSpPr>
        <p:spPr>
          <a:xfrm>
            <a:off x="4259451" y="3833897"/>
            <a:ext cx="455908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A51C45-059C-1386-CE8D-FD3F63036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30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D37B4F-4AF9-02F1-9E8B-D74ED05DBEF3}"/>
              </a:ext>
            </a:extLst>
          </p:cNvPr>
          <p:cNvSpPr txBox="1"/>
          <p:nvPr/>
        </p:nvSpPr>
        <p:spPr>
          <a:xfrm>
            <a:off x="9267588" y="4141017"/>
            <a:ext cx="284129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b="1" dirty="0">
                <a:solidFill>
                  <a:srgbClr val="FF0000"/>
                </a:solidFill>
              </a:rPr>
              <a:t>Man får betalt for</a:t>
            </a:r>
          </a:p>
          <a:p>
            <a:r>
              <a:rPr lang="nb-NO" sz="2800" b="1" dirty="0">
                <a:solidFill>
                  <a:srgbClr val="FF0000"/>
                </a:solidFill>
              </a:rPr>
              <a:t>å ta risiko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C4BA5AC-AB2F-A37A-F629-4FC9ABE90CC0}"/>
              </a:ext>
            </a:extLst>
          </p:cNvPr>
          <p:cNvCxnSpPr>
            <a:cxnSpLocks/>
          </p:cNvCxnSpPr>
          <p:nvPr/>
        </p:nvCxnSpPr>
        <p:spPr>
          <a:xfrm>
            <a:off x="5791200" y="829733"/>
            <a:ext cx="59267" cy="47244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391BD83-5612-3C1F-32C2-505E5B3028F7}"/>
              </a:ext>
            </a:extLst>
          </p:cNvPr>
          <p:cNvCxnSpPr>
            <a:cxnSpLocks/>
          </p:cNvCxnSpPr>
          <p:nvPr/>
        </p:nvCxnSpPr>
        <p:spPr>
          <a:xfrm>
            <a:off x="7360486" y="809432"/>
            <a:ext cx="59267" cy="47244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820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48437-9C4B-5D79-BEA5-8069EECBB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dirty="0" err="1"/>
              <a:t>Takaway</a:t>
            </a:r>
            <a:r>
              <a:rPr lang="en-US" dirty="0"/>
              <a:t>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4E9B5-7B94-C662-95D8-37DCA8BC9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dirty="0"/>
              <a:t>I tider med høy inflasjon bør man ikke sitte med pengene i bank eller obligasjoner fordi renten på rentepapirer ikke justeres etter endringer i inflasjonen.</a:t>
            </a:r>
          </a:p>
          <a:p>
            <a:endParaRPr lang="nb-NO" dirty="0"/>
          </a:p>
          <a:p>
            <a:r>
              <a:rPr lang="nb-NO" dirty="0"/>
              <a:t>Bedrifter (aksjer) og husleiekontrakter (eiendom) kan justere priser og leiebeløp for å kompensere for inflasjon</a:t>
            </a:r>
          </a:p>
          <a:p>
            <a:endParaRPr lang="nb-NO" dirty="0"/>
          </a:p>
          <a:p>
            <a:r>
              <a:rPr lang="nb-NO" dirty="0"/>
              <a:t>I krigstid og tider med usikkerhet øker inflasjonen,</a:t>
            </a:r>
          </a:p>
          <a:p>
            <a:pPr lvl="1"/>
            <a:r>
              <a:rPr lang="nb-NO" dirty="0"/>
              <a:t>I slike tider taler de historiske dataene taler for aksjer/eiendom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DCAF7-A0C0-6439-DFB7-BF1D9B784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2817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2BD696-DF60-47DB-AA6B-F2EEB4B4D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74" y="158045"/>
            <a:ext cx="9698314" cy="65397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D72E08-3184-44FC-B54F-EF19DEAAF051}"/>
              </a:ext>
            </a:extLst>
          </p:cNvPr>
          <p:cNvSpPr txBox="1"/>
          <p:nvPr/>
        </p:nvSpPr>
        <p:spPr>
          <a:xfrm>
            <a:off x="659728" y="884742"/>
            <a:ext cx="10296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Større variasjon i avkastningen på aksjer enn eiendom (høyere standardavvik)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5C8DD9-54C3-12E6-3FE1-D55ED3D2B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7644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40691-712A-4E7D-8E92-599256D32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626" y="126585"/>
            <a:ext cx="11509513" cy="1325563"/>
          </a:xfrm>
        </p:spPr>
        <p:txBody>
          <a:bodyPr>
            <a:normAutofit/>
          </a:bodyPr>
          <a:lstStyle/>
          <a:p>
            <a:r>
              <a:rPr lang="nb-NO" sz="3200" b="1" dirty="0">
                <a:latin typeface="+mn-lt"/>
              </a:rPr>
              <a:t>Eiendom vs. Aksjer (realavkastning – hensyn tatt til inflasjon)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74F8E-4255-4F51-9559-27FD70D1D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626" y="1336813"/>
            <a:ext cx="11664674" cy="4840150"/>
          </a:xfrm>
        </p:spPr>
        <p:txBody>
          <a:bodyPr>
            <a:normAutofit/>
          </a:bodyPr>
          <a:lstStyle/>
          <a:p>
            <a:r>
              <a:rPr lang="nb-NO" sz="3200" dirty="0"/>
              <a:t>Aksjer og eiendom omtrent lik avkastning (rundt 7-8 prosent)</a:t>
            </a:r>
          </a:p>
          <a:p>
            <a:endParaRPr lang="nb-NO" sz="3200" dirty="0"/>
          </a:p>
          <a:p>
            <a:r>
              <a:rPr lang="nb-NO" sz="3200" dirty="0"/>
              <a:t>Eiendom har et standardavvik på </a:t>
            </a:r>
            <a:r>
              <a:rPr lang="nb-NO" sz="3200" dirty="0" err="1"/>
              <a:t>ca</a:t>
            </a:r>
            <a:r>
              <a:rPr lang="nb-NO" sz="3200" dirty="0"/>
              <a:t> 10 mot </a:t>
            </a:r>
            <a:r>
              <a:rPr lang="nb-NO" sz="3200" dirty="0" err="1"/>
              <a:t>ca</a:t>
            </a:r>
            <a:r>
              <a:rPr lang="nb-NO" sz="3200" dirty="0"/>
              <a:t> 24 for aksjer</a:t>
            </a:r>
          </a:p>
          <a:p>
            <a:endParaRPr lang="nb-NO" sz="3200" dirty="0"/>
          </a:p>
          <a:p>
            <a:r>
              <a:rPr lang="nb-NO" sz="3200" dirty="0"/>
              <a:t>Aksjer er mye mer risikable enn eiendom!</a:t>
            </a:r>
          </a:p>
          <a:p>
            <a:endParaRPr lang="nb-NO" sz="3200" dirty="0"/>
          </a:p>
          <a:p>
            <a:r>
              <a:rPr lang="nb-NO" sz="3200" dirty="0"/>
              <a:t>Betyr høyere avkastning og lavere risiko at eiendom åpenbart er mye bedre?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C9EB3-C165-A55B-129C-314CF6952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7228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F7464-44B5-4CB8-B73D-1E743FECE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9" y="18255"/>
            <a:ext cx="11032435" cy="826571"/>
          </a:xfrm>
        </p:spPr>
        <p:txBody>
          <a:bodyPr>
            <a:normAutofit/>
          </a:bodyPr>
          <a:lstStyle/>
          <a:p>
            <a:r>
              <a:rPr lang="nb-NO" sz="4000" dirty="0"/>
              <a:t>Er eiendom mer risikabelt enn hva tallene indikerer?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54D50-63DA-4B33-AC15-DCDD7FA04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565" y="1053548"/>
            <a:ext cx="10956235" cy="5555974"/>
          </a:xfrm>
        </p:spPr>
        <p:txBody>
          <a:bodyPr>
            <a:noAutofit/>
          </a:bodyPr>
          <a:lstStyle/>
          <a:p>
            <a:r>
              <a:rPr lang="nb-NO" sz="3200" dirty="0"/>
              <a:t>Svaret på det spørsmålet avhenger av om vi skal investere som personlig investor i et hus eller i en eiendomsportefølje</a:t>
            </a:r>
          </a:p>
          <a:p>
            <a:endParaRPr lang="nb-NO" sz="3200" dirty="0"/>
          </a:p>
          <a:p>
            <a:r>
              <a:rPr lang="nb-NO" sz="3200" dirty="0"/>
              <a:t>Tallene i artikkelen gjengir et snitt av avkastningen på eiendom («eiendomsportefølje») og ikke avkastningen av å eie et individuelt hus!</a:t>
            </a:r>
          </a:p>
          <a:p>
            <a:endParaRPr lang="nb-NO" sz="3200" dirty="0"/>
          </a:p>
          <a:p>
            <a:r>
              <a:rPr lang="nb-NO" sz="3200" dirty="0"/>
              <a:t>Risikoen ved å eie et hus er knyttet til prisutviklingen og lokaliseringen av huset.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56507-B3C2-7134-21FE-C49E2231F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63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749195B-1CC6-494C-9E9F-7A6D95E291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9" r="-2" b="-2"/>
          <a:stretch/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12B843-8E11-4EAA-8DA9-03538A91B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643467"/>
            <a:ext cx="5452529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200" b="1" err="1">
                <a:solidFill>
                  <a:srgbClr val="FFFF00"/>
                </a:solidFill>
              </a:rPr>
              <a:t>Jordskredet</a:t>
            </a:r>
            <a:r>
              <a:rPr lang="en-US" sz="5200" b="1">
                <a:solidFill>
                  <a:srgbClr val="FFFF00"/>
                </a:solidFill>
              </a:rPr>
              <a:t> i </a:t>
            </a:r>
            <a:r>
              <a:rPr lang="en-US" sz="5200" b="1" err="1">
                <a:solidFill>
                  <a:srgbClr val="FFFF00"/>
                </a:solidFill>
              </a:rPr>
              <a:t>Gjerdrum</a:t>
            </a:r>
            <a:endParaRPr lang="en-US" sz="5200" b="1">
              <a:solidFill>
                <a:srgbClr val="FFFF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3DA70A-6FB6-DE6A-9A50-C36F356A7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298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FCFED-FA58-45C7-8F43-012A5231A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361"/>
            <a:ext cx="10515600" cy="1014828"/>
          </a:xfrm>
        </p:spPr>
        <p:txBody>
          <a:bodyPr/>
          <a:lstStyle/>
          <a:p>
            <a:r>
              <a:rPr lang="nb-NO" b="1" dirty="0">
                <a:solidFill>
                  <a:srgbClr val="FF0000"/>
                </a:solidFill>
                <a:latin typeface="+mn-lt"/>
              </a:rPr>
              <a:t>Indeks over eiendomsinvesteringer viser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864AA-C5D4-44DA-AFC7-004963351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417" y="1222513"/>
            <a:ext cx="11728174" cy="5531126"/>
          </a:xfrm>
        </p:spPr>
        <p:txBody>
          <a:bodyPr>
            <a:normAutofit/>
          </a:bodyPr>
          <a:lstStyle/>
          <a:p>
            <a:r>
              <a:rPr lang="nb-NO" sz="3600" dirty="0"/>
              <a:t>2020 gav svært god avkastning i gjennomsnitt for eiendom</a:t>
            </a:r>
          </a:p>
          <a:p>
            <a:endParaRPr lang="nb-NO" sz="3600" dirty="0"/>
          </a:p>
          <a:p>
            <a:r>
              <a:rPr lang="nb-NO" sz="3600" dirty="0"/>
              <a:t>Avkastningen på eiendom </a:t>
            </a:r>
            <a:r>
              <a:rPr lang="nb-NO" sz="3600" i="1" dirty="0"/>
              <a:t>varierte mellom ulike regioner</a:t>
            </a:r>
          </a:p>
          <a:p>
            <a:endParaRPr lang="nb-NO" sz="3600" dirty="0"/>
          </a:p>
          <a:p>
            <a:r>
              <a:rPr lang="nb-NO" sz="3600" dirty="0"/>
              <a:t>Eiendom innen </a:t>
            </a:r>
            <a:r>
              <a:rPr lang="nb-NO" sz="3600" i="1" dirty="0"/>
              <a:t>samme region kan ha svært ulik prisutvikling</a:t>
            </a:r>
          </a:p>
          <a:p>
            <a:endParaRPr lang="nb-NO" sz="3600" dirty="0"/>
          </a:p>
          <a:p>
            <a:r>
              <a:rPr lang="nb-NO" sz="3600" dirty="0"/>
              <a:t>Når vi kjøper ett enkelt hus kan vi ikke diversifisere vekk den idiosynkratiske risikoen (risikoen knyttet til dette huset)</a:t>
            </a:r>
          </a:p>
          <a:p>
            <a:endParaRPr lang="nb-NO" dirty="0"/>
          </a:p>
          <a:p>
            <a:pPr marL="0" indent="0">
              <a:buNone/>
            </a:pPr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4C47D-7C99-4692-B52D-6E7D84081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8756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2377C-0D00-4AD4-9A90-1275FACA5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6465"/>
            <a:ext cx="10515600" cy="693392"/>
          </a:xfrm>
        </p:spPr>
        <p:txBody>
          <a:bodyPr>
            <a:normAutofit fontScale="90000"/>
          </a:bodyPr>
          <a:lstStyle/>
          <a:p>
            <a:r>
              <a:rPr lang="nb-NO" dirty="0"/>
              <a:t>Aksjer og diversifisering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88E21-F0EF-416E-929B-358050DED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721" y="1083365"/>
            <a:ext cx="11733143" cy="5628170"/>
          </a:xfrm>
        </p:spPr>
        <p:txBody>
          <a:bodyPr>
            <a:normAutofit/>
          </a:bodyPr>
          <a:lstStyle/>
          <a:p>
            <a:r>
              <a:rPr lang="nb-NO" sz="3600" dirty="0"/>
              <a:t>Enkelt-aksjer og enkelt-hus er risikable: kan ikke eliminere den idiosynkratiske risikoen</a:t>
            </a:r>
          </a:p>
          <a:p>
            <a:endParaRPr lang="nb-NO" sz="3600" dirty="0"/>
          </a:p>
          <a:p>
            <a:r>
              <a:rPr lang="nb-NO" sz="3600" dirty="0"/>
              <a:t>Vi kan kjøpe aksjefond og eiendomsfond og eliminere den idiosynkratiske risikoen</a:t>
            </a:r>
          </a:p>
          <a:p>
            <a:endParaRPr lang="nb-NO" sz="3600" dirty="0"/>
          </a:p>
          <a:p>
            <a:r>
              <a:rPr lang="nb-NO" sz="3600" dirty="0"/>
              <a:t>Hvis vi må eie kun et hus er risikoen større enn å kjøpe et eiendomsindeksfond</a:t>
            </a:r>
          </a:p>
          <a:p>
            <a:endParaRPr lang="nb-NO" sz="36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EFA66-B064-B1A5-370A-DA05B06DC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752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D4708-E835-9D05-348C-18EE8765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Autofit/>
          </a:bodyPr>
          <a:lstStyle/>
          <a:p>
            <a:r>
              <a:rPr lang="nb-NO" sz="3200" dirty="0">
                <a:latin typeface="+mn-lt"/>
              </a:rPr>
              <a:t>Kan vi lære noe om historiske priser på ulike investeringer (aksjer, verdipapirer) når det gjelder fremtidig avkastning?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49353-67D8-D5AD-CB64-59893F929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293" y="1481558"/>
            <a:ext cx="11552274" cy="4874791"/>
          </a:xfrm>
        </p:spPr>
        <p:txBody>
          <a:bodyPr>
            <a:normAutofit lnSpcReduction="10000"/>
          </a:bodyPr>
          <a:lstStyle/>
          <a:p>
            <a:r>
              <a:rPr lang="nb-NO" sz="3000" dirty="0"/>
              <a:t>Historiske priser og avkastning gir ingen garanti og sammenhengen varierer med tidshorisont, type investering og metode.</a:t>
            </a:r>
          </a:p>
          <a:p>
            <a:endParaRPr lang="nb-NO" sz="3000" dirty="0"/>
          </a:p>
          <a:p>
            <a:r>
              <a:rPr lang="nb-NO" sz="3000" dirty="0"/>
              <a:t>​Studier finner indikasjoner på at markedene tendere til å bevege seg mot langsiktige gjennomsnitt («</a:t>
            </a:r>
            <a:r>
              <a:rPr lang="nb-NO" sz="3000" dirty="0" err="1"/>
              <a:t>mean</a:t>
            </a:r>
            <a:r>
              <a:rPr lang="nb-NO" sz="3000" dirty="0"/>
              <a:t> </a:t>
            </a:r>
            <a:r>
              <a:rPr lang="nb-NO" sz="3000" dirty="0" err="1"/>
              <a:t>reversion</a:t>
            </a:r>
            <a:r>
              <a:rPr lang="nb-NO" sz="3000" dirty="0"/>
              <a:t>»)</a:t>
            </a:r>
          </a:p>
          <a:p>
            <a:endParaRPr lang="nb-NO" sz="3000" dirty="0"/>
          </a:p>
          <a:p>
            <a:r>
              <a:rPr lang="nb-NO" sz="3000" dirty="0"/>
              <a:t>Historiske priser er nyttige til å:</a:t>
            </a:r>
          </a:p>
          <a:p>
            <a:pPr lvl="1"/>
            <a:r>
              <a:rPr lang="nb-NO" sz="3000" dirty="0"/>
              <a:t>Kalibrere realistiske langsiktige forventninger</a:t>
            </a:r>
          </a:p>
          <a:p>
            <a:pPr lvl="1"/>
            <a:r>
              <a:rPr lang="nb-NO" sz="3000" dirty="0"/>
              <a:t>Forstå risiko (volatilitet, </a:t>
            </a:r>
            <a:r>
              <a:rPr lang="nb-NO" sz="3000" dirty="0" err="1"/>
              <a:t>drawdowns</a:t>
            </a:r>
            <a:r>
              <a:rPr lang="nb-NO" sz="3000" dirty="0"/>
              <a:t>) </a:t>
            </a:r>
          </a:p>
          <a:p>
            <a:pPr lvl="1"/>
            <a:r>
              <a:rPr lang="nb-NO" sz="3000" dirty="0"/>
              <a:t>Forstå hvordan ulike </a:t>
            </a:r>
            <a:r>
              <a:rPr lang="nb-NO" sz="3000" dirty="0" err="1"/>
              <a:t>aktivaklasser</a:t>
            </a:r>
            <a:r>
              <a:rPr lang="nb-NO" sz="3000" dirty="0"/>
              <a:t> oppfører seg i kriser.​</a:t>
            </a:r>
          </a:p>
          <a:p>
            <a:pPr lvl="1"/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78DC9-9BAC-1C3D-AD9E-85EC8141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267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6FED6-C965-40C5-9D4E-3466BEEB4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743"/>
            <a:ext cx="10515600" cy="789240"/>
          </a:xfrm>
        </p:spPr>
        <p:txBody>
          <a:bodyPr>
            <a:normAutofit/>
          </a:bodyPr>
          <a:lstStyle/>
          <a:p>
            <a:r>
              <a:rPr lang="nb-NO" sz="4000" b="1" dirty="0"/>
              <a:t>Hvordan måler vi avkastning på en investering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7359F-44A0-444E-A2B8-F48C6D7ED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625" y="1043709"/>
            <a:ext cx="11653631" cy="56204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3600" dirty="0"/>
              <a:t>Avkastning kan deles inn i fire komponenter</a:t>
            </a:r>
          </a:p>
          <a:p>
            <a:endParaRPr lang="nb-NO" sz="3600" dirty="0"/>
          </a:p>
          <a:p>
            <a:pPr marL="514350" indent="-514350">
              <a:buFont typeface="+mj-lt"/>
              <a:buAutoNum type="arabicPeriod"/>
            </a:pPr>
            <a:r>
              <a:rPr lang="nb-NO" sz="3600" dirty="0"/>
              <a:t>(+) </a:t>
            </a:r>
            <a:r>
              <a:rPr lang="nb-NO" sz="3600" dirty="0" err="1"/>
              <a:t>Yield</a:t>
            </a:r>
            <a:r>
              <a:rPr lang="nb-NO" sz="3600" dirty="0"/>
              <a:t>; nettoavkastningen i prosent av aktivumets verdi</a:t>
            </a:r>
          </a:p>
          <a:p>
            <a:pPr marL="514350" indent="-514350">
              <a:buFont typeface="+mj-lt"/>
              <a:buAutoNum type="arabicPeriod"/>
            </a:pPr>
            <a:r>
              <a:rPr lang="nb-NO" sz="3600" dirty="0"/>
              <a:t>(+/-) Kapitalgevinst: Økning (tap)  i prosent av kjøpsverdi</a:t>
            </a:r>
          </a:p>
          <a:p>
            <a:pPr marL="514350" indent="-514350">
              <a:buFont typeface="+mj-lt"/>
              <a:buAutoNum type="arabicPeriod"/>
            </a:pPr>
            <a:r>
              <a:rPr lang="nb-NO" sz="3600" dirty="0"/>
              <a:t> (-) Skatter</a:t>
            </a:r>
          </a:p>
          <a:p>
            <a:pPr marL="514350" indent="-514350">
              <a:buFont typeface="+mj-lt"/>
              <a:buAutoNum type="arabicPeriod"/>
            </a:pPr>
            <a:r>
              <a:rPr lang="nb-NO" sz="3600" dirty="0"/>
              <a:t>(-) Inflasjon</a:t>
            </a:r>
          </a:p>
          <a:p>
            <a:pPr marL="0" indent="0">
              <a:buNone/>
            </a:pPr>
            <a:endParaRPr lang="nb-NO" sz="32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41AE64-F345-24F3-A2B2-8AC4B7355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6630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749AC-8701-F991-41E7-BB1D388D8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7193"/>
          </a:xfrm>
        </p:spPr>
        <p:txBody>
          <a:bodyPr/>
          <a:lstStyle/>
          <a:p>
            <a:r>
              <a:rPr lang="nb-NO" dirty="0"/>
              <a:t>Avkastning aksjer, obligasjoner og eiendom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C2C651-7AE1-11E7-BC5E-38AE1A0EDB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83023" y="1443319"/>
                <a:ext cx="10515600" cy="5329798"/>
              </a:xfrm>
            </p:spPr>
            <p:txBody>
              <a:bodyPr/>
              <a:lstStyle/>
              <a:p>
                <a:pPr marL="0" indent="0">
                  <a:buNone/>
                </a:pPr>
                <a:endParaRPr kumimoji="0" lang="nb-NO" sz="3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𝑅</m:t>
                          </m:r>
                        </m:e>
                        <m:sub>
                          <m: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0" lang="nb-NO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  <m: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kumimoji="0" lang="nb-NO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f>
                        <m:fPr>
                          <m:ctrlP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</m:e>
                            <m:sub>
                              <m: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nb-NO" dirty="0"/>
              </a:p>
              <a:p>
                <a:pPr marL="0" indent="0">
                  <a:buNone/>
                </a:pPr>
                <a:endParaRPr lang="nb-NO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b-NO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nb-NO" dirty="0"/>
                  <a:t>måler avkastningen på aktivumet fra investor kjøpte aksjen </a:t>
                </a:r>
                <a:r>
                  <a:rPr lang="nb-NO" dirty="0" err="1"/>
                  <a:t>dvs</a:t>
                </a:r>
                <a:r>
                  <a:rPr lang="nb-NO" dirty="0"/>
                  <a:t> i periode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nb-NO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nb-NO" dirty="0"/>
                  <a:t> i til aksjen selges i periode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nb-NO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b-NO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nb-NO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nb-NO" dirty="0"/>
              </a:p>
              <a:p>
                <a:endParaRPr lang="nb-NO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b-NO" dirty="0"/>
                  <a:t>er mottatt kontantstrøm fra aksjen (utbytte) eller obligasjonen (kupongrente) i perioden såkalt «</a:t>
                </a:r>
                <a:r>
                  <a:rPr lang="nb-NO" dirty="0" err="1"/>
                  <a:t>yield</a:t>
                </a:r>
                <a:r>
                  <a:rPr lang="nb-NO" dirty="0"/>
                  <a:t>»</a:t>
                </a:r>
              </a:p>
              <a:p>
                <a:endParaRPr lang="nb-NO" dirty="0"/>
              </a:p>
              <a:p>
                <a:r>
                  <a:rPr lang="nb-NO" dirty="0"/>
                  <a:t>For eiendom 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b-NO" dirty="0"/>
                  <a:t>(= husleie  – vedlikehold/utgifter)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C2C651-7AE1-11E7-BC5E-38AE1A0EDB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3023" y="1443319"/>
                <a:ext cx="10515600" cy="5329798"/>
              </a:xfrm>
              <a:blipFill>
                <a:blip r:embed="rId2"/>
                <a:stretch>
                  <a:fillRect l="-1086" b="-2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2368B-744B-F5B0-1150-95F4D6327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6877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260AABE-E686-43AE-BD51-2A652E032CB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697057"/>
              </a:xfrm>
            </p:spPr>
            <p:txBody>
              <a:bodyPr>
                <a:normAutofit/>
              </a:bodyPr>
              <a:lstStyle/>
              <a:p>
                <a:r>
                  <a:rPr lang="nb-NO" sz="3600" dirty="0">
                    <a:solidFill>
                      <a:schemeClr val="tx1"/>
                    </a:solidFill>
                    <a:latin typeface="+mn-lt"/>
                  </a:rPr>
                  <a:t>Realavkastning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nb-NO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nb-NO" sz="36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260AABE-E686-43AE-BD51-2A652E032C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697057"/>
              </a:xfrm>
              <a:blipFill>
                <a:blip r:embed="rId2"/>
                <a:stretch>
                  <a:fillRect l="-1797" t="-13158" b="-25439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728E01-49F7-4C4E-906F-4202F2DC96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4691"/>
                <a:ext cx="11017250" cy="4782272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𝑁𝑜𝑚𝑖𝑛𝑒𝑙𝑙</m:t>
                      </m:r>
                      <m:r>
                        <a:rPr lang="en-US" sz="36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𝑎𝑣𝑘𝑎𝑠𝑡𝑛𝑖𝑛𝑔</m:t>
                      </m:r>
                      <m:r>
                        <a:rPr lang="en-US" sz="36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:    </m:t>
                      </m:r>
                      <m:sSub>
                        <m:sSubPr>
                          <m:ctrlPr>
                            <a:rPr lang="nb-NO" sz="3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3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nb-NO" sz="3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nb-NO" sz="3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b-NO" sz="3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nb-NO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nb-NO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nb-NO" sz="3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nb-NO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nb-NO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nb-NO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nb-NO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nb-NO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nb-NO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nb-NO" sz="3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3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nb-NO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nb-NO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nb-NO" sz="3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nb-NO" sz="3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36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nb-NO" sz="3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𝑅𝑒𝑎𝑙𝑎𝑣𝑘𝑎𝑠𝑡𝑛𝑖𝑛𝑔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  </m:t>
                      </m:r>
                      <m:sSub>
                        <m:sSubPr>
                          <m:ctrlPr>
                            <a:rPr lang="nb-NO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nb-NO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nb-NO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b-NO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nb-NO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nb-NO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nb-NO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nb-NO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nb-NO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nb-NO" sz="3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nb-NO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nb-NO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nb-NO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nb-NO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nb-NO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nb-NO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nb-NO" sz="3600" dirty="0">
                  <a:solidFill>
                    <a:schemeClr val="tx1"/>
                  </a:solidFill>
                </a:endParaRPr>
              </a:p>
              <a:p>
                <a:endParaRPr lang="nb-NO" dirty="0">
                  <a:solidFill>
                    <a:schemeClr val="tx1"/>
                  </a:solidFill>
                </a:endParaRPr>
              </a:p>
              <a:p>
                <a:r>
                  <a:rPr lang="nb-NO" sz="3600" dirty="0">
                    <a:solidFill>
                      <a:schemeClr val="tx1"/>
                    </a:solidFill>
                  </a:rPr>
                  <a:t>Hvor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nb-NO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b-NO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b-NO" sz="3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nb-NO" sz="3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er</m:t>
                    </m:r>
                    <m:r>
                      <a:rPr lang="nb-NO" sz="3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nb-NO" sz="3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inflasjonen</m:t>
                    </m:r>
                  </m:oMath>
                </a14:m>
                <a:endParaRPr lang="nb-NO" sz="3600" dirty="0">
                  <a:solidFill>
                    <a:schemeClr val="tx1"/>
                  </a:solidFill>
                </a:endParaRPr>
              </a:p>
              <a:p>
                <a:endParaRPr lang="nb-NO" sz="3600" dirty="0">
                  <a:solidFill>
                    <a:schemeClr val="tx1"/>
                  </a:solidFill>
                </a:endParaRPr>
              </a:p>
              <a:p>
                <a:r>
                  <a:rPr lang="nb-NO" sz="3600" dirty="0">
                    <a:solidFill>
                      <a:schemeClr val="tx1"/>
                    </a:solidFill>
                  </a:rPr>
                  <a:t>Approksimasjonen er ok så lenge ikke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nb-NO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nb-NO" sz="3600" dirty="0">
                    <a:solidFill>
                      <a:schemeClr val="tx1"/>
                    </a:solidFill>
                  </a:rPr>
                  <a:t> er veldig stor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728E01-49F7-4C4E-906F-4202F2DC96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4691"/>
                <a:ext cx="11017250" cy="4782272"/>
              </a:xfrm>
              <a:blipFill>
                <a:blip r:embed="rId3"/>
                <a:stretch>
                  <a:fillRect l="-1328" b="-3699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C5C58-E123-1C3A-AE7C-219FEB094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8624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95578-1A7A-2F6A-4A25-87227E47D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373" y="66952"/>
            <a:ext cx="10625254" cy="761148"/>
          </a:xfrm>
        </p:spPr>
        <p:txBody>
          <a:bodyPr>
            <a:normAutofit/>
          </a:bodyPr>
          <a:lstStyle/>
          <a:p>
            <a:pPr algn="ctr"/>
            <a:r>
              <a:rPr lang="nb-NO" sz="4000" dirty="0"/>
              <a:t>Eksempel (i)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8DFEBB-82B4-D9AC-E6D4-0CB1EC1CF4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7991" y="1126274"/>
                <a:ext cx="11469999" cy="5366600"/>
              </a:xfrm>
            </p:spPr>
            <p:txBody>
              <a:bodyPr>
                <a:normAutofit/>
              </a:bodyPr>
              <a:lstStyle/>
              <a:p>
                <a:r>
                  <a:rPr lang="nb-NO" sz="3200" dirty="0">
                    <a:solidFill>
                      <a:schemeClr val="tx1"/>
                    </a:solidFill>
                  </a:rPr>
                  <a:t>Vi kjøper en aksje til kr 100 den 1.januar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nb-NO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b-NO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nb-NO" sz="3200" dirty="0">
                    <a:solidFill>
                      <a:schemeClr val="tx1"/>
                    </a:solidFill>
                  </a:rPr>
                  <a:t>) og selger den rett over årsskiftet til kr 98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nb-NO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b-NO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nb-NO" sz="3200" dirty="0">
                    <a:solidFill>
                      <a:schemeClr val="tx1"/>
                    </a:solidFill>
                  </a:rPr>
                  <a:t> Vi mottar utbytte på 5 kr. </a:t>
                </a:r>
              </a:p>
              <a:p>
                <a:r>
                  <a:rPr lang="nb-NO" sz="3200" dirty="0">
                    <a:solidFill>
                      <a:schemeClr val="tx1"/>
                    </a:solidFill>
                  </a:rPr>
                  <a:t>Inflasjon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nb-NO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nb-NO" sz="3200" dirty="0">
                    <a:solidFill>
                      <a:schemeClr val="tx1"/>
                    </a:solidFill>
                  </a:rPr>
                  <a:t>) er 3%</a:t>
                </a:r>
              </a:p>
              <a:p>
                <a:pPr marL="0" indent="0">
                  <a:buNone/>
                </a:pPr>
                <a:endParaRPr lang="nb-NO" sz="32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𝑅</m:t>
                          </m:r>
                        </m:e>
                        <m:sub>
                          <m: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0" lang="nb-NO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  <m: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kumimoji="0" lang="nb-NO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f>
                        <m:fPr>
                          <m:ctrlP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𝑈𝑡𝑏𝑦𝑡𝑡𝑒</m:t>
                          </m:r>
                        </m:num>
                        <m:den>
                          <m:sSub>
                            <m:sSubPr>
                              <m:ctrlP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  <m:r>
                                <a:rPr kumimoji="0" lang="nb-NO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kumimoji="0" lang="nb-NO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98</m:t>
                          </m:r>
                          <m:r>
                            <a:rPr lang="nb-NO" sz="3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100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nb-NO" sz="3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US" sz="3200" i="1">
                          <a:latin typeface="Cambria Math" panose="02040503050406030204" pitchFamily="18" charset="0"/>
                        </a:rPr>
                        <m:t>=3%</m:t>
                      </m:r>
                    </m:oMath>
                  </m:oMathPara>
                </a14:m>
                <a:endParaRPr lang="nb-NO" sz="3200" dirty="0"/>
              </a:p>
              <a:p>
                <a:pPr marL="0" indent="0">
                  <a:buNone/>
                </a:pPr>
                <a:endParaRPr lang="nb-NO" sz="32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nb-NO" sz="32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nb-NO" sz="3200" dirty="0">
                    <a:solidFill>
                      <a:schemeClr val="tx1"/>
                    </a:solidFill>
                  </a:rPr>
                  <a:t>Realavkastning: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nb-NO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nb-NO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e>
                      <m:sub>
                        <m:r>
                          <a:rPr kumimoji="0" lang="nb-NO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  <m:r>
                      <a:rPr kumimoji="0" lang="en-US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sSub>
                      <m:sSubPr>
                        <m:ctrlPr>
                          <a:rPr lang="nb-NO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nb-NO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=3%−3%=0</m:t>
                    </m:r>
                  </m:oMath>
                </a14:m>
                <a:r>
                  <a:rPr lang="nb-NO" sz="3200" dirty="0">
                    <a:solidFill>
                      <a:schemeClr val="tx1"/>
                    </a:solidFill>
                  </a:rPr>
                  <a:t>. </a:t>
                </a:r>
              </a:p>
              <a:p>
                <a:pPr marL="0" indent="0">
                  <a:buNone/>
                </a:pPr>
                <a:endParaRPr lang="nb-N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8DFEBB-82B4-D9AC-E6D4-0CB1EC1CF4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7991" y="1126274"/>
                <a:ext cx="11469999" cy="5366600"/>
              </a:xfrm>
              <a:blipFill>
                <a:blip r:embed="rId2"/>
                <a:stretch>
                  <a:fillRect l="-1327" t="-2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5F991-82AC-A0FC-88BA-FE72C100F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815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2A450-06FC-1F27-BA52-691892491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1B3D2-6F30-4AF0-B87A-7EB0FC555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373" y="66952"/>
            <a:ext cx="10625254" cy="761148"/>
          </a:xfrm>
        </p:spPr>
        <p:txBody>
          <a:bodyPr>
            <a:normAutofit/>
          </a:bodyPr>
          <a:lstStyle/>
          <a:p>
            <a:pPr algn="ctr"/>
            <a:r>
              <a:rPr lang="nb-NO" sz="4000" dirty="0"/>
              <a:t>Eksempel (i) med skatt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D19E8B-D13A-E39B-48AF-757C3B4321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7991" y="1126274"/>
                <a:ext cx="11469999" cy="5366600"/>
              </a:xfrm>
            </p:spPr>
            <p:txBody>
              <a:bodyPr>
                <a:normAutofit/>
              </a:bodyPr>
              <a:lstStyle/>
              <a:p>
                <a:r>
                  <a:rPr lang="nb-NO" sz="3200" dirty="0">
                    <a:solidFill>
                      <a:schemeClr val="tx1"/>
                    </a:solidFill>
                  </a:rPr>
                  <a:t>Vi kjøper en aksje til kr 100 den 1.januar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nb-NO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b-NO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nb-NO" sz="3200" dirty="0">
                    <a:solidFill>
                      <a:schemeClr val="tx1"/>
                    </a:solidFill>
                  </a:rPr>
                  <a:t>) og selger den rett over årsskiftet til kr 98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nb-NO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b-NO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nb-NO" sz="3200" dirty="0">
                    <a:solidFill>
                      <a:schemeClr val="tx1"/>
                    </a:solidFill>
                  </a:rPr>
                  <a:t> Vi mottar utbytte på 5 kr. </a:t>
                </a:r>
              </a:p>
              <a:p>
                <a:r>
                  <a:rPr lang="nb-NO" sz="3200" dirty="0">
                    <a:solidFill>
                      <a:schemeClr val="tx1"/>
                    </a:solidFill>
                  </a:rPr>
                  <a:t>Skatt </a:t>
                </a:r>
                <a14:m>
                  <m:oMath xmlns:m="http://schemas.openxmlformats.org/officeDocument/2006/math">
                    <m:r>
                      <a:rPr lang="nb-NO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nb-NO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=30%</m:t>
                    </m:r>
                  </m:oMath>
                </a14:m>
                <a:r>
                  <a:rPr lang="nb-NO" sz="3200" dirty="0">
                    <a:solidFill>
                      <a:schemeClr val="tx1"/>
                    </a:solidFill>
                  </a:rPr>
                  <a:t> og inflasjon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nb-NO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nb-NO" sz="3200" dirty="0">
                    <a:solidFill>
                      <a:schemeClr val="tx1"/>
                    </a:solidFill>
                  </a:rPr>
                  <a:t>) er 3%</a:t>
                </a:r>
              </a:p>
              <a:p>
                <a:pPr marL="0" indent="0">
                  <a:buNone/>
                </a:pPr>
                <a:endParaRPr lang="nb-NO" sz="32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𝑅</m:t>
                          </m:r>
                        </m:e>
                        <m:sub>
                          <m: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0" lang="nb-NO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98</m:t>
                          </m:r>
                          <m: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100</m:t>
                          </m:r>
                          <m:r>
                            <a:rPr kumimoji="0" lang="nb-NO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+5)(100%−30%)</m:t>
                          </m:r>
                        </m:num>
                        <m:den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100</m:t>
                          </m:r>
                        </m:den>
                      </m:f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nb-NO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2,1</m:t>
                      </m:r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%</m:t>
                      </m:r>
                    </m:oMath>
                  </m:oMathPara>
                </a14:m>
                <a:endParaRPr lang="nb-NO" sz="32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nb-NO" sz="32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nb-NO" sz="3200" dirty="0">
                    <a:solidFill>
                      <a:schemeClr val="tx1"/>
                    </a:solidFill>
                  </a:rPr>
                  <a:t>Realavkastning: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nb-NO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nb-NO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e>
                      <m:sub>
                        <m:r>
                          <a:rPr kumimoji="0" lang="nb-NO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  <m:r>
                      <a:rPr kumimoji="0" lang="en-US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sSub>
                      <m:sSubPr>
                        <m:ctrlPr>
                          <a:rPr lang="nb-NO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nb-NO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nb-NO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2,1</m:t>
                    </m:r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%−3%=</m:t>
                    </m:r>
                    <m:r>
                      <a:rPr lang="nb-NO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−0,9%</m:t>
                    </m:r>
                  </m:oMath>
                </a14:m>
                <a:r>
                  <a:rPr lang="nb-NO" sz="3200" dirty="0">
                    <a:solidFill>
                      <a:schemeClr val="tx1"/>
                    </a:solidFill>
                  </a:rPr>
                  <a:t>. </a:t>
                </a:r>
              </a:p>
              <a:p>
                <a:pPr marL="0" indent="0">
                  <a:buNone/>
                </a:pPr>
                <a:endParaRPr lang="nb-N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D19E8B-D13A-E39B-48AF-757C3B4321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7991" y="1126274"/>
                <a:ext cx="11469999" cy="5366600"/>
              </a:xfrm>
              <a:blipFill>
                <a:blip r:embed="rId2"/>
                <a:stretch>
                  <a:fillRect l="-1327" t="-2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0FA9E-364E-EF8D-2A88-68D08AC70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964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4665681-AC63-4846-ABB9-5D0F4121C56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82097" y="71921"/>
                <a:ext cx="10515600" cy="1325563"/>
              </a:xfrm>
            </p:spPr>
            <p:txBody>
              <a:bodyPr/>
              <a:lstStyle/>
              <a:p>
                <a:r>
                  <a:rPr lang="nb-NO" sz="3600" dirty="0">
                    <a:solidFill>
                      <a:srgbClr val="FFFF00"/>
                    </a:solidFill>
                    <a:latin typeface="+mn-lt"/>
                  </a:rPr>
                  <a:t>Superprofitt («</a:t>
                </a:r>
                <a:r>
                  <a:rPr lang="nb-NO" sz="3600" dirty="0" err="1">
                    <a:solidFill>
                      <a:srgbClr val="FFFF00"/>
                    </a:solidFill>
                    <a:latin typeface="+mn-lt"/>
                  </a:rPr>
                  <a:t>excess</a:t>
                </a:r>
                <a:r>
                  <a:rPr lang="nb-NO" sz="3600" dirty="0">
                    <a:solidFill>
                      <a:srgbClr val="FFFF00"/>
                    </a:solidFill>
                    <a:latin typeface="+mn-lt"/>
                  </a:rPr>
                  <a:t> </a:t>
                </a:r>
                <a:r>
                  <a:rPr lang="nb-NO" sz="3600" dirty="0" err="1">
                    <a:solidFill>
                      <a:srgbClr val="FFFF00"/>
                    </a:solidFill>
                    <a:latin typeface="+mn-lt"/>
                  </a:rPr>
                  <a:t>return</a:t>
                </a:r>
                <a:r>
                  <a:rPr lang="nb-NO" sz="3600" dirty="0">
                    <a:solidFill>
                      <a:srgbClr val="FFFF00"/>
                    </a:solidFill>
                    <a:latin typeface="+mn-lt"/>
                  </a:rPr>
                  <a:t>»):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𝐸𝑅</m:t>
                        </m:r>
                      </m:e>
                      <m:sub>
                        <m:r>
                          <a:rPr lang="nb-NO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b-NO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b-NO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𝑎𝑠𝑠𝑒𝑡</m:t>
                        </m:r>
                      </m:sub>
                    </m:sSub>
                  </m:oMath>
                </a14:m>
                <a:endParaRPr lang="nb-NO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4665681-AC63-4846-ABB9-5D0F4121C5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82097" y="71921"/>
                <a:ext cx="10515600" cy="1325563"/>
              </a:xfrm>
              <a:blipFill>
                <a:blip r:embed="rId2"/>
                <a:stretch>
                  <a:fillRect l="-1797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DFBFE4-5FE3-4A23-A57D-B46E30C6C6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8478" y="1690687"/>
                <a:ext cx="11782839" cy="4802187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𝐸𝑅</m:t>
                        </m:r>
                      </m:e>
                      <m:sub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𝑎𝑠𝑠𝑒𝑡</m:t>
                        </m:r>
                      </m:sub>
                    </m:sSub>
                    <m:r>
                      <a:rPr lang="nb-NO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nb-NO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b-NO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b-NO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𝑎𝑠𝑠𝑒𝑡</m:t>
                        </m:r>
                      </m:sub>
                    </m:sSub>
                  </m:oMath>
                </a14:m>
                <a:r>
                  <a:rPr lang="nb-NO" sz="3600" dirty="0">
                    <a:solidFill>
                      <a:schemeClr val="bg1"/>
                    </a:solidFill>
                  </a:rPr>
                  <a:t> -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nb-NO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b-NO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,3 </m:t>
                        </m:r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𝑚𝑛𝑑</m:t>
                        </m:r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𝑠𝑡𝑎𝑡𝑠𝑘𝑎𝑠𝑠𝑒𝑣𝑒𝑘𝑠𝑙𝑒𝑟</m:t>
                        </m:r>
                        <m:r>
                          <a:rPr lang="nb-NO" sz="3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nb-NO" sz="3600" dirty="0">
                  <a:solidFill>
                    <a:schemeClr val="bg1"/>
                  </a:solidFill>
                </a:endParaRPr>
              </a:p>
              <a:p>
                <a:endParaRPr lang="nb-NO" sz="3600" dirty="0">
                  <a:solidFill>
                    <a:schemeClr val="bg1"/>
                  </a:solidFill>
                </a:endParaRPr>
              </a:p>
              <a:p>
                <a:endParaRPr lang="nb-NO" sz="3600" dirty="0">
                  <a:solidFill>
                    <a:schemeClr val="bg1"/>
                  </a:solidFill>
                </a:endParaRPr>
              </a:p>
              <a:p>
                <a:r>
                  <a:rPr lang="nb-NO" sz="3600" dirty="0">
                    <a:solidFill>
                      <a:schemeClr val="bg1"/>
                    </a:solidFill>
                  </a:rPr>
                  <a:t>Vanlig å anta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nb-NO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b-NO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,3 </m:t>
                        </m:r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𝑚𝑛𝑑</m:t>
                        </m:r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𝑠𝑡𝑎𝑡𝑠𝑘𝑎𝑠𝑠𝑒𝑣𝑒𝑘𝑠𝑙𝑒𝑟</m:t>
                        </m:r>
                        <m:r>
                          <a:rPr lang="nb-NO" sz="3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nb-NO" sz="3600" dirty="0">
                    <a:solidFill>
                      <a:schemeClr val="bg1"/>
                    </a:solidFill>
                  </a:rPr>
                  <a:t>er risikofri rente</a:t>
                </a:r>
              </a:p>
              <a:p>
                <a:endParaRPr lang="nb-NO" sz="3600" dirty="0">
                  <a:solidFill>
                    <a:schemeClr val="bg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𝐸𝑅</m:t>
                        </m:r>
                      </m:e>
                      <m:sub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b-NO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𝑎𝑠𝑠𝑒𝑡</m:t>
                        </m:r>
                      </m:sub>
                    </m:sSub>
                  </m:oMath>
                </a14:m>
                <a:r>
                  <a:rPr lang="nb-NO" sz="3600" dirty="0">
                    <a:solidFill>
                      <a:schemeClr val="bg1"/>
                    </a:solidFill>
                  </a:rPr>
                  <a:t> er avkastningen vi får ut over risikofri avkastning ofte omtalt som risikopremien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DFBFE4-5FE3-4A23-A57D-B46E30C6C6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8478" y="1690687"/>
                <a:ext cx="11782839" cy="4802187"/>
              </a:xfrm>
              <a:blipFill>
                <a:blip r:embed="rId3"/>
                <a:stretch>
                  <a:fillRect l="-1449" t="-2792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17AECFB-CE98-CDA8-3A72-EA9B28CDED2C}"/>
              </a:ext>
            </a:extLst>
          </p:cNvPr>
          <p:cNvSpPr txBox="1"/>
          <p:nvPr/>
        </p:nvSpPr>
        <p:spPr>
          <a:xfrm>
            <a:off x="2253705" y="2649393"/>
            <a:ext cx="22781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realavkastning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9C67F9-D404-865B-8A14-92DE5F665DF2}"/>
              </a:ext>
            </a:extLst>
          </p:cNvPr>
          <p:cNvSpPr txBox="1"/>
          <p:nvPr/>
        </p:nvSpPr>
        <p:spPr>
          <a:xfrm>
            <a:off x="5391569" y="2642895"/>
            <a:ext cx="43440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sikker avkastning (nominell!)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B794526E-2376-0D2C-39E5-9A6E2315EE1E}"/>
              </a:ext>
            </a:extLst>
          </p:cNvPr>
          <p:cNvSpPr/>
          <p:nvPr/>
        </p:nvSpPr>
        <p:spPr>
          <a:xfrm rot="5400000">
            <a:off x="6608661" y="454623"/>
            <a:ext cx="135899" cy="4089952"/>
          </a:xfrm>
          <a:prstGeom prst="rightBrace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F067DAB4-13EB-6AD1-D9A2-B5B0EA019F48}"/>
              </a:ext>
            </a:extLst>
          </p:cNvPr>
          <p:cNvSpPr/>
          <p:nvPr/>
        </p:nvSpPr>
        <p:spPr>
          <a:xfrm rot="5400000">
            <a:off x="3370988" y="1591793"/>
            <a:ext cx="135901" cy="1679714"/>
          </a:xfrm>
          <a:prstGeom prst="rightBrace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53340-EF6D-A091-AF59-17F86A031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5347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C7D4D-B8D9-1FCB-5505-1DD7A1D7B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BE99E06-4B46-45F8-D12C-4B6E80F9BE5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039905" y="98611"/>
                <a:ext cx="10515600" cy="1286435"/>
              </a:xfrm>
            </p:spPr>
            <p:txBody>
              <a:bodyPr>
                <a:normAutofit/>
              </a:bodyPr>
              <a:lstStyle/>
              <a:p>
                <a:r>
                  <a:rPr lang="nb-NO" sz="3200" b="1" dirty="0">
                    <a:latin typeface="+mn-lt"/>
                  </a:rPr>
                  <a:t>Verdsetting eiendom når det kun finnes en inngangsverdi men ingen utgangsverdi (vi har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32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2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nb-NO" sz="32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nb-NO" sz="32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nb-NO" sz="32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32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𝐦𝐞𝐧</m:t>
                    </m:r>
                    <m:r>
                      <a:rPr lang="en-US" sz="3200" b="1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𝐢𝐤𝐤𝐞</m:t>
                    </m:r>
                    <m:sSub>
                      <m:sSubPr>
                        <m:ctrlPr>
                          <a:rPr lang="en-US" sz="32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nb-NO" sz="32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nb-NO" sz="32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sz="32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b-NO" sz="3200" b="1" dirty="0">
                  <a:latin typeface="+mn-lt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BE99E06-4B46-45F8-D12C-4B6E80F9BE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039905" y="98611"/>
                <a:ext cx="10515600" cy="1286435"/>
              </a:xfrm>
              <a:blipFill>
                <a:blip r:embed="rId2"/>
                <a:stretch>
                  <a:fillRect l="-1507" b="-379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19A32-E3D8-116F-272E-FCA5ADCCD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447" y="1467292"/>
            <a:ext cx="11721248" cy="5766255"/>
          </a:xfrm>
        </p:spPr>
        <p:txBody>
          <a:bodyPr>
            <a:normAutofit/>
          </a:bodyPr>
          <a:lstStyle/>
          <a:p>
            <a:r>
              <a:rPr lang="nb-NO" dirty="0"/>
              <a:t>Hva er verdien av en næringseiendoms kontantstrøm i dag. Typisk problemstilling ved ekspropriasjon. </a:t>
            </a:r>
          </a:p>
          <a:p>
            <a:endParaRPr lang="nb-NO" dirty="0"/>
          </a:p>
          <a:p>
            <a:r>
              <a:rPr lang="nb-NO" dirty="0"/>
              <a:t>Er husleieinntekten på 1 million i året betraktes det som en evigvarende kontantstrøm i norsk rett (selv om vi kan miste leietakere). </a:t>
            </a:r>
          </a:p>
          <a:p>
            <a:pPr lvl="1"/>
            <a:r>
              <a:rPr lang="nb-NO" dirty="0"/>
              <a:t>Hva skal vi diskontere en evig kontantstrøm med (hva er kapitaliseringsrenten/ diskonteringsrenten)? </a:t>
            </a:r>
          </a:p>
          <a:p>
            <a:endParaRPr lang="nb-NO" dirty="0"/>
          </a:p>
          <a:p>
            <a:r>
              <a:rPr lang="nb-NO" dirty="0"/>
              <a:t>Grunnloven og Høyesterett: Erstatningen skal sette den som blir eksproprierte i stand til å gjenskape den tapte kontantstrømmen. </a:t>
            </a:r>
          </a:p>
        </p:txBody>
      </p:sp>
    </p:spTree>
    <p:extLst>
      <p:ext uri="{BB962C8B-B14F-4D97-AF65-F5344CB8AC3E}">
        <p14:creationId xmlns:p14="http://schemas.microsoft.com/office/powerpoint/2010/main" val="4207387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625A9-DF1E-982E-DAB6-6D65677F2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D18C645-B778-23E8-4F46-73698C7D06B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76447" y="98611"/>
                <a:ext cx="11279058" cy="1286435"/>
              </a:xfrm>
            </p:spPr>
            <p:txBody>
              <a:bodyPr>
                <a:normAutofit/>
              </a:bodyPr>
              <a:lstStyle/>
              <a:p>
                <a:r>
                  <a:rPr lang="nb-NO" sz="3000" b="1" dirty="0">
                    <a:latin typeface="+mn-lt"/>
                  </a:rPr>
                  <a:t>Verdsetting eiendom når det kun finnes en inngangsverdi men ingen utgangsverdi (vi har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3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3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nb-NO" sz="3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nb-NO" sz="3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nb-NO" sz="3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3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000" b="1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𝐦𝐞𝐧</m:t>
                    </m:r>
                    <m:r>
                      <a:rPr lang="en-US" sz="3000" b="1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000" b="1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𝐢𝐤𝐤𝐞</m:t>
                    </m:r>
                    <m:sSub>
                      <m:sSubPr>
                        <m:ctrlPr>
                          <a:rPr lang="en-US" sz="3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nb-NO" sz="3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nb-NO" sz="30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sz="30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b-NO" sz="3000" b="1" dirty="0">
                  <a:latin typeface="+mn-lt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D18C645-B778-23E8-4F46-73698C7D06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76447" y="98611"/>
                <a:ext cx="11279058" cy="1286435"/>
              </a:xfrm>
              <a:blipFill>
                <a:blip r:embed="rId2"/>
                <a:stretch>
                  <a:fillRect l="-1243" b="-948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63F0E4-ACCD-1A8D-1075-A0500334A9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6447" y="1467292"/>
                <a:ext cx="11721248" cy="5766255"/>
              </a:xfrm>
            </p:spPr>
            <p:txBody>
              <a:bodyPr>
                <a:normAutofit/>
              </a:bodyPr>
              <a:lstStyle/>
              <a:p>
                <a:r>
                  <a:rPr lang="nb-NO" dirty="0"/>
                  <a:t>Leieinntekt 1 million i året (før skatt). Hvilken erstatningssum skal utbetales for å gjenskape  1 mill. til evig tid?</a:t>
                </a:r>
              </a:p>
              <a:p>
                <a:endParaRPr lang="nb-N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𝑉𝑒𝑟𝑑𝑖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𝑒𝑖𝑒𝑛𝑑𝑜𝑚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𝑚𝑖𝑙𝑙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num>
                        <m:den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𝑘𝑎𝑝𝑖𝑡𝑎𝑙𝑖𝑠𝑒𝑟𝑖𝑛𝑔𝑠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𝑟𝑒𝑛𝑡𝑒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nb-NO" dirty="0"/>
              </a:p>
              <a:p>
                <a:pPr marL="0" indent="0">
                  <a:buNone/>
                </a:pPr>
                <a:endParaRPr lang="nb-NO" dirty="0"/>
              </a:p>
              <a:p>
                <a:r>
                  <a:rPr lang="nb-NO" dirty="0"/>
                  <a:t>Verdien bestemmes av diskonteringssatsen (kapitaliseringsrenten </a:t>
                </a:r>
                <a:r>
                  <a:rPr lang="nb-NO" i="1" dirty="0"/>
                  <a:t>r</a:t>
                </a:r>
                <a:r>
                  <a:rPr lang="nb-NO" dirty="0"/>
                  <a:t>). Hva kan den som får ekspropriert sin eiendom oppnå i avkastning? </a:t>
                </a:r>
              </a:p>
              <a:p>
                <a:r>
                  <a:rPr lang="nb-NO" dirty="0"/>
                  <a:t>Høyesterett: diskonteringsrenten skal være en realrente </a:t>
                </a:r>
              </a:p>
              <a:p>
                <a:pPr lvl="1"/>
                <a:r>
                  <a:rPr lang="nb-NO" dirty="0"/>
                  <a:t>Leieinntekten er en nominell størrelse! Juristene kan ikke økonomi og kan ikke regne. </a:t>
                </a:r>
              </a:p>
              <a:p>
                <a:pPr marL="0" indent="0">
                  <a:buNone/>
                </a:pPr>
                <a:endParaRPr lang="nb-NO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63F0E4-ACCD-1A8D-1075-A0500334A9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6447" y="1467292"/>
                <a:ext cx="11721248" cy="5766255"/>
              </a:xfrm>
              <a:blipFill>
                <a:blip r:embed="rId3"/>
                <a:stretch>
                  <a:fillRect l="-866" t="-1758" r="-1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843DC-A583-C7E6-FDC4-1497AE906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223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A88F09-AC1A-6E5F-90D7-B11B9EBFC1C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039905" y="98611"/>
                <a:ext cx="10515600" cy="1286435"/>
              </a:xfrm>
            </p:spPr>
            <p:txBody>
              <a:bodyPr>
                <a:normAutofit/>
              </a:bodyPr>
              <a:lstStyle/>
              <a:p>
                <a:r>
                  <a:rPr lang="nb-NO" sz="2800" b="1" dirty="0">
                    <a:latin typeface="+mn-lt"/>
                  </a:rPr>
                  <a:t>Verdsetting eiendom når det kun finnes en inngangsverdi men ingen utgangsverdi (vi har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2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nb-NO" sz="2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nb-NO" sz="2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nb-NO" sz="2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𝐦𝐞𝐧</m:t>
                    </m:r>
                    <m:r>
                      <a:rPr lang="en-US" sz="2800" b="1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𝐢𝐤𝐤𝐞</m:t>
                    </m:r>
                    <m:sSub>
                      <m:sSubPr>
                        <m:ctrlPr>
                          <a:rPr lang="en-US" sz="2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nb-NO" sz="2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nb-NO" sz="2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sz="2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b-NO" sz="2800" b="1" dirty="0">
                  <a:latin typeface="+mn-lt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A88F09-AC1A-6E5F-90D7-B11B9EBFC1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039905" y="98611"/>
                <a:ext cx="10515600" cy="1286435"/>
              </a:xfrm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A2AB57-F9B3-A20E-26D4-77632AAB45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9636" y="1492344"/>
                <a:ext cx="11134164" cy="5267045"/>
              </a:xfrm>
            </p:spPr>
            <p:txBody>
              <a:bodyPr>
                <a:normAutofit/>
              </a:bodyPr>
              <a:lstStyle/>
              <a:p>
                <a:r>
                  <a:rPr lang="nb-NO" dirty="0"/>
                  <a:t>Diskonteringsrenten for </a:t>
                </a:r>
                <a:r>
                  <a:rPr lang="nb-NO" i="1" dirty="0"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ekspropriering av eiendom</a:t>
                </a:r>
                <a:r>
                  <a:rPr lang="nb-NO" i="1" dirty="0"/>
                  <a:t> </a:t>
                </a:r>
                <a:r>
                  <a:rPr lang="nb-NO" dirty="0"/>
                  <a:t>i Norge er en standardisert </a:t>
                </a:r>
                <a:r>
                  <a:rPr lang="nb-NO" i="1" dirty="0">
                    <a:hlinkClick r:id="rId4"/>
                  </a:rPr>
                  <a:t>kapitaliseringsrente</a:t>
                </a:r>
                <a:r>
                  <a:rPr lang="nb-NO" i="1" dirty="0"/>
                  <a:t>,</a:t>
                </a:r>
                <a:r>
                  <a:rPr lang="nb-NO" dirty="0"/>
                  <a:t> som Høyesterett nylig har fastholdt </a:t>
                </a:r>
                <a:r>
                  <a:rPr lang="nb-NO" i="1" dirty="0">
                    <a:solidFill>
                      <a:srgbClr val="FF0000"/>
                    </a:solidFill>
                  </a:rPr>
                  <a:t>ikke skal være lavere enn  </a:t>
                </a:r>
                <a:r>
                  <a:rPr lang="nb-NO" b="1" i="1" dirty="0">
                    <a:solidFill>
                      <a:srgbClr val="FF0000"/>
                    </a:solidFill>
                  </a:rPr>
                  <a:t>4 % realrente</a:t>
                </a:r>
                <a:r>
                  <a:rPr lang="nb-NO" b="1" dirty="0"/>
                  <a:t> </a:t>
                </a:r>
                <a:r>
                  <a:rPr lang="nb-NO" dirty="0"/>
                  <a:t>for å beregne nåverdien av fremtidige inntektstap</a:t>
                </a:r>
              </a:p>
              <a:p>
                <a:endParaRPr lang="nb-N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𝑉𝑒𝑟𝑑𝑖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𝑚𝑖𝑙𝑙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0,04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=25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𝑚𝑖𝑙𝑙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nb-NO" dirty="0"/>
              </a:p>
              <a:p>
                <a:pPr marL="0" indent="0">
                  <a:buNone/>
                </a:pPr>
                <a:endParaRPr lang="nb-NO" dirty="0"/>
              </a:p>
              <a:p>
                <a:r>
                  <a:rPr lang="nb-NO" dirty="0"/>
                  <a:t>Klarer den som mister sin eiendom og investere til 4 prosent realrente? Ofte settes renten godt over 4% </a:t>
                </a:r>
                <a:r>
                  <a:rPr lang="nb-NO" dirty="0" err="1"/>
                  <a:t>fkes</a:t>
                </a:r>
                <a:r>
                  <a:rPr lang="nb-NO" dirty="0"/>
                  <a:t> 7$ realrente!!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A2AB57-F9B3-A20E-26D4-77632AAB45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9636" y="1492344"/>
                <a:ext cx="11134164" cy="5267045"/>
              </a:xfrm>
              <a:blipFill>
                <a:blip r:embed="rId5"/>
                <a:stretch>
                  <a:fillRect l="-1025" t="-1923" r="-1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37DE6-D8B8-8118-8ABB-81F46B1C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679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F3380-8E84-827A-F7FF-FD75746D2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740"/>
            <a:ext cx="10515600" cy="613070"/>
          </a:xfrm>
        </p:spPr>
        <p:txBody>
          <a:bodyPr>
            <a:normAutofit fontScale="90000"/>
          </a:bodyPr>
          <a:lstStyle/>
          <a:p>
            <a:r>
              <a:rPr lang="nb-NO" sz="4000" b="1" dirty="0">
                <a:latin typeface="+mn-lt"/>
              </a:rPr>
              <a:t>Oljefondet (NIMB); hvor godt investerer NIMB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3EAA8-9B57-A95C-7ACC-DBB03D831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19" y="951614"/>
            <a:ext cx="11504428" cy="5560827"/>
          </a:xfrm>
        </p:spPr>
        <p:txBody>
          <a:bodyPr>
            <a:normAutofit/>
          </a:bodyPr>
          <a:lstStyle/>
          <a:p>
            <a:r>
              <a:rPr lang="nb-NO" sz="3200" dirty="0"/>
              <a:t>2024: Fondets avkastning målt i fondets valutakurv var 13,1 prosent, før fradrag for forvaltningskostnader.</a:t>
            </a:r>
          </a:p>
          <a:p>
            <a:pPr lvl="1"/>
            <a:r>
              <a:rPr lang="nb-NO" sz="2800" dirty="0"/>
              <a:t>Aksjeavkastningen; 18,2 prosent.</a:t>
            </a:r>
          </a:p>
          <a:p>
            <a:pPr lvl="1"/>
            <a:r>
              <a:rPr lang="nb-NO" sz="2800" dirty="0"/>
              <a:t>Rentebærende instrumenter; 1,3 prosent</a:t>
            </a:r>
          </a:p>
          <a:p>
            <a:pPr lvl="1"/>
            <a:r>
              <a:rPr lang="nb-NO" sz="2800" dirty="0"/>
              <a:t>Avkastning unotert eiendom: -0,6 prosent.</a:t>
            </a:r>
          </a:p>
          <a:p>
            <a:pPr lvl="1"/>
            <a:r>
              <a:rPr lang="nb-NO" sz="2800" dirty="0"/>
              <a:t>Avkastningen unotert infrastruktur for fornybar energi: -9,8 prosent.</a:t>
            </a:r>
          </a:p>
          <a:p>
            <a:endParaRPr lang="nb-NO" sz="3200" dirty="0"/>
          </a:p>
          <a:p>
            <a:r>
              <a:rPr lang="nb-NO" sz="3200" dirty="0">
                <a:solidFill>
                  <a:srgbClr val="FF0000"/>
                </a:solidFill>
              </a:rPr>
              <a:t>Realavkastningen til NIMB har årlig ligget rett under fire prosent.</a:t>
            </a:r>
          </a:p>
          <a:p>
            <a:endParaRPr lang="nb-NO" sz="3200" dirty="0">
              <a:solidFill>
                <a:srgbClr val="FF0000"/>
              </a:solidFill>
            </a:endParaRPr>
          </a:p>
          <a:p>
            <a:r>
              <a:rPr lang="nb-NO" sz="3200" dirty="0">
                <a:solidFill>
                  <a:srgbClr val="FF0000"/>
                </a:solidFill>
              </a:rPr>
              <a:t>Den som blir ekspropriert skal minst slå oljefondet!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D7E4C-C839-D607-6B07-FAB277EE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4320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99DF-81C6-CD85-C47E-23F548E76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 dirty="0"/>
              <a:t>Hva med skatt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9543-E21E-AE73-4C43-B7D0EFCF8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b="1" noProof="0" dirty="0"/>
              <a:t>Primæreiendom</a:t>
            </a:r>
            <a:r>
              <a:rPr lang="nb-NO" noProof="0" dirty="0"/>
              <a:t>: Erstatningen er skattefri hvis gevinst ved realisasjon av egen bolig er skattefri dersom eieren har eid boligen i mer enn ett år på ekspropriasjonstidspunktet, og har brukt hele boligen som egen bolig i minst ett av de to siste årene.</a:t>
            </a:r>
          </a:p>
          <a:p>
            <a:endParaRPr lang="nb-NO" noProof="0" dirty="0"/>
          </a:p>
          <a:p>
            <a:r>
              <a:rPr lang="nb-NO" b="1" noProof="0" dirty="0"/>
              <a:t>Næringseiendom: </a:t>
            </a:r>
            <a:r>
              <a:rPr lang="nb-NO" noProof="0" dirty="0"/>
              <a:t>Erstatningssummen ved ekspropriasjon av næringseiendom er som hovedregel er skattepliktig, men kan utsettes (ikke fritas) gjennom reinvestering innen tre år.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51040-819D-A9B1-D203-40018BA4F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nb-NO" noProof="0" smtClean="0"/>
              <a:t>49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34258867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57D4D-D46A-6868-AC6F-4BF8E9DC9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9909"/>
          </a:xfrm>
        </p:spPr>
        <p:txBody>
          <a:bodyPr>
            <a:normAutofit/>
          </a:bodyPr>
          <a:lstStyle/>
          <a:p>
            <a:r>
              <a:rPr lang="nb-NO" sz="3600" noProof="0" dirty="0"/>
              <a:t>Skatt og makroøkonomi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9EE6BA-11EF-41EB-2647-70A8B5FD9A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460666"/>
                <a:ext cx="11133083" cy="5118810"/>
              </a:xfrm>
            </p:spPr>
            <p:txBody>
              <a:bodyPr>
                <a:normAutofit/>
              </a:bodyPr>
              <a:lstStyle/>
              <a:p>
                <a:r>
                  <a:rPr lang="nb-NO" noProof="0" dirty="0"/>
                  <a:t>Skattlegging påvirker konsumet som påvirker prisene i en økonomi</a:t>
                </a:r>
              </a:p>
              <a:p>
                <a:endParaRPr lang="nb-NO" dirty="0"/>
              </a:p>
              <a:p>
                <a:r>
                  <a:rPr lang="nb-NO" noProof="0" dirty="0"/>
                  <a:t>Når vi investerer får vi avkastningen </a:t>
                </a:r>
                <a14:m>
                  <m:oMath xmlns:m="http://schemas.openxmlformats.org/officeDocument/2006/math">
                    <m:r>
                      <a:rPr lang="nb-NO" i="1" noProof="0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nb-NO" i="1" noProof="0" dirty="0" smtClean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nb-NO" i="1" noProof="0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nb-NO" i="1" noProof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b-NO" noProof="0" dirty="0"/>
              </a:p>
              <a:p>
                <a:endParaRPr lang="nb-NO" dirty="0"/>
              </a:p>
              <a:p>
                <a:r>
                  <a:rPr lang="nb-NO" noProof="0" dirty="0"/>
                  <a:t>Når renten stiger får vi </a:t>
                </a:r>
                <a:r>
                  <a:rPr lang="nb-NO" dirty="0"/>
                  <a:t>mer betalt for å utsette konsum og høste gevinstene av høy rente i senere periode.</a:t>
                </a:r>
              </a:p>
              <a:p>
                <a:endParaRPr lang="nb-NO" noProof="0" dirty="0"/>
              </a:p>
              <a:p>
                <a:r>
                  <a:rPr lang="nb-NO" dirty="0"/>
                  <a:t>Når skatten går (ned) opp får vi mindre (mer) avkastning på sparingen vår.</a:t>
                </a:r>
              </a:p>
              <a:p>
                <a:endParaRPr lang="nb-NO" noProof="0" dirty="0"/>
              </a:p>
              <a:p>
                <a:r>
                  <a:rPr lang="nb-NO" dirty="0"/>
                  <a:t>Økt rente og lavere skatt trekker i samme retning</a:t>
                </a:r>
                <a:endParaRPr lang="nb-NO" noProof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9EE6BA-11EF-41EB-2647-70A8B5FD9A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60666"/>
                <a:ext cx="11133083" cy="5118810"/>
              </a:xfrm>
              <a:blipFill>
                <a:blip r:embed="rId2"/>
                <a:stretch>
                  <a:fillRect l="-911" t="-1985" r="-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A2F12-DC67-2AD2-1047-A6E3487AA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nb-NO" noProof="0" smtClean="0"/>
              <a:t>50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40375646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C0CB6D-BAD0-5234-E384-F218405E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3275-7683-45B1-BE98-493851351657}" type="slidenum">
              <a:rPr lang="en-US" smtClean="0"/>
              <a:t>51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5A3B72-4D17-AE87-F3A5-2788B8941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31" y="371475"/>
            <a:ext cx="11712737" cy="611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856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12034B8-D927-319A-347C-201B6645B1E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0"/>
                <a:ext cx="10515600" cy="1051033"/>
              </a:xfrm>
            </p:spPr>
            <p:txBody>
              <a:bodyPr>
                <a:normAutofit/>
              </a:bodyPr>
              <a:lstStyle/>
              <a:p>
                <a:r>
                  <a:rPr lang="nb-NO" sz="3200" b="1" dirty="0">
                    <a:solidFill>
                      <a:srgbClr val="FF0000"/>
                    </a:solidFill>
                  </a:rPr>
                  <a:t>La oss se på virkningene i makro av at avkastningen på sparing øker ((</a:t>
                </a:r>
                <a14:m>
                  <m:oMath xmlns:m="http://schemas.openxmlformats.org/officeDocument/2006/math">
                    <m:r>
                      <a:rPr lang="nb-NO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nb-NO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nb-NO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nb-NO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nb-NO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nb-NO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nb-NO" sz="3200" b="1" dirty="0">
                    <a:solidFill>
                      <a:srgbClr val="FF0000"/>
                    </a:solidFill>
                  </a:rPr>
                  <a:t>går opp enten ved </a:t>
                </a:r>
                <a14:m>
                  <m:oMath xmlns:m="http://schemas.openxmlformats.org/officeDocument/2006/math">
                    <m:r>
                      <a:rPr lang="nb-NO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nb-NO" sz="3200" b="1" dirty="0">
                    <a:solidFill>
                      <a:srgbClr val="FF0000"/>
                    </a:solidFill>
                  </a:rPr>
                  <a:t> opp eller </a:t>
                </a:r>
                <a14:m>
                  <m:oMath xmlns:m="http://schemas.openxmlformats.org/officeDocument/2006/math">
                    <m:r>
                      <a:rPr lang="nb-NO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nb-NO" sz="3200" b="1" dirty="0">
                    <a:solidFill>
                      <a:srgbClr val="FF0000"/>
                    </a:solidFill>
                  </a:rPr>
                  <a:t> ned)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12034B8-D927-319A-347C-201B6645B1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0"/>
                <a:ext cx="10515600" cy="1051033"/>
              </a:xfrm>
              <a:blipFill>
                <a:blip r:embed="rId2"/>
                <a:stretch>
                  <a:fillRect l="-1568" t="-8434" b="-15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B73A57-616D-0923-13C7-F3D29A0818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8056" y="1170432"/>
                <a:ext cx="11292840" cy="500653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nb-NO" dirty="0"/>
                  <a:t>Vi maksimerer nytte over to perioder av konsum. Hvordan påvirkes konsumet av at skatten eller renten endres. </a:t>
                </a:r>
              </a:p>
              <a:p>
                <a:endParaRPr lang="nb-N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nb-N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𝑚𝑎𝑘𝑠</m:t>
                          </m:r>
                        </m:e>
                        <m:sub>
                          <m:sSub>
                            <m:sSubPr>
                              <m:ctrlP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nb-N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nb-NO" b="0" dirty="0"/>
              </a:p>
              <a:p>
                <a:pPr marL="0" indent="0">
                  <a:buNone/>
                </a:pPr>
                <a:endParaRPr lang="nb-NO" dirty="0"/>
              </a:p>
              <a:p>
                <a:r>
                  <a:rPr lang="nb-NO" dirty="0"/>
                  <a:t>Budsjettet for konsum er: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nb-NO" alt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nb-NO" altLang="nb-NO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b-NO" altLang="nb-NO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b-NO" alt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nb-NO" altLang="nb-NO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b-NO" altLang="nb-NO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nb-NO" altLang="nb-NO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nb-NO" altLang="nb-NO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nb-NO" alt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nb-NO" altLang="nb-NO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b-NO" altLang="nb-NO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b-NO" alt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nb-NO" altLang="nb-NO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b-NO" altLang="nb-NO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nb-NO" altLang="nb-NO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nb-NO" altLang="nb-N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altLang="nb-NO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nb-NO" altLang="nb-NO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nb-NO" altLang="nb-NO" i="1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nb-NO" altLang="nb-NO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b-NO" altLang="nb-NO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nb-NO" altLang="nb-NO" dirty="0"/>
                  <a:t>, hvor </a:t>
                </a:r>
                <a14:m>
                  <m:oMath xmlns:m="http://schemas.openxmlformats.org/officeDocument/2006/math">
                    <m:r>
                      <a:rPr lang="nb-NO" altLang="nb-NO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nb-NO" altLang="nb-NO" b="0" i="1" baseline="-25000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nb-NO" altLang="nb-NO" dirty="0"/>
                  <a:t> er eksogen inntekt (lønn, NAV </a:t>
                </a:r>
                <a:r>
                  <a:rPr lang="nb-NO" altLang="nb-NO" dirty="0" err="1"/>
                  <a:t>etc</a:t>
                </a:r>
                <a:r>
                  <a:rPr lang="nb-NO" altLang="nb-NO" dirty="0"/>
                  <a:t>)</a:t>
                </a:r>
              </a:p>
              <a:p>
                <a:endParaRPr lang="nb-NO" altLang="nb-NO" dirty="0"/>
              </a:p>
              <a:p>
                <a:r>
                  <a:rPr lang="nb-NO" altLang="nb-NO" dirty="0"/>
                  <a:t>Hvis inntekten er lik i alle perioder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alt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nb-NO" altLang="nb-NO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b-NO" altLang="nb-NO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b-NO" alt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nb-NO" altLang="nb-NO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b-NO" altLang="nb-NO" b="0" i="1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r>
                  <a:rPr lang="nb-NO" altLang="nb-NO" dirty="0"/>
                  <a:t> Hvorfor spare?</a:t>
                </a:r>
              </a:p>
              <a:p>
                <a:pPr lvl="1"/>
                <a:r>
                  <a:rPr lang="nb-NO" altLang="nb-NO" dirty="0"/>
                  <a:t>Tidspreferanserate og avkastning på sparing!</a:t>
                </a:r>
              </a:p>
              <a:p>
                <a:pPr lvl="1"/>
                <a:endParaRPr lang="nb-NO" dirty="0"/>
              </a:p>
              <a:p>
                <a:endParaRPr lang="nb-N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B73A57-616D-0923-13C7-F3D29A0818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8056" y="1170432"/>
                <a:ext cx="11292840" cy="5006531"/>
              </a:xfrm>
              <a:blipFill>
                <a:blip r:embed="rId3"/>
                <a:stretch>
                  <a:fillRect l="-1011" t="-2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7678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3350" y="136525"/>
                <a:ext cx="12058650" cy="6584950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nb-NO" altLang="nb-NO" sz="2600" dirty="0"/>
                  <a:t>Budsjettbetingelser: Vi kan </a:t>
                </a:r>
                <a:r>
                  <a:rPr lang="nb-NO" altLang="nb-NO" sz="2600" dirty="0" err="1"/>
                  <a:t>substiturer</a:t>
                </a:r>
                <a:r>
                  <a:rPr lang="nb-NO" altLang="nb-NO" sz="2600" dirty="0"/>
                  <a:t> inn budsjettet i periode 1 inn i periode 2 </a:t>
                </a:r>
                <a:r>
                  <a:rPr lang="nb-NO" altLang="nb-NO" sz="2600" dirty="0" err="1"/>
                  <a:t>budsj</a:t>
                </a:r>
                <a:r>
                  <a:rPr lang="nb-NO" altLang="nb-NO" sz="2600" dirty="0"/>
                  <a:t>.</a:t>
                </a:r>
              </a:p>
              <a:p>
                <a:pPr lvl="1">
                  <a:defRPr/>
                </a:pPr>
                <a:r>
                  <a:rPr lang="nb-NO" altLang="nb-NO" sz="2600" dirty="0"/>
                  <a:t>Periode 1;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altLang="nb-NO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b-NO" altLang="nb-NO" sz="2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b-NO" altLang="nb-NO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b-NO" altLang="nb-NO" sz="2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nb-NO" altLang="nb-NO" sz="26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nb-NO" altLang="nb-NO" sz="2600" i="1">
                        <a:latin typeface="Cambria Math" panose="02040503050406030204" pitchFamily="18" charset="0"/>
                      </a:rPr>
                      <m:t>    </m:t>
                    </m:r>
                  </m:oMath>
                </a14:m>
                <a:endParaRPr lang="nb-NO" altLang="nb-NO" sz="2600" dirty="0"/>
              </a:p>
              <a:p>
                <a:pPr lvl="1">
                  <a:defRPr/>
                </a:pPr>
                <a:r>
                  <a:rPr lang="nb-NO" altLang="nb-NO" sz="2600" dirty="0"/>
                  <a:t>Periode 2: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altLang="nb-NO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b-NO" altLang="nb-NO" sz="2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b-NO" altLang="nb-NO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b-NO" altLang="nb-NO" sz="2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nb-NO" altLang="nb-NO" sz="2600" b="1" i="1">
                        <a:latin typeface="Cambria Math" panose="02040503050406030204" pitchFamily="18" charset="0"/>
                      </a:rPr>
                      <m:t>𝑺</m:t>
                    </m:r>
                    <m:d>
                      <m:dPr>
                        <m:ctrlPr>
                          <a:rPr lang="nb-NO" altLang="nb-NO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nb-NO" altLang="nb-NO" sz="2600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nb-NO" altLang="nb-NO" sz="2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b-NO" altLang="nb-NO" sz="2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altLang="nb-NO" sz="2600" i="1" dirty="0">
                    <a:latin typeface="Cambria Math" panose="02040503050406030204" pitchFamily="18" charset="0"/>
                  </a:rPr>
                  <a:t>; setter inn for  </a:t>
                </a:r>
                <a14:m>
                  <m:oMath xmlns:m="http://schemas.openxmlformats.org/officeDocument/2006/math">
                    <m:r>
                      <a:rPr lang="nb-NO" altLang="nb-NO" sz="2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nb-NO" altLang="nb-NO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b-NO" altLang="nb-NO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b-NO" altLang="nb-NO" sz="26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nb-NO" altLang="nb-NO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nb-NO" sz="260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  <a:defRPr/>
                </a:pPr>
                <a:r>
                  <a:rPr lang="en-US" altLang="nb-NO" sz="2600" i="1" dirty="0">
                    <a:latin typeface="Cambria Math" panose="02040503050406030204" pitchFamily="18" charset="0"/>
                  </a:rPr>
                  <a:t>                                     =</a:t>
                </a:r>
                <a:r>
                  <a:rPr lang="nb-NO" altLang="nb-NO" sz="2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altLang="nb-NO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b-NO" altLang="nb-NO" sz="2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b-NO" altLang="nb-NO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b-NO" altLang="nb-NO" sz="26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nb-NO" altLang="nb-NO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b-NO" altLang="nb-NO" sz="2600" i="1"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ctrlPr>
                          <a:rPr lang="nb-NO" altLang="nb-NO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nb-NO" altLang="nb-NO" sz="2600" i="1"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nb-NO" altLang="nb-NO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b-NO" altLang="nb-NO" sz="26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nb-NO" altLang="nb-NO" sz="2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nb-NO" altLang="nb-NO" sz="2600" dirty="0"/>
              </a:p>
              <a:p>
                <a:pPr marL="457200" lvl="1" indent="0">
                  <a:buNone/>
                  <a:defRPr/>
                </a:pPr>
                <a:endParaRPr lang="en-US" altLang="nb-NO" sz="26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  <a:defRPr/>
                </a:pPr>
                <a:endParaRPr lang="nb-NO" altLang="nb-NO" sz="26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24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3350" y="136525"/>
                <a:ext cx="12058650" cy="6584950"/>
              </a:xfrm>
              <a:blipFill>
                <a:blip r:embed="rId3"/>
                <a:stretch>
                  <a:fillRect l="-841" t="-1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2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C97E69-9997-4FEC-BA07-BBB9DFAE0AD4}" type="slidenum">
              <a:rPr lang="nb-NO" altLang="nb-N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53</a:t>
            </a:fld>
            <a:endParaRPr lang="nb-NO" altLang="nb-NO" sz="1200">
              <a:solidFill>
                <a:srgbClr val="898989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74B3BA-5603-F355-1220-3F7B76689CA8}"/>
              </a:ext>
            </a:extLst>
          </p:cNvPr>
          <p:cNvCxnSpPr/>
          <p:nvPr/>
        </p:nvCxnSpPr>
        <p:spPr>
          <a:xfrm>
            <a:off x="3505582" y="3253709"/>
            <a:ext cx="0" cy="26098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9F142B2-98BC-1743-E69C-79502B4E42F0}"/>
              </a:ext>
            </a:extLst>
          </p:cNvPr>
          <p:cNvCxnSpPr>
            <a:cxnSpLocks/>
          </p:cNvCxnSpPr>
          <p:nvPr/>
        </p:nvCxnSpPr>
        <p:spPr>
          <a:xfrm flipH="1">
            <a:off x="3505582" y="5863559"/>
            <a:ext cx="41243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4">
                <a:extLst>
                  <a:ext uri="{FF2B5EF4-FFF2-40B4-BE49-F238E27FC236}">
                    <a16:creationId xmlns:a16="http://schemas.microsoft.com/office/drawing/2014/main" id="{BD2DD823-F55E-4752-7368-C30CC7FFDD9D}"/>
                  </a:ext>
                </a:extLst>
              </p:cNvPr>
              <p:cNvSpPr txBox="1"/>
              <p:nvPr/>
            </p:nvSpPr>
            <p:spPr>
              <a:xfrm>
                <a:off x="7525132" y="5632726"/>
                <a:ext cx="76199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nb-NO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nb-NO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nb-NO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nb-NO" dirty="0"/>
              </a:p>
            </p:txBody>
          </p:sp>
        </mc:Choice>
        <mc:Fallback xmlns="">
          <p:sp>
            <p:nvSpPr>
              <p:cNvPr id="17" name="TextBox 14">
                <a:extLst>
                  <a:ext uri="{FF2B5EF4-FFF2-40B4-BE49-F238E27FC236}">
                    <a16:creationId xmlns:a16="http://schemas.microsoft.com/office/drawing/2014/main" id="{BD2DD823-F55E-4752-7368-C30CC7FFD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5132" y="5632726"/>
                <a:ext cx="76199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5">
                <a:extLst>
                  <a:ext uri="{FF2B5EF4-FFF2-40B4-BE49-F238E27FC236}">
                    <a16:creationId xmlns:a16="http://schemas.microsoft.com/office/drawing/2014/main" id="{BB71C77C-6198-6619-F098-772F16A236FC}"/>
                  </a:ext>
                </a:extLst>
              </p:cNvPr>
              <p:cNvSpPr txBox="1"/>
              <p:nvPr/>
            </p:nvSpPr>
            <p:spPr>
              <a:xfrm rot="10984138" flipV="1">
                <a:off x="3188643" y="2792046"/>
                <a:ext cx="304799" cy="461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nb-NO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nb-NO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nb-NO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e>
                        <m: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nb-NO" dirty="0"/>
              </a:p>
            </p:txBody>
          </p:sp>
        </mc:Choice>
        <mc:Fallback xmlns="">
          <p:sp>
            <p:nvSpPr>
              <p:cNvPr id="18" name="TextBox 15">
                <a:extLst>
                  <a:ext uri="{FF2B5EF4-FFF2-40B4-BE49-F238E27FC236}">
                    <a16:creationId xmlns:a16="http://schemas.microsoft.com/office/drawing/2014/main" id="{BB71C77C-6198-6619-F098-772F16A23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984138" flipV="1">
                <a:off x="3188643" y="2792046"/>
                <a:ext cx="304799" cy="461664"/>
              </a:xfrm>
              <a:prstGeom prst="rect">
                <a:avLst/>
              </a:prstGeom>
              <a:blipFill>
                <a:blip r:embed="rId5"/>
                <a:stretch>
                  <a:fillRect l="-3704" r="-40741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29A4E9B-9497-BA38-B6E3-8C5F34718206}"/>
              </a:ext>
            </a:extLst>
          </p:cNvPr>
          <p:cNvCxnSpPr>
            <a:cxnSpLocks/>
          </p:cNvCxnSpPr>
          <p:nvPr/>
        </p:nvCxnSpPr>
        <p:spPr>
          <a:xfrm>
            <a:off x="3505580" y="4095300"/>
            <a:ext cx="3638552" cy="176825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21">
                <a:extLst>
                  <a:ext uri="{FF2B5EF4-FFF2-40B4-BE49-F238E27FC236}">
                    <a16:creationId xmlns:a16="http://schemas.microsoft.com/office/drawing/2014/main" id="{2AC385DE-2207-BC11-2166-D590094B9803}"/>
                  </a:ext>
                </a:extLst>
              </p:cNvPr>
              <p:cNvSpPr txBox="1"/>
              <p:nvPr/>
            </p:nvSpPr>
            <p:spPr>
              <a:xfrm>
                <a:off x="4981957" y="5894685"/>
                <a:ext cx="5334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nb-NO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  <m:sub>
                          <m:r>
                            <a:rPr kumimoji="0" lang="nb-NO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nb-NO" dirty="0"/>
              </a:p>
            </p:txBody>
          </p:sp>
        </mc:Choice>
        <mc:Fallback xmlns="">
          <p:sp>
            <p:nvSpPr>
              <p:cNvPr id="20" name="TextBox 21">
                <a:extLst>
                  <a:ext uri="{FF2B5EF4-FFF2-40B4-BE49-F238E27FC236}">
                    <a16:creationId xmlns:a16="http://schemas.microsoft.com/office/drawing/2014/main" id="{2AC385DE-2207-BC11-2166-D590094B9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957" y="5894685"/>
                <a:ext cx="533400" cy="461665"/>
              </a:xfrm>
              <a:prstGeom prst="rect">
                <a:avLst/>
              </a:prstGeom>
              <a:blipFill>
                <a:blip r:embed="rId6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3">
                <a:extLst>
                  <a:ext uri="{FF2B5EF4-FFF2-40B4-BE49-F238E27FC236}">
                    <a16:creationId xmlns:a16="http://schemas.microsoft.com/office/drawing/2014/main" id="{8CED8CE4-3914-A9EF-A3BF-BF54DD49EAFD}"/>
                  </a:ext>
                </a:extLst>
              </p:cNvPr>
              <p:cNvSpPr txBox="1"/>
              <p:nvPr/>
            </p:nvSpPr>
            <p:spPr>
              <a:xfrm>
                <a:off x="2972181" y="4647138"/>
                <a:ext cx="5334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nb-NO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  <m: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nb-NO" dirty="0"/>
              </a:p>
            </p:txBody>
          </p:sp>
        </mc:Choice>
        <mc:Fallback xmlns="">
          <p:sp>
            <p:nvSpPr>
              <p:cNvPr id="21" name="TextBox 23">
                <a:extLst>
                  <a:ext uri="{FF2B5EF4-FFF2-40B4-BE49-F238E27FC236}">
                    <a16:creationId xmlns:a16="http://schemas.microsoft.com/office/drawing/2014/main" id="{8CED8CE4-3914-A9EF-A3BF-BF54DD49E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2181" y="4647138"/>
                <a:ext cx="533400" cy="461665"/>
              </a:xfrm>
              <a:prstGeom prst="rect">
                <a:avLst/>
              </a:prstGeom>
              <a:blipFill>
                <a:blip r:embed="rId7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D43D0E4-3CFF-6342-ABF5-82603FC5AB0B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3505581" y="4877971"/>
            <a:ext cx="166645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A697853-456F-FF3B-16CF-76C3409E9AE3}"/>
              </a:ext>
            </a:extLst>
          </p:cNvPr>
          <p:cNvCxnSpPr/>
          <p:nvPr/>
        </p:nvCxnSpPr>
        <p:spPr>
          <a:xfrm>
            <a:off x="5172031" y="4877970"/>
            <a:ext cx="0" cy="98558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93464B0-2398-52EF-B7E6-C9A56A1BF806}"/>
              </a:ext>
            </a:extLst>
          </p:cNvPr>
          <p:cNvCxnSpPr>
            <a:cxnSpLocks/>
          </p:cNvCxnSpPr>
          <p:nvPr/>
        </p:nvCxnSpPr>
        <p:spPr>
          <a:xfrm flipH="1" flipV="1">
            <a:off x="3505579" y="3361327"/>
            <a:ext cx="2736307" cy="250223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EC7778D-0C51-B5E8-2E87-AABED586E355}"/>
              </a:ext>
            </a:extLst>
          </p:cNvPr>
          <p:cNvCxnSpPr>
            <a:cxnSpLocks/>
          </p:cNvCxnSpPr>
          <p:nvPr/>
        </p:nvCxnSpPr>
        <p:spPr>
          <a:xfrm flipV="1">
            <a:off x="3747688" y="3864036"/>
            <a:ext cx="290775" cy="28886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11B193B-8EF9-51B4-25CE-93AD22B99810}"/>
                  </a:ext>
                </a:extLst>
              </p:cNvPr>
              <p:cNvSpPr txBox="1"/>
              <p:nvPr/>
            </p:nvSpPr>
            <p:spPr>
              <a:xfrm>
                <a:off x="4981956" y="3541302"/>
                <a:ext cx="63718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b-NO" alt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nb-NO" altLang="nb-NO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b-NO" altLang="nb-NO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b-NO" alt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nb-NO" altLang="nb-NO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b-NO" altLang="nb-NO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b-NO" alt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nb-NO" altLang="nb-NO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b-NO" altLang="nb-NO" sz="2400" i="1">
                        <a:latin typeface="Cambria Math" panose="02040503050406030204" pitchFamily="18" charset="0"/>
                      </a:rPr>
                      <m:t>(1+</m:t>
                    </m:r>
                    <m:r>
                      <a:rPr lang="nb-NO" altLang="nb-NO" sz="2400" i="1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nb-NO" altLang="nb-N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altLang="nb-NO" sz="24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nb-NO" altLang="nb-NO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nb-NO" altLang="nb-NO" sz="2400" i="1">
                        <a:latin typeface="Cambria Math" panose="02040503050406030204" pitchFamily="18" charset="0"/>
                      </a:rPr>
                      <m:t>−(1+</m:t>
                    </m:r>
                    <m:r>
                      <a:rPr lang="nb-NO" altLang="nb-NO" sz="2400" i="1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nb-NO" altLang="nb-N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altLang="nb-NO" sz="24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nb-NO" altLang="nb-NO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nb-NO" altLang="nb-NO" sz="2400" dirty="0"/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alt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nb-NO" altLang="nb-NO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11B193B-8EF9-51B4-25CE-93AD22B99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956" y="3541302"/>
                <a:ext cx="6371836" cy="461665"/>
              </a:xfrm>
              <a:prstGeom prst="rect">
                <a:avLst/>
              </a:prstGeom>
              <a:blipFill>
                <a:blip r:embed="rId8"/>
                <a:stretch>
                  <a:fillRect l="-199" t="-526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ight Brace 28">
            <a:extLst>
              <a:ext uri="{FF2B5EF4-FFF2-40B4-BE49-F238E27FC236}">
                <a16:creationId xmlns:a16="http://schemas.microsoft.com/office/drawing/2014/main" id="{DDF0AAD4-C900-C8EE-B1A4-A1C20925DB0C}"/>
              </a:ext>
            </a:extLst>
          </p:cNvPr>
          <p:cNvSpPr/>
          <p:nvPr/>
        </p:nvSpPr>
        <p:spPr>
          <a:xfrm rot="5400000">
            <a:off x="9516238" y="3467031"/>
            <a:ext cx="292608" cy="1549148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EB366E-1F31-5EB5-23B8-007D3207893C}"/>
              </a:ext>
            </a:extLst>
          </p:cNvPr>
          <p:cNvSpPr txBox="1"/>
          <p:nvPr/>
        </p:nvSpPr>
        <p:spPr>
          <a:xfrm>
            <a:off x="8705088" y="4508638"/>
            <a:ext cx="2648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Stigningstallet</a:t>
            </a:r>
            <a:r>
              <a:rPr lang="en-US" sz="2400" dirty="0"/>
              <a:t> </a:t>
            </a:r>
            <a:r>
              <a:rPr lang="en-US" sz="2400" dirty="0" err="1"/>
              <a:t>på</a:t>
            </a:r>
            <a:r>
              <a:rPr lang="en-US" sz="2400" dirty="0"/>
              <a:t> </a:t>
            </a:r>
          </a:p>
          <a:p>
            <a:r>
              <a:rPr lang="en-US" sz="2400" dirty="0" err="1"/>
              <a:t>budsjettlinjen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C79C2B1-7370-CE74-984E-56D92BACAE32}"/>
                  </a:ext>
                </a:extLst>
              </p:cNvPr>
              <p:cNvSpPr txBox="1"/>
              <p:nvPr/>
            </p:nvSpPr>
            <p:spPr>
              <a:xfrm>
                <a:off x="4080001" y="2214911"/>
                <a:ext cx="7978649" cy="2185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/>
                    </a:solidFill>
                  </a:rPr>
                  <a:t>Hvis </a:t>
                </a:r>
                <a14:m>
                  <m:oMath xmlns:m="http://schemas.openxmlformats.org/officeDocument/2006/math">
                    <m:r>
                      <a:rPr lang="nb-NO" altLang="nb-NO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nb-NO" altLang="nb-NO" sz="28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sz="2800" dirty="0">
                    <a:solidFill>
                      <a:schemeClr val="accent1"/>
                    </a:solidFill>
                  </a:rPr>
                  <a:t> </a:t>
                </a:r>
                <a:r>
                  <a:rPr lang="en-US" sz="2800" dirty="0" err="1">
                    <a:solidFill>
                      <a:schemeClr val="accent1"/>
                    </a:solidFill>
                  </a:rPr>
                  <a:t>eller</a:t>
                </a:r>
                <a:r>
                  <a:rPr lang="en-US" sz="280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nb-NO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nb-NO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nb-NO" sz="2800" dirty="0">
                    <a:solidFill>
                      <a:schemeClr val="accent1"/>
                    </a:solidFill>
                    <a:ea typeface="Cambria Math" panose="02040503050406030204" pitchFamily="18" charset="0"/>
                  </a:rPr>
                  <a:t> blir</a:t>
                </a:r>
                <a:r>
                  <a:rPr lang="en-US" sz="2800" dirty="0">
                    <a:solidFill>
                      <a:schemeClr val="accent1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en-US" sz="2800" dirty="0">
                    <a:solidFill>
                      <a:schemeClr val="accent1"/>
                    </a:solidFill>
                  </a:rPr>
                  <a:t>budsjettlinjen </a:t>
                </a:r>
                <a:r>
                  <a:rPr lang="en-US" sz="2800" dirty="0" err="1">
                    <a:solidFill>
                      <a:schemeClr val="accent1"/>
                    </a:solidFill>
                  </a:rPr>
                  <a:t>brattere</a:t>
                </a:r>
                <a:r>
                  <a:rPr lang="en-US" sz="2800" dirty="0">
                    <a:solidFill>
                      <a:schemeClr val="accent1"/>
                    </a:solidFill>
                  </a:rPr>
                  <a:t>; </a:t>
                </a:r>
                <a:r>
                  <a:rPr lang="en-US" sz="2800" dirty="0" err="1">
                    <a:solidFill>
                      <a:schemeClr val="accent1"/>
                    </a:solidFill>
                  </a:rPr>
                  <a:t>mer</a:t>
                </a:r>
                <a:r>
                  <a:rPr lang="en-US" sz="2800" dirty="0">
                    <a:solidFill>
                      <a:schemeClr val="accent1"/>
                    </a:solidFill>
                  </a:rPr>
                  <a:t> </a:t>
                </a:r>
                <a:r>
                  <a:rPr lang="en-US" sz="2800" dirty="0" err="1">
                    <a:solidFill>
                      <a:schemeClr val="accent1"/>
                    </a:solidFill>
                  </a:rPr>
                  <a:t>lønnsomt</a:t>
                </a:r>
                <a:r>
                  <a:rPr lang="en-US" sz="2800" dirty="0">
                    <a:solidFill>
                      <a:schemeClr val="accent1"/>
                    </a:solidFill>
                  </a:rPr>
                  <a:t> </a:t>
                </a:r>
                <a:r>
                  <a:rPr lang="en-US" sz="2800" dirty="0" err="1">
                    <a:solidFill>
                      <a:schemeClr val="accent1"/>
                    </a:solidFill>
                  </a:rPr>
                  <a:t>å</a:t>
                </a:r>
                <a:r>
                  <a:rPr lang="en-US" sz="2800" dirty="0">
                    <a:solidFill>
                      <a:schemeClr val="accent1"/>
                    </a:solidFill>
                  </a:rPr>
                  <a:t> spare</a:t>
                </a:r>
              </a:p>
              <a:p>
                <a:endParaRPr lang="en-US" sz="2000" dirty="0">
                  <a:solidFill>
                    <a:schemeClr val="accent1"/>
                  </a:solidFill>
                </a:endParaRPr>
              </a:p>
              <a:p>
                <a:r>
                  <a:rPr lang="en-US" sz="2000" dirty="0">
                    <a:solidFill>
                      <a:schemeClr val="accent1"/>
                    </a:solidFill>
                  </a:rPr>
                  <a:t> </a:t>
                </a:r>
              </a:p>
              <a:p>
                <a:endParaRPr lang="nb-NO" altLang="nb-NO" sz="2000" i="1" dirty="0">
                  <a:latin typeface="Cambria Math" panose="02040503050406030204" pitchFamily="18" charset="0"/>
                </a:endParaRPr>
              </a:p>
              <a:p>
                <a:endParaRPr lang="nb-NO" altLang="nb-NO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C79C2B1-7370-CE74-984E-56D92BACA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001" y="2214911"/>
                <a:ext cx="7978649" cy="2185214"/>
              </a:xfrm>
              <a:prstGeom prst="rect">
                <a:avLst/>
              </a:prstGeom>
              <a:blipFill>
                <a:blip r:embed="rId9"/>
                <a:stretch>
                  <a:fillRect l="-1590" t="-28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544CE08-14D8-0568-901C-C1E0C7FC21F2}"/>
                  </a:ext>
                </a:extLst>
              </p:cNvPr>
              <p:cNvSpPr txBox="1"/>
              <p:nvPr/>
            </p:nvSpPr>
            <p:spPr>
              <a:xfrm>
                <a:off x="5066537" y="4506537"/>
                <a:ext cx="22139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nb-NO" altLang="nb-NO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altLang="nb-NO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nb-NO" altLang="nb-NO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altLang="nb-NO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altLang="nb-NO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altLang="nb-NO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nb-NO" altLang="nb-NO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b-NO" altLang="nb-NO" sz="24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nb-NO" altLang="nb-NO" sz="24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nb-NO" altLang="nb-NO" sz="2400" i="1">
                          <a:latin typeface="Cambria Math" panose="02040503050406030204" pitchFamily="18" charset="0"/>
                        </a:rPr>
                        <m:t>=1,2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544CE08-14D8-0568-901C-C1E0C7FC2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6537" y="4506537"/>
                <a:ext cx="2213939" cy="461665"/>
              </a:xfrm>
              <a:prstGeom prst="rect">
                <a:avLst/>
              </a:prstGeom>
              <a:blipFill>
                <a:blip r:embed="rId10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725256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3107"/>
    </mc:Choice>
    <mc:Fallback xmlns="">
      <p:transition spd="slow" advTm="2531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AAD1C56-0036-4229-B0CF-48A482621346}" type="slidenum">
              <a:rPr lang="nb-NO" altLang="nb-N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54</a:t>
            </a:fld>
            <a:endParaRPr lang="nb-NO" altLang="nb-NO" sz="1200">
              <a:solidFill>
                <a:srgbClr val="898989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2208213" y="1052513"/>
            <a:ext cx="0" cy="50403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208213" y="6092825"/>
            <a:ext cx="525621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208214" y="2708275"/>
            <a:ext cx="4967287" cy="338455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295775" y="4149725"/>
            <a:ext cx="0" cy="194310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2208213" y="4149725"/>
            <a:ext cx="2087562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8" name="TextBox 13"/>
          <p:cNvSpPr txBox="1">
            <a:spLocks noChangeArrowheads="1"/>
          </p:cNvSpPr>
          <p:nvPr/>
        </p:nvSpPr>
        <p:spPr bwMode="auto">
          <a:xfrm>
            <a:off x="1793876" y="3995739"/>
            <a:ext cx="4238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nb-NO" altLang="nb-NO" sz="1800">
                <a:latin typeface="Arial" panose="020B0604020202020204" pitchFamily="34" charset="0"/>
              </a:rPr>
              <a:t>Y</a:t>
            </a:r>
            <a:r>
              <a:rPr lang="nb-NO" altLang="nb-NO" sz="1800" baseline="-250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0249" name="TextBox 14"/>
          <p:cNvSpPr txBox="1">
            <a:spLocks noChangeArrowheads="1"/>
          </p:cNvSpPr>
          <p:nvPr/>
        </p:nvSpPr>
        <p:spPr bwMode="auto">
          <a:xfrm>
            <a:off x="4160839" y="6083300"/>
            <a:ext cx="422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nb-NO" altLang="nb-NO" sz="1800">
                <a:latin typeface="Arial" panose="020B0604020202020204" pitchFamily="34" charset="0"/>
              </a:rPr>
              <a:t>Y</a:t>
            </a:r>
            <a:r>
              <a:rPr lang="nb-NO" altLang="nb-NO" sz="1800" baseline="-250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8" name="Arc 17"/>
          <p:cNvSpPr/>
          <p:nvPr/>
        </p:nvSpPr>
        <p:spPr>
          <a:xfrm rot="10956742">
            <a:off x="4897438" y="3013076"/>
            <a:ext cx="2520950" cy="2087563"/>
          </a:xfrm>
          <a:prstGeom prst="arc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nb-NO"/>
          </a:p>
        </p:txBody>
      </p:sp>
      <p:sp>
        <p:nvSpPr>
          <p:cNvPr id="10251" name="TextBox 18"/>
          <p:cNvSpPr txBox="1">
            <a:spLocks noChangeArrowheads="1"/>
          </p:cNvSpPr>
          <p:nvPr/>
        </p:nvSpPr>
        <p:spPr bwMode="auto">
          <a:xfrm>
            <a:off x="1828801" y="620714"/>
            <a:ext cx="4349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nb-NO" altLang="nb-NO" sz="1800">
                <a:latin typeface="Arial" panose="020B0604020202020204" pitchFamily="34" charset="0"/>
              </a:rPr>
              <a:t>C</a:t>
            </a:r>
            <a:r>
              <a:rPr lang="nb-NO" altLang="nb-NO" sz="1800" baseline="-250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0252" name="TextBox 19"/>
          <p:cNvSpPr txBox="1">
            <a:spLocks noChangeArrowheads="1"/>
          </p:cNvSpPr>
          <p:nvPr/>
        </p:nvSpPr>
        <p:spPr bwMode="auto">
          <a:xfrm>
            <a:off x="7196138" y="6121400"/>
            <a:ext cx="4365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nb-NO" altLang="nb-NO" sz="1800" dirty="0">
                <a:latin typeface="Arial" panose="020B0604020202020204" pitchFamily="34" charset="0"/>
              </a:rPr>
              <a:t>C</a:t>
            </a:r>
            <a:r>
              <a:rPr lang="nb-NO" altLang="nb-NO" sz="1800" baseline="-25000" dirty="0">
                <a:latin typeface="Arial" panose="020B0604020202020204" pitchFamily="34" charset="0"/>
              </a:rPr>
              <a:t>1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5375275" y="4908550"/>
            <a:ext cx="0" cy="117475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2208214" y="4868863"/>
            <a:ext cx="3170237" cy="635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2211388" y="1268413"/>
            <a:ext cx="3524250" cy="483076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58" name="TextBox 32"/>
          <p:cNvSpPr txBox="1">
            <a:spLocks noChangeArrowheads="1"/>
          </p:cNvSpPr>
          <p:nvPr/>
        </p:nvSpPr>
        <p:spPr bwMode="auto">
          <a:xfrm>
            <a:off x="5378450" y="4581525"/>
            <a:ext cx="350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nb-NO" altLang="nb-NO" sz="1800" b="1" dirty="0">
                <a:solidFill>
                  <a:srgbClr val="0070C0"/>
                </a:solidFill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4650642" y="1728930"/>
            <a:ext cx="721880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nb-NO" altLang="nb-NO" sz="2200" b="1" dirty="0">
                <a:latin typeface="Arial" panose="020B0604020202020204" pitchFamily="34" charset="0"/>
              </a:rPr>
              <a:t>B</a:t>
            </a:r>
            <a:r>
              <a:rPr lang="nb-NO" altLang="nb-NO" sz="2200" dirty="0">
                <a:latin typeface="Arial" panose="020B0604020202020204" pitchFamily="34" charset="0"/>
              </a:rPr>
              <a:t> → </a:t>
            </a:r>
            <a:r>
              <a:rPr lang="nb-NO" altLang="nb-NO" sz="2200" dirty="0">
                <a:solidFill>
                  <a:srgbClr val="FF0000"/>
                </a:solidFill>
                <a:latin typeface="Arial" panose="020B0604020202020204" pitchFamily="34" charset="0"/>
              </a:rPr>
              <a:t>C</a:t>
            </a:r>
            <a:r>
              <a:rPr lang="nb-NO" altLang="nb-NO" sz="2200" dirty="0">
                <a:latin typeface="Arial" panose="020B0604020202020204" pitchFamily="34" charset="0"/>
              </a:rPr>
              <a:t>; Inntektseffekten. Siden (Y</a:t>
            </a:r>
            <a:r>
              <a:rPr lang="nb-NO" altLang="nb-NO" sz="2200" baseline="-25000" dirty="0">
                <a:latin typeface="Arial" panose="020B0604020202020204" pitchFamily="34" charset="0"/>
              </a:rPr>
              <a:t>1 </a:t>
            </a:r>
            <a:r>
              <a:rPr lang="nb-NO" altLang="nb-NO" sz="2200" dirty="0">
                <a:latin typeface="Arial" panose="020B0604020202020204" pitchFamily="34" charset="0"/>
              </a:rPr>
              <a:t>- C</a:t>
            </a:r>
            <a:r>
              <a:rPr lang="nb-NO" altLang="nb-NO" sz="2200" baseline="-25000" dirty="0">
                <a:latin typeface="Arial" panose="020B0604020202020204" pitchFamily="34" charset="0"/>
              </a:rPr>
              <a:t>1</a:t>
            </a:r>
            <a:r>
              <a:rPr lang="nb-NO" altLang="nb-NO" sz="2200" dirty="0">
                <a:latin typeface="Arial" panose="020B0604020202020204" pitchFamily="34" charset="0"/>
              </a:rPr>
              <a:t>) &lt; 0 →   C</a:t>
            </a:r>
            <a:r>
              <a:rPr lang="nb-NO" altLang="nb-NO" sz="2200" baseline="-25000" dirty="0">
                <a:latin typeface="Arial" panose="020B0604020202020204" pitchFamily="34" charset="0"/>
              </a:rPr>
              <a:t>1</a:t>
            </a:r>
            <a:r>
              <a:rPr lang="nb-NO" altLang="nb-NO" sz="2200" dirty="0">
                <a:latin typeface="Arial" panose="020B0604020202020204" pitchFamily="34" charset="0"/>
              </a:rPr>
              <a:t>↓</a:t>
            </a:r>
            <a:r>
              <a:rPr lang="nb-NO" altLang="nb-NO" sz="1800" dirty="0">
                <a:latin typeface="Arial" panose="020B0604020202020204" pitchFamily="34" charset="0"/>
              </a:rPr>
              <a:t>	</a:t>
            </a:r>
          </a:p>
        </p:txBody>
      </p:sp>
      <p:cxnSp>
        <p:nvCxnSpPr>
          <p:cNvPr id="36" name="Straight Connector 35"/>
          <p:cNvCxnSpPr/>
          <p:nvPr/>
        </p:nvCxnSpPr>
        <p:spPr>
          <a:xfrm>
            <a:off x="2787651" y="1420814"/>
            <a:ext cx="3370263" cy="4662487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5043489" y="4346575"/>
            <a:ext cx="3508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nb-NO" altLang="nb-NO" sz="1800" b="1" dirty="0"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39" name="Arc 38"/>
          <p:cNvSpPr/>
          <p:nvPr/>
        </p:nvSpPr>
        <p:spPr>
          <a:xfrm rot="10956742">
            <a:off x="4630738" y="3228976"/>
            <a:ext cx="2519362" cy="2087563"/>
          </a:xfrm>
          <a:prstGeom prst="arc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nb-NO"/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4547144" y="4902994"/>
            <a:ext cx="3508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nb-NO" altLang="nb-NO" sz="1800" b="1" dirty="0">
                <a:solidFill>
                  <a:srgbClr val="FF0000"/>
                </a:solidFill>
                <a:latin typeface="Arial" panose="020B0604020202020204" pitchFamily="34" charset="0"/>
              </a:rPr>
              <a:t>C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872038" y="4868863"/>
            <a:ext cx="0" cy="1223962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302931" y="4759267"/>
            <a:ext cx="91395" cy="1267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nb-NO"/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571907" y="1061673"/>
            <a:ext cx="194316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b-NO" sz="2200" dirty="0">
                <a:solidFill>
                  <a:srgbClr val="FF0000"/>
                </a:solidFill>
                <a:latin typeface="Arial" panose="020B0604020202020204" pitchFamily="34" charset="0"/>
              </a:rPr>
              <a:t>Renten </a:t>
            </a:r>
            <a:r>
              <a:rPr lang="en-US" altLang="nb-NO" sz="2200" dirty="0" err="1">
                <a:solidFill>
                  <a:srgbClr val="FF0000"/>
                </a:solidFill>
                <a:latin typeface="Arial" panose="020B0604020202020204" pitchFamily="34" charset="0"/>
              </a:rPr>
              <a:t>stiger</a:t>
            </a:r>
            <a:r>
              <a:rPr lang="en-US" altLang="nb-NO" sz="2200" dirty="0">
                <a:solidFill>
                  <a:srgbClr val="FF0000"/>
                </a:solidFill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6478473" y="1061673"/>
            <a:ext cx="524348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nb-NO" altLang="nb-NO" sz="2200" b="1" dirty="0">
                <a:solidFill>
                  <a:srgbClr val="0070C0"/>
                </a:solidFill>
                <a:latin typeface="Arial" panose="020B0604020202020204" pitchFamily="34" charset="0"/>
              </a:rPr>
              <a:t>A</a:t>
            </a:r>
            <a:r>
              <a:rPr lang="nb-NO" altLang="nb-NO" sz="2200" dirty="0">
                <a:latin typeface="Arial" panose="020B0604020202020204" pitchFamily="34" charset="0"/>
              </a:rPr>
              <a:t> → </a:t>
            </a:r>
            <a:r>
              <a:rPr lang="nb-NO" altLang="nb-NO" sz="2200" b="1" dirty="0">
                <a:latin typeface="Arial" panose="020B0604020202020204" pitchFamily="34" charset="0"/>
              </a:rPr>
              <a:t>B</a:t>
            </a:r>
            <a:r>
              <a:rPr lang="nb-NO" altLang="nb-NO" sz="2200" dirty="0">
                <a:latin typeface="Arial" panose="020B0604020202020204" pitchFamily="34" charset="0"/>
              </a:rPr>
              <a:t> angir substitusjonseffekten; C</a:t>
            </a:r>
            <a:r>
              <a:rPr lang="nb-NO" altLang="nb-NO" sz="2200" baseline="-25000" dirty="0">
                <a:latin typeface="Arial" panose="020B0604020202020204" pitchFamily="34" charset="0"/>
              </a:rPr>
              <a:t>1</a:t>
            </a:r>
            <a:r>
              <a:rPr lang="nb-NO" altLang="nb-NO" sz="2200" dirty="0">
                <a:latin typeface="Arial" panose="020B0604020202020204" pitchFamily="34" charset="0"/>
              </a:rPr>
              <a:t>↓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nb-NO" sz="1800" dirty="0">
              <a:latin typeface="Arial" panose="020B0604020202020204" pitchFamily="34" charset="0"/>
            </a:endParaRPr>
          </a:p>
        </p:txBody>
      </p:sp>
      <p:sp>
        <p:nvSpPr>
          <p:cNvPr id="2" name="TekstSylinder 1">
            <a:extLst>
              <a:ext uri="{FF2B5EF4-FFF2-40B4-BE49-F238E27FC236}">
                <a16:creationId xmlns:a16="http://schemas.microsoft.com/office/drawing/2014/main" id="{4E998271-6306-4D6A-998C-422D03F6578F}"/>
              </a:ext>
            </a:extLst>
          </p:cNvPr>
          <p:cNvSpPr txBox="1"/>
          <p:nvPr/>
        </p:nvSpPr>
        <p:spPr>
          <a:xfrm>
            <a:off x="4571907" y="2279122"/>
            <a:ext cx="7564237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200" dirty="0">
                <a:solidFill>
                  <a:schemeClr val="tx1"/>
                </a:solidFill>
              </a:rPr>
              <a:t>For en låntaker går substitusjons- og inntektseffekten i samme retning. Når renten øker blir vi fattigere og reduserer konsumet. </a:t>
            </a:r>
          </a:p>
          <a:p>
            <a:endParaRPr lang="nb-N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9">
                <a:extLst>
                  <a:ext uri="{FF2B5EF4-FFF2-40B4-BE49-F238E27FC236}">
                    <a16:creationId xmlns:a16="http://schemas.microsoft.com/office/drawing/2014/main" id="{80BCD4DB-C42E-2A22-69A8-808224AECB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81494" y="6081125"/>
                <a:ext cx="470642" cy="3629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nb-NO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nb-NO" sz="1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nb-NO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nb-NO" sz="18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nb-NO" altLang="nb-NO" sz="1800" baseline="-250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extBox 19">
                <a:extLst>
                  <a:ext uri="{FF2B5EF4-FFF2-40B4-BE49-F238E27FC236}">
                    <a16:creationId xmlns:a16="http://schemas.microsoft.com/office/drawing/2014/main" id="{80BCD4DB-C42E-2A22-69A8-808224AECB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494" y="6081125"/>
                <a:ext cx="470642" cy="362984"/>
              </a:xfrm>
              <a:prstGeom prst="rect">
                <a:avLst/>
              </a:prstGeom>
              <a:blipFill>
                <a:blip r:embed="rId10"/>
                <a:stretch>
                  <a:fillRect b="-508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19">
                <a:extLst>
                  <a:ext uri="{FF2B5EF4-FFF2-40B4-BE49-F238E27FC236}">
                    <a16:creationId xmlns:a16="http://schemas.microsoft.com/office/drawing/2014/main" id="{FB421254-0FC4-F3A3-0B99-46CF04694E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0642" y="6070083"/>
                <a:ext cx="552395" cy="3629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nb-NO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nb-NO" sz="1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nb-NO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nb-NO" sz="1800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nb-NO" sz="1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nb-NO" altLang="nb-NO" sz="1800" baseline="-250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TextBox 19">
                <a:extLst>
                  <a:ext uri="{FF2B5EF4-FFF2-40B4-BE49-F238E27FC236}">
                    <a16:creationId xmlns:a16="http://schemas.microsoft.com/office/drawing/2014/main" id="{FB421254-0FC4-F3A3-0B99-46CF04694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50642" y="6070083"/>
                <a:ext cx="552395" cy="362984"/>
              </a:xfrm>
              <a:prstGeom prst="rect">
                <a:avLst/>
              </a:prstGeom>
              <a:blipFill>
                <a:blip r:embed="rId11"/>
                <a:stretch>
                  <a:fillRect b="-508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19">
                <a:extLst>
                  <a:ext uri="{FF2B5EF4-FFF2-40B4-BE49-F238E27FC236}">
                    <a16:creationId xmlns:a16="http://schemas.microsoft.com/office/drawing/2014/main" id="{D80AC0C0-9A58-BC9B-F3BA-7854F906C2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4588" y="4664256"/>
                <a:ext cx="470642" cy="363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nb-NO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nb-NO" sz="1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nb-NO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nb-NO" sz="18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nb-NO" altLang="nb-NO" sz="1800" baseline="-250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TextBox 19">
                <a:extLst>
                  <a:ext uri="{FF2B5EF4-FFF2-40B4-BE49-F238E27FC236}">
                    <a16:creationId xmlns:a16="http://schemas.microsoft.com/office/drawing/2014/main" id="{D80AC0C0-9A58-BC9B-F3BA-7854F906C2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44588" y="4664256"/>
                <a:ext cx="470642" cy="363176"/>
              </a:xfrm>
              <a:prstGeom prst="rect">
                <a:avLst/>
              </a:prstGeom>
              <a:blipFill>
                <a:blip r:embed="rId12"/>
                <a:stretch>
                  <a:fillRect b="-33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Oval 32">
            <a:extLst>
              <a:ext uri="{FF2B5EF4-FFF2-40B4-BE49-F238E27FC236}">
                <a16:creationId xmlns:a16="http://schemas.microsoft.com/office/drawing/2014/main" id="{F8B1205D-93A9-E795-FF01-8F4B0076240E}"/>
              </a:ext>
            </a:extLst>
          </p:cNvPr>
          <p:cNvSpPr/>
          <p:nvPr/>
        </p:nvSpPr>
        <p:spPr>
          <a:xfrm>
            <a:off x="5043489" y="4581525"/>
            <a:ext cx="104889" cy="8273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>
              <a:solidFill>
                <a:schemeClr val="tx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38D8409-A084-E4D9-FEC7-DDE9FA76A1A3}"/>
              </a:ext>
            </a:extLst>
          </p:cNvPr>
          <p:cNvSpPr/>
          <p:nvPr/>
        </p:nvSpPr>
        <p:spPr>
          <a:xfrm>
            <a:off x="4844824" y="4857822"/>
            <a:ext cx="45719" cy="4571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83D6DA-DFE8-5ABA-7A3F-87C0F35B87FE}"/>
                  </a:ext>
                </a:extLst>
              </p:cNvPr>
              <p:cNvSpPr txBox="1"/>
              <p:nvPr/>
            </p:nvSpPr>
            <p:spPr>
              <a:xfrm>
                <a:off x="6139177" y="4816191"/>
                <a:ext cx="588649" cy="4689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p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p>
                      </m:sSup>
                    </m:oMath>
                  </m:oMathPara>
                </a14:m>
                <a:endParaRPr lang="nb-NO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83D6DA-DFE8-5ABA-7A3F-87C0F35B8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9177" y="4816191"/>
                <a:ext cx="588649" cy="4689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3DC3E12-8CAB-7940-0F7A-933C708B824F}"/>
                  </a:ext>
                </a:extLst>
              </p:cNvPr>
              <p:cNvSpPr txBox="1"/>
              <p:nvPr/>
            </p:nvSpPr>
            <p:spPr>
              <a:xfrm>
                <a:off x="5667192" y="5237733"/>
                <a:ext cx="712118" cy="47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p>
                      </m:sSup>
                    </m:oMath>
                  </m:oMathPara>
                </a14:m>
                <a:endParaRPr lang="nb-NO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3DC3E12-8CAB-7940-0F7A-933C708B8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7192" y="5237733"/>
                <a:ext cx="712118" cy="4700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188FE8-BF88-AB59-91C2-14CFFD1296D1}"/>
                  </a:ext>
                </a:extLst>
              </p:cNvPr>
              <p:cNvSpPr txBox="1"/>
              <p:nvPr/>
            </p:nvSpPr>
            <p:spPr>
              <a:xfrm>
                <a:off x="5269408" y="3413581"/>
                <a:ext cx="2072283" cy="5246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</m:oMath>
                  </m:oMathPara>
                </a14:m>
                <a:endParaRPr lang="nb-NO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188FE8-BF88-AB59-91C2-14CFFD129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408" y="3413581"/>
                <a:ext cx="2072283" cy="52463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DC18A30-D92A-3B41-B133-79096ABA5D6C}"/>
              </a:ext>
            </a:extLst>
          </p:cNvPr>
          <p:cNvCxnSpPr/>
          <p:nvPr/>
        </p:nvCxnSpPr>
        <p:spPr>
          <a:xfrm flipV="1">
            <a:off x="2450592" y="2359152"/>
            <a:ext cx="337059" cy="3491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F55F876-5C50-DAE5-2550-7AF7C14C55CE}"/>
              </a:ext>
            </a:extLst>
          </p:cNvPr>
          <p:cNvSpPr txBox="1"/>
          <p:nvPr/>
        </p:nvSpPr>
        <p:spPr>
          <a:xfrm>
            <a:off x="6014904" y="4027865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Slik</a:t>
            </a:r>
            <a:r>
              <a:rPr lang="en-US" dirty="0"/>
              <a:t> vi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tegnet</a:t>
            </a:r>
            <a:r>
              <a:rPr lang="en-US" dirty="0"/>
              <a:t> </a:t>
            </a:r>
            <a:r>
              <a:rPr lang="en-US" dirty="0" err="1"/>
              <a:t>endres</a:t>
            </a:r>
            <a:r>
              <a:rPr lang="en-US" dirty="0"/>
              <a:t>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konsumet</a:t>
            </a:r>
            <a:r>
              <a:rPr lang="en-US" dirty="0"/>
              <a:t> i </a:t>
            </a:r>
            <a:r>
              <a:rPr lang="en-US" dirty="0" err="1"/>
              <a:t>periode</a:t>
            </a:r>
            <a:r>
              <a:rPr lang="en-US" dirty="0"/>
              <a:t> 2, men det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tenkes</a:t>
            </a:r>
            <a:r>
              <a:rPr lang="en-US" dirty="0"/>
              <a:t> at </a:t>
            </a:r>
            <a:r>
              <a:rPr lang="en-US" dirty="0" err="1"/>
              <a:t>økt</a:t>
            </a:r>
            <a:r>
              <a:rPr lang="en-US" dirty="0"/>
              <a:t> </a:t>
            </a:r>
            <a:r>
              <a:rPr lang="en-US" dirty="0" err="1"/>
              <a:t>rente</a:t>
            </a:r>
            <a:r>
              <a:rPr lang="en-US" dirty="0"/>
              <a:t> </a:t>
            </a:r>
            <a:r>
              <a:rPr lang="en-US" dirty="0" err="1"/>
              <a:t>også</a:t>
            </a:r>
            <a:r>
              <a:rPr lang="en-US" dirty="0"/>
              <a:t> </a:t>
            </a:r>
            <a:r>
              <a:rPr lang="en-US" dirty="0" err="1"/>
              <a:t>reduserer</a:t>
            </a:r>
            <a:r>
              <a:rPr lang="en-US" dirty="0"/>
              <a:t> </a:t>
            </a:r>
            <a:r>
              <a:rPr lang="en-US" dirty="0" err="1"/>
              <a:t>konsumet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periode</a:t>
            </a:r>
            <a:r>
              <a:rPr lang="en-US" dirty="0"/>
              <a:t> 2.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B5D14C9-9E5E-B092-653B-43E3532FDB7D}"/>
                  </a:ext>
                </a:extLst>
              </p:cNvPr>
              <p:cNvSpPr txBox="1"/>
              <p:nvPr/>
            </p:nvSpPr>
            <p:spPr>
              <a:xfrm>
                <a:off x="2935191" y="-1608"/>
                <a:ext cx="830907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nb-NO" sz="2400" dirty="0"/>
                  <a:t>Anta et individ som er låntaker: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nb-NO" sz="2400" dirty="0"/>
                  <a:t> med tilpasning i </a:t>
                </a:r>
                <a:r>
                  <a:rPr lang="nb-NO" sz="2400" dirty="0" err="1"/>
                  <a:t>pkt</a:t>
                </a:r>
                <a:r>
                  <a:rPr lang="nb-NO" sz="2400" dirty="0"/>
                  <a:t> A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B5D14C9-9E5E-B092-653B-43E3532FD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5191" y="-1608"/>
                <a:ext cx="8309071" cy="461665"/>
              </a:xfrm>
              <a:prstGeom prst="rect">
                <a:avLst/>
              </a:prstGeom>
              <a:blipFill>
                <a:blip r:embed="rId16"/>
                <a:stretch>
                  <a:fillRect l="-1067" t="-833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856026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4004"/>
    </mc:Choice>
    <mc:Fallback xmlns="">
      <p:transition spd="slow" advTm="4040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7" grpId="0"/>
      <p:bldP spid="39" grpId="0" animBg="1"/>
      <p:bldP spid="40" grpId="0"/>
      <p:bldP spid="13" grpId="0"/>
      <p:bldP spid="23" grpId="0"/>
      <p:bldP spid="2" grpId="0"/>
      <p:bldP spid="21" grpId="0"/>
      <p:bldP spid="22" grpId="0"/>
      <p:bldP spid="33" grpId="0" animBg="1"/>
      <p:bldP spid="35" grpId="0" animBg="1"/>
      <p:bldP spid="11" grpId="0"/>
      <p:bldP spid="16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89264-9ED6-0276-2A1F-5CFA3D9D2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9194"/>
          </a:xfrm>
        </p:spPr>
        <p:txBody>
          <a:bodyPr>
            <a:normAutofit/>
          </a:bodyPr>
          <a:lstStyle/>
          <a:p>
            <a:r>
              <a:rPr lang="nb-NO" sz="3200" dirty="0"/>
              <a:t>Virkningen av en renteendring kan utledes teoretisk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EBB0C-4974-F034-4B46-BA9D91009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DEFB1-CF9F-D14D-8CB9-93A761515641}" type="slidenum">
              <a:rPr lang="en-US" smtClean="0"/>
              <a:t>55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51F49A-8211-87E6-C1ED-A05FB0C7A0D4}"/>
                  </a:ext>
                </a:extLst>
              </p:cNvPr>
              <p:cNvSpPr txBox="1"/>
              <p:nvPr/>
            </p:nvSpPr>
            <p:spPr>
              <a:xfrm>
                <a:off x="407483" y="4262447"/>
                <a:ext cx="8298740" cy="6353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b-NO" sz="2400" dirty="0"/>
                  <a:t>Låntaker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    </m:t>
                    </m:r>
                  </m:oMath>
                </a14:m>
                <a:endParaRPr lang="nb-NO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51F49A-8211-87E6-C1ED-A05FB0C7A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483" y="4262447"/>
                <a:ext cx="8298740" cy="635367"/>
              </a:xfrm>
              <a:prstGeom prst="rect">
                <a:avLst/>
              </a:prstGeom>
              <a:blipFill>
                <a:blip r:embed="rId2"/>
                <a:stretch>
                  <a:fillRect l="-1176" b="-9615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1B1ACB-BCF6-72F7-0E28-42811492D1FC}"/>
                  </a:ext>
                </a:extLst>
              </p:cNvPr>
              <p:cNvSpPr txBox="1"/>
              <p:nvPr/>
            </p:nvSpPr>
            <p:spPr>
              <a:xfrm>
                <a:off x="450850" y="5534735"/>
                <a:ext cx="11741150" cy="1004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b-NO" sz="2400" dirty="0"/>
                  <a:t>Långiver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? </m:t>
                    </m:r>
                  </m:oMath>
                </a14:m>
                <a:r>
                  <a:rPr lang="nb-NO" sz="2400" dirty="0"/>
                  <a:t> Inntektseffekten har motsatt fortegn av substitusjonseffekten</a:t>
                </a:r>
              </a:p>
              <a:p>
                <a:r>
                  <a:rPr lang="nb-NO" sz="2400" dirty="0"/>
                  <a:t>				Usikkert hva totaleffekten er; kan gi økt eller mindre konsum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1B1ACB-BCF6-72F7-0E28-42811492D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850" y="5534735"/>
                <a:ext cx="11741150" cy="1004699"/>
              </a:xfrm>
              <a:prstGeom prst="rect">
                <a:avLst/>
              </a:prstGeom>
              <a:blipFill>
                <a:blip r:embed="rId3"/>
                <a:stretch>
                  <a:fillRect l="-831" b="-12727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1F8AB10-4F24-87AB-BF17-4D6E00DEAF1B}"/>
                  </a:ext>
                </a:extLst>
              </p:cNvPr>
              <p:cNvSpPr txBox="1"/>
              <p:nvPr/>
            </p:nvSpPr>
            <p:spPr>
              <a:xfrm>
                <a:off x="450850" y="2851966"/>
                <a:ext cx="6013441" cy="6937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err="1">
                    <a:ea typeface="Cambria Math" panose="02040503050406030204" pitchFamily="18" charset="0"/>
                  </a:rPr>
                  <a:t>Slutskyligningen</a:t>
                </a:r>
                <a:r>
                  <a:rPr lang="en-US" sz="2400" dirty="0">
                    <a:ea typeface="Cambria Math" panose="02040503050406030204" pitchFamily="18" charset="0"/>
                  </a:rPr>
                  <a:t>: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𝑑𝑈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</m:sSub>
                  </m:oMath>
                </a14:m>
                <a:endParaRPr lang="nb-NO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1F8AB10-4F24-87AB-BF17-4D6E00DEA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850" y="2851966"/>
                <a:ext cx="6013441" cy="693716"/>
              </a:xfrm>
              <a:prstGeom prst="rect">
                <a:avLst/>
              </a:prstGeom>
              <a:blipFill>
                <a:blip r:embed="rId4"/>
                <a:stretch>
                  <a:fillRect l="-1623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ight Brace 2">
            <a:extLst>
              <a:ext uri="{FF2B5EF4-FFF2-40B4-BE49-F238E27FC236}">
                <a16:creationId xmlns:a16="http://schemas.microsoft.com/office/drawing/2014/main" id="{09272719-E18D-6F7A-CB8B-E8D37E8413A2}"/>
              </a:ext>
            </a:extLst>
          </p:cNvPr>
          <p:cNvSpPr/>
          <p:nvPr/>
        </p:nvSpPr>
        <p:spPr>
          <a:xfrm rot="16200000">
            <a:off x="4083424" y="2172659"/>
            <a:ext cx="358588" cy="98611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C9C45C-E70B-23DE-4808-20307F91434A}"/>
              </a:ext>
            </a:extLst>
          </p:cNvPr>
          <p:cNvSpPr txBox="1"/>
          <p:nvPr/>
        </p:nvSpPr>
        <p:spPr>
          <a:xfrm>
            <a:off x="3321424" y="2141084"/>
            <a:ext cx="2048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>
                <a:solidFill>
                  <a:srgbClr val="00B0F0"/>
                </a:solidFill>
              </a:rPr>
              <a:t>Inntektseffekten +/-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4BD12053-CBEB-7A92-5529-D892E604E08E}"/>
              </a:ext>
            </a:extLst>
          </p:cNvPr>
          <p:cNvSpPr/>
          <p:nvPr/>
        </p:nvSpPr>
        <p:spPr>
          <a:xfrm rot="16200000">
            <a:off x="5271514" y="3443637"/>
            <a:ext cx="197223" cy="470647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F88999-2194-3207-93B5-FE52A28EEAA4}"/>
              </a:ext>
            </a:extLst>
          </p:cNvPr>
          <p:cNvSpPr txBox="1"/>
          <p:nvPr/>
        </p:nvSpPr>
        <p:spPr>
          <a:xfrm>
            <a:off x="4493826" y="3759321"/>
            <a:ext cx="2467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>
                <a:solidFill>
                  <a:srgbClr val="FF0000"/>
                </a:solidFill>
              </a:rPr>
              <a:t>Substitusjonseffekten (-)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CF7949-C524-976F-00C5-47EF3195FF25}"/>
              </a:ext>
            </a:extLst>
          </p:cNvPr>
          <p:cNvSpPr txBox="1"/>
          <p:nvPr/>
        </p:nvSpPr>
        <p:spPr>
          <a:xfrm>
            <a:off x="4598894" y="4355739"/>
            <a:ext cx="74605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400" dirty="0"/>
              <a:t>Substitusjons- og inntektseffekt begge negative. Redusert etterspørsel i dag når renten går opp (skatten ned). </a:t>
            </a:r>
          </a:p>
        </p:txBody>
      </p:sp>
    </p:spTree>
    <p:extLst>
      <p:ext uri="{BB962C8B-B14F-4D97-AF65-F5344CB8AC3E}">
        <p14:creationId xmlns:p14="http://schemas.microsoft.com/office/powerpoint/2010/main" val="12346960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448B5E1-EAAA-781E-98F6-76C636597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583"/>
            <a:ext cx="10515600" cy="717951"/>
          </a:xfrm>
        </p:spPr>
        <p:txBody>
          <a:bodyPr>
            <a:normAutofit/>
          </a:bodyPr>
          <a:lstStyle/>
          <a:p>
            <a:r>
              <a:rPr lang="nb-NO" sz="3600" b="1" dirty="0"/>
              <a:t>Renteendringer og boligpriser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9617130-F051-0CD3-1232-DE592630D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48522"/>
            <a:ext cx="10956235" cy="5261113"/>
          </a:xfrm>
        </p:spPr>
        <p:txBody>
          <a:bodyPr>
            <a:noAutofit/>
          </a:bodyPr>
          <a:lstStyle/>
          <a:p>
            <a:r>
              <a:rPr lang="nb-NO" sz="3200" dirty="0"/>
              <a:t>Fra teorimodellen over følger det at makrobildet består av låntakere og långivere. Fra slide 4 i denne forelesningen ser vi at flertallet av norske husholdninger er låntakere.</a:t>
            </a:r>
          </a:p>
          <a:p>
            <a:endParaRPr lang="nb-NO" sz="3200" dirty="0"/>
          </a:p>
          <a:p>
            <a:r>
              <a:rPr lang="nb-NO" sz="3200" dirty="0"/>
              <a:t>Sammensetningen av låntakere og långivere har betydning for hva som skjer med</a:t>
            </a:r>
          </a:p>
          <a:p>
            <a:pPr lvl="1">
              <a:buFont typeface="Calibri" panose="020F0502020204030204" pitchFamily="34" charset="0"/>
              <a:buChar char="→"/>
            </a:pPr>
            <a:r>
              <a:rPr lang="nb-NO" sz="3200" dirty="0"/>
              <a:t>Farten i økonomien (konsumet)</a:t>
            </a:r>
          </a:p>
          <a:p>
            <a:pPr lvl="1">
              <a:buFont typeface="Calibri" panose="020F0502020204030204" pitchFamily="34" charset="0"/>
              <a:buChar char="→"/>
            </a:pPr>
            <a:r>
              <a:rPr lang="nb-NO" sz="3200" dirty="0"/>
              <a:t>Farten i boligmarkedet (prisene opp eller ned)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1BAF8BAD-3657-BEB5-2015-87F496EF2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DEFB1-CF9F-D14D-8CB9-93A761515641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2626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1|46|1.5|7|102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6.1|62.5|60|44.9|71.3"/>
</p:tagLst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23645</TotalTime>
  <Words>3229</Words>
  <Application>Microsoft Macintosh PowerPoint</Application>
  <PresentationFormat>Widescreen</PresentationFormat>
  <Paragraphs>526</Paragraphs>
  <Slides>56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56</vt:i4>
      </vt:variant>
    </vt:vector>
  </HeadingPairs>
  <TitlesOfParts>
    <vt:vector size="65" baseType="lpstr">
      <vt:lpstr>Aptos</vt:lpstr>
      <vt:lpstr>Arial</vt:lpstr>
      <vt:lpstr>Calibri</vt:lpstr>
      <vt:lpstr>Calibri Light</vt:lpstr>
      <vt:lpstr>Cambria</vt:lpstr>
      <vt:lpstr>Cambria Math</vt:lpstr>
      <vt:lpstr>Office-tema</vt:lpstr>
      <vt:lpstr>1_Office-tema</vt:lpstr>
      <vt:lpstr>Office Theme</vt:lpstr>
      <vt:lpstr> FIE 432 Personlig økonomi Forelesning 2</vt:lpstr>
      <vt:lpstr>Hva er realavkastningen på ulike aktiva over tid   </vt:lpstr>
      <vt:lpstr>Hva er realavkastningen på ulike aktiva over tid</vt:lpstr>
      <vt:lpstr>PowerPoint Presentation</vt:lpstr>
      <vt:lpstr>Vi kan oppsummere forrige slide slik:</vt:lpstr>
      <vt:lpstr>Børsnoterte vs ikke-børsnoterte aksjer</vt:lpstr>
      <vt:lpstr>Den skattemessige fordelen ved å eie unoterte aksjer</vt:lpstr>
      <vt:lpstr>PowerPoint Presentation</vt:lpstr>
      <vt:lpstr>PowerPoint Presentation</vt:lpstr>
      <vt:lpstr>Forskningsspørsmålene i artikkelen er</vt:lpstr>
      <vt:lpstr>PowerPoint Presentation</vt:lpstr>
      <vt:lpstr>Jordà et al. (2019); 1870-2015 (i)</vt:lpstr>
      <vt:lpstr>PowerPoint Presentation</vt:lpstr>
      <vt:lpstr>Jorda et al (2019)</vt:lpstr>
      <vt:lpstr>Jordà et al. (2019); perioden 1870-2015 (ii)</vt:lpstr>
      <vt:lpstr>Jordà et al. (2019);  (iii); hovedfunn 1870-2015</vt:lpstr>
      <vt:lpstr>PowerPoint Presentation</vt:lpstr>
      <vt:lpstr>Hva lærer vi av de historiske dataene 1980-2015 </vt:lpstr>
      <vt:lpstr>PowerPoint Presentation</vt:lpstr>
      <vt:lpstr>PowerPoint Presentation</vt:lpstr>
      <vt:lpstr>Norge er spesielt etter 2015</vt:lpstr>
      <vt:lpstr>Et mer detaljer bilde på avkastning i Jorda et al.</vt:lpstr>
      <vt:lpstr>PowerPoint Presentation</vt:lpstr>
      <vt:lpstr>Tidsserien til Jorda et al viser at aksjer bedre enn eiendom i nyere tid (1950-2015), men eiendom bedre over hele tidsperioden</vt:lpstr>
      <vt:lpstr>PowerPoint Presentation</vt:lpstr>
      <vt:lpstr>PowerPoint Presentation</vt:lpstr>
      <vt:lpstr>PowerPoint Presentation</vt:lpstr>
      <vt:lpstr>PowerPoint Presentation</vt:lpstr>
      <vt:lpstr>Hvor mye får vi betalt for å ta risiko? </vt:lpstr>
      <vt:lpstr>PowerPoint Presentation</vt:lpstr>
      <vt:lpstr>“Takaway”</vt:lpstr>
      <vt:lpstr>PowerPoint Presentation</vt:lpstr>
      <vt:lpstr>Eiendom vs. Aksjer (realavkastning – hensyn tatt til inflasjon)</vt:lpstr>
      <vt:lpstr>Er eiendom mer risikabelt enn hva tallene indikerer?</vt:lpstr>
      <vt:lpstr>Jordskredet i Gjerdrum</vt:lpstr>
      <vt:lpstr>Indeks over eiendomsinvesteringer viser</vt:lpstr>
      <vt:lpstr>Aksjer og diversifisering</vt:lpstr>
      <vt:lpstr>Kan vi lære noe om historiske priser på ulike investeringer (aksjer, verdipapirer) når det gjelder fremtidig avkastning?</vt:lpstr>
      <vt:lpstr>Hvordan måler vi avkastning på en investering</vt:lpstr>
      <vt:lpstr>Avkastning aksjer, obligasjoner og eiendom</vt:lpstr>
      <vt:lpstr>Realavkastning (r_t)</vt:lpstr>
      <vt:lpstr>Eksempel (i)</vt:lpstr>
      <vt:lpstr>Eksempel (i) med skatt</vt:lpstr>
      <vt:lpstr>Superprofitt («excess return»): 〖ER〗_(t,asset)</vt:lpstr>
      <vt:lpstr>Verdsetting eiendom når det kun finnes en inngangsverdi men ingen utgangsverdi (vi har P_(t-1)  men ikke〖 P〗_t)</vt:lpstr>
      <vt:lpstr>Verdsetting eiendom når det kun finnes en inngangsverdi men ingen utgangsverdi (vi har P_(t-1)  men ikke〖 P〗_t)</vt:lpstr>
      <vt:lpstr>Verdsetting eiendom når det kun finnes en inngangsverdi men ingen utgangsverdi (vi har P_(t-1)  men ikke〖 P〗_t)</vt:lpstr>
      <vt:lpstr>Oljefondet (NIMB); hvor godt investerer NIMB</vt:lpstr>
      <vt:lpstr>Hva med skatt</vt:lpstr>
      <vt:lpstr>Skatt og makroøkonomi</vt:lpstr>
      <vt:lpstr>PowerPoint Presentation</vt:lpstr>
      <vt:lpstr>La oss se på virkningene i makro av at avkastningen på sparing øker ((r(1-t) går opp enten ved r opp eller t ned)</vt:lpstr>
      <vt:lpstr>PowerPoint Presentation</vt:lpstr>
      <vt:lpstr>PowerPoint Presentation</vt:lpstr>
      <vt:lpstr>Virkningen av en renteendring kan utledes teoretisk</vt:lpstr>
      <vt:lpstr>Renteendringer og boligpriser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Guttorm Schjelderup</dc:creator>
  <cp:lastModifiedBy>Guttorm Schjelderup</cp:lastModifiedBy>
  <cp:revision>1</cp:revision>
  <dcterms:created xsi:type="dcterms:W3CDTF">2025-12-15T13:53:44Z</dcterms:created>
  <dcterms:modified xsi:type="dcterms:W3CDTF">2026-08-21T07:25:26Z</dcterms:modified>
</cp:coreProperties>
</file>