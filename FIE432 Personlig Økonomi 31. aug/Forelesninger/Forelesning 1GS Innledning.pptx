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mp4" ContentType="video/mp4"/>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1" r:id="rId5"/>
    <p:sldMasterId id="2147483673" r:id="rId6"/>
  </p:sldMasterIdLst>
  <p:notesMasterIdLst>
    <p:notesMasterId r:id="rId63"/>
  </p:notesMasterIdLst>
  <p:sldIdLst>
    <p:sldId id="257" r:id="rId7"/>
    <p:sldId id="258" r:id="rId8"/>
    <p:sldId id="262" r:id="rId9"/>
    <p:sldId id="334" r:id="rId10"/>
    <p:sldId id="351" r:id="rId11"/>
    <p:sldId id="539" r:id="rId12"/>
    <p:sldId id="538" r:id="rId13"/>
    <p:sldId id="472" r:id="rId14"/>
    <p:sldId id="569" r:id="rId15"/>
    <p:sldId id="568" r:id="rId16"/>
    <p:sldId id="288" r:id="rId17"/>
    <p:sldId id="562" r:id="rId18"/>
    <p:sldId id="279" r:id="rId19"/>
    <p:sldId id="281" r:id="rId20"/>
    <p:sldId id="282" r:id="rId21"/>
    <p:sldId id="283" r:id="rId22"/>
    <p:sldId id="284" r:id="rId23"/>
    <p:sldId id="286" r:id="rId24"/>
    <p:sldId id="285" r:id="rId25"/>
    <p:sldId id="563" r:id="rId26"/>
    <p:sldId id="564" r:id="rId27"/>
    <p:sldId id="529" r:id="rId28"/>
    <p:sldId id="497" r:id="rId29"/>
    <p:sldId id="565" r:id="rId30"/>
    <p:sldId id="566" r:id="rId31"/>
    <p:sldId id="542" r:id="rId32"/>
    <p:sldId id="543" r:id="rId33"/>
    <p:sldId id="499" r:id="rId34"/>
    <p:sldId id="502" r:id="rId35"/>
    <p:sldId id="567" r:id="rId36"/>
    <p:sldId id="545" r:id="rId37"/>
    <p:sldId id="503" r:id="rId38"/>
    <p:sldId id="524" r:id="rId39"/>
    <p:sldId id="527" r:id="rId40"/>
    <p:sldId id="528" r:id="rId41"/>
    <p:sldId id="526" r:id="rId42"/>
    <p:sldId id="540" r:id="rId43"/>
    <p:sldId id="541" r:id="rId44"/>
    <p:sldId id="544" r:id="rId45"/>
    <p:sldId id="546" r:id="rId46"/>
    <p:sldId id="547" r:id="rId47"/>
    <p:sldId id="548" r:id="rId48"/>
    <p:sldId id="549" r:id="rId49"/>
    <p:sldId id="550" r:id="rId50"/>
    <p:sldId id="484" r:id="rId51"/>
    <p:sldId id="491" r:id="rId52"/>
    <p:sldId id="554" r:id="rId53"/>
    <p:sldId id="555" r:id="rId54"/>
    <p:sldId id="556" r:id="rId55"/>
    <p:sldId id="557" r:id="rId56"/>
    <p:sldId id="558" r:id="rId57"/>
    <p:sldId id="259" r:id="rId58"/>
    <p:sldId id="551" r:id="rId59"/>
    <p:sldId id="552" r:id="rId60"/>
    <p:sldId id="553" r:id="rId61"/>
    <p:sldId id="260" r:id="rId62"/>
  </p:sldIdLst>
  <p:sldSz cx="12192000" cy="6858000"/>
  <p:notesSz cx="9775825" cy="66452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A001DA-7796-0248-820F-3F52B4B5567A}" v="6" dt="2026-06-29T12:13:54.5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33"/>
    <p:restoredTop sz="94691"/>
  </p:normalViewPr>
  <p:slideViewPr>
    <p:cSldViewPr snapToGrid="0">
      <p:cViewPr varScale="1">
        <p:scale>
          <a:sx n="148" d="100"/>
          <a:sy n="148" d="100"/>
        </p:scale>
        <p:origin x="208" y="1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notesMaster" Target="notesMasters/notesMaster1.xml"/><Relationship Id="rId68" Type="http://schemas.microsoft.com/office/2016/11/relationships/changesInfo" Target="changesInfos/changesInfo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theme" Target="theme/theme1.xml"/><Relationship Id="rId5" Type="http://schemas.openxmlformats.org/officeDocument/2006/relationships/slideMaster" Target="slideMasters/slideMaster2.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tableStyles" Target="tableStyles.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ttorm Schjelderup" userId="e0ac67c0-b505-4405-ab95-266cbfcd4586" providerId="ADAL" clId="{495AF721-4E66-5624-A6F1-D11890231467}"/>
    <pc:docChg chg="undo custSel addSld delSld modSld">
      <pc:chgData name="Guttorm Schjelderup" userId="e0ac67c0-b505-4405-ab95-266cbfcd4586" providerId="ADAL" clId="{495AF721-4E66-5624-A6F1-D11890231467}" dt="2026-06-29T12:14:00.854" v="259" actId="2696"/>
      <pc:docMkLst>
        <pc:docMk/>
      </pc:docMkLst>
      <pc:sldChg chg="del">
        <pc:chgData name="Guttorm Schjelderup" userId="e0ac67c0-b505-4405-ab95-266cbfcd4586" providerId="ADAL" clId="{495AF721-4E66-5624-A6F1-D11890231467}" dt="2026-06-29T12:14:00.854" v="259" actId="2696"/>
        <pc:sldMkLst>
          <pc:docMk/>
          <pc:sldMk cId="3241331116" sldId="560"/>
        </pc:sldMkLst>
      </pc:sldChg>
      <pc:sldChg chg="addSp delSp modSp del mod">
        <pc:chgData name="Guttorm Schjelderup" userId="e0ac67c0-b505-4405-ab95-266cbfcd4586" providerId="ADAL" clId="{495AF721-4E66-5624-A6F1-D11890231467}" dt="2026-06-29T12:11:36.400" v="136" actId="2696"/>
        <pc:sldMkLst>
          <pc:docMk/>
          <pc:sldMk cId="3499702118" sldId="561"/>
        </pc:sldMkLst>
        <pc:spChg chg="mod">
          <ac:chgData name="Guttorm Schjelderup" userId="e0ac67c0-b505-4405-ab95-266cbfcd4586" providerId="ADAL" clId="{495AF721-4E66-5624-A6F1-D11890231467}" dt="2026-06-29T12:09:11.209" v="9" actId="26606"/>
          <ac:spMkLst>
            <pc:docMk/>
            <pc:sldMk cId="3499702118" sldId="561"/>
            <ac:spMk id="3" creationId="{ED256672-A30F-DBBF-A9BC-47F1E4898284}"/>
          </ac:spMkLst>
        </pc:spChg>
        <pc:spChg chg="add del">
          <ac:chgData name="Guttorm Schjelderup" userId="e0ac67c0-b505-4405-ab95-266cbfcd4586" providerId="ADAL" clId="{495AF721-4E66-5624-A6F1-D11890231467}" dt="2026-06-29T12:08:54.005" v="3" actId="26606"/>
          <ac:spMkLst>
            <pc:docMk/>
            <pc:sldMk cId="3499702118" sldId="561"/>
            <ac:spMk id="5" creationId="{245A9F99-D9B1-4094-A2E2-B90AC1DB7B9C}"/>
          </ac:spMkLst>
        </pc:spChg>
        <pc:spChg chg="add del">
          <ac:chgData name="Guttorm Schjelderup" userId="e0ac67c0-b505-4405-ab95-266cbfcd4586" providerId="ADAL" clId="{495AF721-4E66-5624-A6F1-D11890231467}" dt="2026-06-29T12:08:54.005" v="3" actId="26606"/>
          <ac:spMkLst>
            <pc:docMk/>
            <pc:sldMk cId="3499702118" sldId="561"/>
            <ac:spMk id="6" creationId="{B7FAF607-473A-4A43-A23D-BBFF5C4117BB}"/>
          </ac:spMkLst>
        </pc:spChg>
        <pc:spChg chg="add del">
          <ac:chgData name="Guttorm Schjelderup" userId="e0ac67c0-b505-4405-ab95-266cbfcd4586" providerId="ADAL" clId="{495AF721-4E66-5624-A6F1-D11890231467}" dt="2026-06-29T12:08:47.867" v="1" actId="26606"/>
          <ac:spMkLst>
            <pc:docMk/>
            <pc:sldMk cId="3499702118" sldId="561"/>
            <ac:spMk id="8" creationId="{09588DA8-065E-4F6F-8EFD-43104AB2E0CF}"/>
          </ac:spMkLst>
        </pc:spChg>
        <pc:spChg chg="add del">
          <ac:chgData name="Guttorm Schjelderup" userId="e0ac67c0-b505-4405-ab95-266cbfcd4586" providerId="ADAL" clId="{495AF721-4E66-5624-A6F1-D11890231467}" dt="2026-06-29T12:08:47.867" v="1" actId="26606"/>
          <ac:spMkLst>
            <pc:docMk/>
            <pc:sldMk cId="3499702118" sldId="561"/>
            <ac:spMk id="10" creationId="{C4285719-470E-454C-AF62-8323075F1F5B}"/>
          </ac:spMkLst>
        </pc:spChg>
        <pc:spChg chg="add del">
          <ac:chgData name="Guttorm Schjelderup" userId="e0ac67c0-b505-4405-ab95-266cbfcd4586" providerId="ADAL" clId="{495AF721-4E66-5624-A6F1-D11890231467}" dt="2026-06-29T12:08:47.867" v="1" actId="26606"/>
          <ac:spMkLst>
            <pc:docMk/>
            <pc:sldMk cId="3499702118" sldId="561"/>
            <ac:spMk id="12" creationId="{CD9FE4EF-C4D8-49A0-B2FF-81D8DB7D8A24}"/>
          </ac:spMkLst>
        </pc:spChg>
        <pc:spChg chg="add del">
          <ac:chgData name="Guttorm Schjelderup" userId="e0ac67c0-b505-4405-ab95-266cbfcd4586" providerId="ADAL" clId="{495AF721-4E66-5624-A6F1-D11890231467}" dt="2026-06-29T12:09:11.209" v="9" actId="26606"/>
          <ac:spMkLst>
            <pc:docMk/>
            <pc:sldMk cId="3499702118" sldId="561"/>
            <ac:spMk id="13" creationId="{081EA652-8C6A-4E69-BEB9-170809474553}"/>
          </ac:spMkLst>
        </pc:spChg>
        <pc:spChg chg="add del">
          <ac:chgData name="Guttorm Schjelderup" userId="e0ac67c0-b505-4405-ab95-266cbfcd4586" providerId="ADAL" clId="{495AF721-4E66-5624-A6F1-D11890231467}" dt="2026-06-29T12:08:47.867" v="1" actId="26606"/>
          <ac:spMkLst>
            <pc:docMk/>
            <pc:sldMk cId="3499702118" sldId="561"/>
            <ac:spMk id="14" creationId="{4300840D-0A0B-4512-BACA-B439D5B9C57C}"/>
          </ac:spMkLst>
        </pc:spChg>
        <pc:spChg chg="add del">
          <ac:chgData name="Guttorm Schjelderup" userId="e0ac67c0-b505-4405-ab95-266cbfcd4586" providerId="ADAL" clId="{495AF721-4E66-5624-A6F1-D11890231467}" dt="2026-06-29T12:08:47.867" v="1" actId="26606"/>
          <ac:spMkLst>
            <pc:docMk/>
            <pc:sldMk cId="3499702118" sldId="561"/>
            <ac:spMk id="16" creationId="{D2B78728-A580-49A7-84F9-6EF6F583ADE0}"/>
          </ac:spMkLst>
        </pc:spChg>
        <pc:spChg chg="add del">
          <ac:chgData name="Guttorm Schjelderup" userId="e0ac67c0-b505-4405-ab95-266cbfcd4586" providerId="ADAL" clId="{495AF721-4E66-5624-A6F1-D11890231467}" dt="2026-06-29T12:08:47.867" v="1" actId="26606"/>
          <ac:spMkLst>
            <pc:docMk/>
            <pc:sldMk cId="3499702118" sldId="561"/>
            <ac:spMk id="18" creationId="{38FAA1A1-D861-433F-88FA-1E9D6FD31D11}"/>
          </ac:spMkLst>
        </pc:spChg>
        <pc:spChg chg="add del">
          <ac:chgData name="Guttorm Schjelderup" userId="e0ac67c0-b505-4405-ab95-266cbfcd4586" providerId="ADAL" clId="{495AF721-4E66-5624-A6F1-D11890231467}" dt="2026-06-29T12:09:11.209" v="9" actId="26606"/>
          <ac:spMkLst>
            <pc:docMk/>
            <pc:sldMk cId="3499702118" sldId="561"/>
            <ac:spMk id="19" creationId="{5298780A-33B9-4EA2-8F67-DE68AD62841B}"/>
          </ac:spMkLst>
        </pc:spChg>
        <pc:spChg chg="add del">
          <ac:chgData name="Guttorm Schjelderup" userId="e0ac67c0-b505-4405-ab95-266cbfcd4586" providerId="ADAL" clId="{495AF721-4E66-5624-A6F1-D11890231467}" dt="2026-06-29T12:08:47.867" v="1" actId="26606"/>
          <ac:spMkLst>
            <pc:docMk/>
            <pc:sldMk cId="3499702118" sldId="561"/>
            <ac:spMk id="20" creationId="{8D71EDA1-87BF-4D5D-AB79-F346FD19278A}"/>
          </ac:spMkLst>
        </pc:spChg>
        <pc:spChg chg="add del">
          <ac:chgData name="Guttorm Schjelderup" userId="e0ac67c0-b505-4405-ab95-266cbfcd4586" providerId="ADAL" clId="{495AF721-4E66-5624-A6F1-D11890231467}" dt="2026-06-29T12:09:11.209" v="9" actId="26606"/>
          <ac:spMkLst>
            <pc:docMk/>
            <pc:sldMk cId="3499702118" sldId="561"/>
            <ac:spMk id="21" creationId="{7F488E8B-4E1E-4402-8935-D4E6C02615C7}"/>
          </ac:spMkLst>
        </pc:spChg>
        <pc:grpChg chg="add del">
          <ac:chgData name="Guttorm Schjelderup" userId="e0ac67c0-b505-4405-ab95-266cbfcd4586" providerId="ADAL" clId="{495AF721-4E66-5624-A6F1-D11890231467}" dt="2026-06-29T12:08:54.005" v="3" actId="26606"/>
          <ac:grpSpMkLst>
            <pc:docMk/>
            <pc:sldMk cId="3499702118" sldId="561"/>
            <ac:grpSpMk id="9" creationId="{C5F6476F-D303-44D3-B30F-1BA348F0F64A}"/>
          </ac:grpSpMkLst>
        </pc:grpChg>
        <pc:picChg chg="add del">
          <ac:chgData name="Guttorm Schjelderup" userId="e0ac67c0-b505-4405-ab95-266cbfcd4586" providerId="ADAL" clId="{495AF721-4E66-5624-A6F1-D11890231467}" dt="2026-06-29T12:08:54.005" v="3" actId="26606"/>
          <ac:picMkLst>
            <pc:docMk/>
            <pc:sldMk cId="3499702118" sldId="561"/>
            <ac:picMk id="7" creationId="{64FEEBF7-B660-F4AE-E9D0-F5562514D426}"/>
          </ac:picMkLst>
        </pc:picChg>
      </pc:sldChg>
      <pc:sldChg chg="modSp new mod">
        <pc:chgData name="Guttorm Schjelderup" userId="e0ac67c0-b505-4405-ab95-266cbfcd4586" providerId="ADAL" clId="{495AF721-4E66-5624-A6F1-D11890231467}" dt="2026-06-29T12:11:30.164" v="135" actId="14100"/>
        <pc:sldMkLst>
          <pc:docMk/>
          <pc:sldMk cId="3115740032" sldId="568"/>
        </pc:sldMkLst>
        <pc:spChg chg="mod">
          <ac:chgData name="Guttorm Schjelderup" userId="e0ac67c0-b505-4405-ab95-266cbfcd4586" providerId="ADAL" clId="{495AF721-4E66-5624-A6F1-D11890231467}" dt="2026-06-29T12:11:27.854" v="134" actId="14100"/>
          <ac:spMkLst>
            <pc:docMk/>
            <pc:sldMk cId="3115740032" sldId="568"/>
            <ac:spMk id="2" creationId="{197C2D8D-89FE-A96F-A507-CD092CAF7D77}"/>
          </ac:spMkLst>
        </pc:spChg>
        <pc:spChg chg="mod">
          <ac:chgData name="Guttorm Schjelderup" userId="e0ac67c0-b505-4405-ab95-266cbfcd4586" providerId="ADAL" clId="{495AF721-4E66-5624-A6F1-D11890231467}" dt="2026-06-29T12:11:30.164" v="135" actId="14100"/>
          <ac:spMkLst>
            <pc:docMk/>
            <pc:sldMk cId="3115740032" sldId="568"/>
            <ac:spMk id="3" creationId="{E88EF43D-5859-9251-8FD9-E5EF01D76F9D}"/>
          </ac:spMkLst>
        </pc:spChg>
      </pc:sldChg>
      <pc:sldChg chg="modSp new mod modAnim">
        <pc:chgData name="Guttorm Schjelderup" userId="e0ac67c0-b505-4405-ab95-266cbfcd4586" providerId="ADAL" clId="{495AF721-4E66-5624-A6F1-D11890231467}" dt="2026-06-29T12:13:54.577" v="258"/>
        <pc:sldMkLst>
          <pc:docMk/>
          <pc:sldMk cId="2725422677" sldId="569"/>
        </pc:sldMkLst>
        <pc:spChg chg="mod">
          <ac:chgData name="Guttorm Schjelderup" userId="e0ac67c0-b505-4405-ab95-266cbfcd4586" providerId="ADAL" clId="{495AF721-4E66-5624-A6F1-D11890231467}" dt="2026-06-29T12:12:15.916" v="172" actId="1076"/>
          <ac:spMkLst>
            <pc:docMk/>
            <pc:sldMk cId="2725422677" sldId="569"/>
            <ac:spMk id="2" creationId="{71293954-66AD-7C60-E383-7FCD4A697F4D}"/>
          </ac:spMkLst>
        </pc:spChg>
        <pc:spChg chg="mod">
          <ac:chgData name="Guttorm Schjelderup" userId="e0ac67c0-b505-4405-ab95-266cbfcd4586" providerId="ADAL" clId="{495AF721-4E66-5624-A6F1-D11890231467}" dt="2026-06-29T12:13:44.092" v="257" actId="12"/>
          <ac:spMkLst>
            <pc:docMk/>
            <pc:sldMk cId="2725422677" sldId="569"/>
            <ac:spMk id="3" creationId="{CDF8A3AC-2176-828E-933B-F3EC08EF8D3D}"/>
          </ac:spMkLst>
        </pc:spChg>
      </pc:sldChg>
    </pc:docChg>
  </pc:docChgLst>
  <pc:docChgLst>
    <pc:chgData name="Guttorm Schjelderup" userId="e0ac67c0-b505-4405-ab95-266cbfcd4586" providerId="ADAL" clId="{A6A39AE8-E1CF-4F5D-BBAC-CEB80C096350}"/>
    <pc:docChg chg="undo custSel addSld delSld modSld sldOrd">
      <pc:chgData name="Guttorm Schjelderup" userId="e0ac67c0-b505-4405-ab95-266cbfcd4586" providerId="ADAL" clId="{A6A39AE8-E1CF-4F5D-BBAC-CEB80C096350}" dt="2026-06-05T07:56:08.603" v="13581" actId="47"/>
      <pc:docMkLst>
        <pc:docMk/>
      </pc:docMkLst>
      <pc:sldChg chg="modSp add del mod">
        <pc:chgData name="Guttorm Schjelderup" userId="e0ac67c0-b505-4405-ab95-266cbfcd4586" providerId="ADAL" clId="{A6A39AE8-E1CF-4F5D-BBAC-CEB80C096350}" dt="2026-06-05T07:50:24.274" v="12940" actId="20577"/>
        <pc:sldMkLst>
          <pc:docMk/>
          <pc:sldMk cId="3941883790" sldId="259"/>
        </pc:sldMkLst>
        <pc:spChg chg="mod">
          <ac:chgData name="Guttorm Schjelderup" userId="e0ac67c0-b505-4405-ab95-266cbfcd4586" providerId="ADAL" clId="{A6A39AE8-E1CF-4F5D-BBAC-CEB80C096350}" dt="2026-06-05T07:46:40.460" v="12539" actId="113"/>
          <ac:spMkLst>
            <pc:docMk/>
            <pc:sldMk cId="3941883790" sldId="259"/>
            <ac:spMk id="2" creationId="{5D070119-D07A-0781-07C2-0DD987F4287B}"/>
          </ac:spMkLst>
        </pc:spChg>
        <pc:spChg chg="mod">
          <ac:chgData name="Guttorm Schjelderup" userId="e0ac67c0-b505-4405-ab95-266cbfcd4586" providerId="ADAL" clId="{A6A39AE8-E1CF-4F5D-BBAC-CEB80C096350}" dt="2026-06-05T07:50:24.274" v="12940" actId="20577"/>
          <ac:spMkLst>
            <pc:docMk/>
            <pc:sldMk cId="3941883790" sldId="259"/>
            <ac:spMk id="3" creationId="{7E341A44-1AEF-AC58-C547-A41333F73854}"/>
          </ac:spMkLst>
        </pc:spChg>
      </pc:sldChg>
      <pc:sldChg chg="modSp add del mod">
        <pc:chgData name="Guttorm Schjelderup" userId="e0ac67c0-b505-4405-ab95-266cbfcd4586" providerId="ADAL" clId="{A6A39AE8-E1CF-4F5D-BBAC-CEB80C096350}" dt="2026-06-05T07:55:50.206" v="13580" actId="20577"/>
        <pc:sldMkLst>
          <pc:docMk/>
          <pc:sldMk cId="396538030" sldId="260"/>
        </pc:sldMkLst>
        <pc:spChg chg="mod">
          <ac:chgData name="Guttorm Schjelderup" userId="e0ac67c0-b505-4405-ab95-266cbfcd4586" providerId="ADAL" clId="{A6A39AE8-E1CF-4F5D-BBAC-CEB80C096350}" dt="2026-06-05T07:55:50.206" v="13580" actId="20577"/>
          <ac:spMkLst>
            <pc:docMk/>
            <pc:sldMk cId="396538030" sldId="260"/>
            <ac:spMk id="3" creationId="{BD7E8512-9542-8C58-E56E-14ED5D7B9D64}"/>
          </ac:spMkLst>
        </pc:spChg>
      </pc:sldChg>
      <pc:sldChg chg="modSp mod ord">
        <pc:chgData name="Guttorm Schjelderup" userId="e0ac67c0-b505-4405-ab95-266cbfcd4586" providerId="ADAL" clId="{A6A39AE8-E1CF-4F5D-BBAC-CEB80C096350}" dt="2026-06-01T11:50:05.076" v="11692" actId="14100"/>
        <pc:sldMkLst>
          <pc:docMk/>
          <pc:sldMk cId="152905517" sldId="262"/>
        </pc:sldMkLst>
        <pc:spChg chg="mod">
          <ac:chgData name="Guttorm Schjelderup" userId="e0ac67c0-b505-4405-ab95-266cbfcd4586" providerId="ADAL" clId="{A6A39AE8-E1CF-4F5D-BBAC-CEB80C096350}" dt="2026-06-01T11:50:05.076" v="11692" actId="14100"/>
          <ac:spMkLst>
            <pc:docMk/>
            <pc:sldMk cId="152905517" sldId="262"/>
            <ac:spMk id="3" creationId="{E912942C-BC70-5E44-96A3-FD3225E8D448}"/>
          </ac:spMkLst>
        </pc:spChg>
      </pc:sldChg>
      <pc:sldChg chg="modSp add mod">
        <pc:chgData name="Guttorm Schjelderup" userId="e0ac67c0-b505-4405-ab95-266cbfcd4586" providerId="ADAL" clId="{A6A39AE8-E1CF-4F5D-BBAC-CEB80C096350}" dt="2026-06-04T12:43:27.490" v="11986" actId="5793"/>
        <pc:sldMkLst>
          <pc:docMk/>
          <pc:sldMk cId="268653067" sldId="284"/>
        </pc:sldMkLst>
        <pc:spChg chg="mod">
          <ac:chgData name="Guttorm Schjelderup" userId="e0ac67c0-b505-4405-ab95-266cbfcd4586" providerId="ADAL" clId="{A6A39AE8-E1CF-4F5D-BBAC-CEB80C096350}" dt="2026-06-04T12:43:27.490" v="11986" actId="5793"/>
          <ac:spMkLst>
            <pc:docMk/>
            <pc:sldMk cId="268653067" sldId="284"/>
            <ac:spMk id="3" creationId="{46C14EFB-284E-5DD4-AFE5-8A51E57AF96D}"/>
          </ac:spMkLst>
        </pc:spChg>
      </pc:sldChg>
      <pc:sldChg chg="modSp add mod">
        <pc:chgData name="Guttorm Schjelderup" userId="e0ac67c0-b505-4405-ab95-266cbfcd4586" providerId="ADAL" clId="{A6A39AE8-E1CF-4F5D-BBAC-CEB80C096350}" dt="2026-06-04T12:45:08.196" v="12104" actId="20577"/>
        <pc:sldMkLst>
          <pc:docMk/>
          <pc:sldMk cId="1970700158" sldId="285"/>
        </pc:sldMkLst>
        <pc:spChg chg="mod">
          <ac:chgData name="Guttorm Schjelderup" userId="e0ac67c0-b505-4405-ab95-266cbfcd4586" providerId="ADAL" clId="{A6A39AE8-E1CF-4F5D-BBAC-CEB80C096350}" dt="2026-06-04T12:45:08.196" v="12104" actId="20577"/>
          <ac:spMkLst>
            <pc:docMk/>
            <pc:sldMk cId="1970700158" sldId="285"/>
            <ac:spMk id="3" creationId="{BA59D8D2-82F8-9B0D-9406-25832C1B325D}"/>
          </ac:spMkLst>
        </pc:spChg>
      </pc:sldChg>
      <pc:sldChg chg="modSp add mod">
        <pc:chgData name="Guttorm Schjelderup" userId="e0ac67c0-b505-4405-ab95-266cbfcd4586" providerId="ADAL" clId="{A6A39AE8-E1CF-4F5D-BBAC-CEB80C096350}" dt="2026-06-04T12:44:38.010" v="12077" actId="20577"/>
        <pc:sldMkLst>
          <pc:docMk/>
          <pc:sldMk cId="1389522022" sldId="286"/>
        </pc:sldMkLst>
        <pc:spChg chg="mod">
          <ac:chgData name="Guttorm Schjelderup" userId="e0ac67c0-b505-4405-ab95-266cbfcd4586" providerId="ADAL" clId="{A6A39AE8-E1CF-4F5D-BBAC-CEB80C096350}" dt="2026-06-04T12:44:22.627" v="12033" actId="27636"/>
          <ac:spMkLst>
            <pc:docMk/>
            <pc:sldMk cId="1389522022" sldId="286"/>
            <ac:spMk id="4" creationId="{E00B4811-E8F9-CAB7-0E48-9A209FFCBFC4}"/>
          </ac:spMkLst>
        </pc:spChg>
        <pc:spChg chg="mod">
          <ac:chgData name="Guttorm Schjelderup" userId="e0ac67c0-b505-4405-ab95-266cbfcd4586" providerId="ADAL" clId="{A6A39AE8-E1CF-4F5D-BBAC-CEB80C096350}" dt="2026-06-04T12:44:38.010" v="12077" actId="20577"/>
          <ac:spMkLst>
            <pc:docMk/>
            <pc:sldMk cId="1389522022" sldId="286"/>
            <ac:spMk id="6" creationId="{BF58A0AE-C567-10A1-C722-C01AE8F94FD1}"/>
          </ac:spMkLst>
        </pc:spChg>
      </pc:sldChg>
      <pc:sldChg chg="modSp add mod modAnim">
        <pc:chgData name="Guttorm Schjelderup" userId="e0ac67c0-b505-4405-ab95-266cbfcd4586" providerId="ADAL" clId="{A6A39AE8-E1CF-4F5D-BBAC-CEB80C096350}" dt="2026-06-04T12:41:33.477" v="11893"/>
        <pc:sldMkLst>
          <pc:docMk/>
          <pc:sldMk cId="1523631275" sldId="288"/>
        </pc:sldMkLst>
        <pc:spChg chg="mod">
          <ac:chgData name="Guttorm Schjelderup" userId="e0ac67c0-b505-4405-ab95-266cbfcd4586" providerId="ADAL" clId="{A6A39AE8-E1CF-4F5D-BBAC-CEB80C096350}" dt="2026-06-04T12:41:17.676" v="11892" actId="20577"/>
          <ac:spMkLst>
            <pc:docMk/>
            <pc:sldMk cId="1523631275" sldId="288"/>
            <ac:spMk id="4" creationId="{3D6C73CE-902C-4A63-4FB1-D93E3F2FA64F}"/>
          </ac:spMkLst>
        </pc:spChg>
      </pc:sldChg>
      <pc:sldChg chg="ord">
        <pc:chgData name="Guttorm Schjelderup" userId="e0ac67c0-b505-4405-ab95-266cbfcd4586" providerId="ADAL" clId="{A6A39AE8-E1CF-4F5D-BBAC-CEB80C096350}" dt="2026-06-01T11:49:35.156" v="11684"/>
        <pc:sldMkLst>
          <pc:docMk/>
          <pc:sldMk cId="1270768477" sldId="334"/>
        </pc:sldMkLst>
      </pc:sldChg>
      <pc:sldChg chg="modSp add mod">
        <pc:chgData name="Guttorm Schjelderup" userId="e0ac67c0-b505-4405-ab95-266cbfcd4586" providerId="ADAL" clId="{A6A39AE8-E1CF-4F5D-BBAC-CEB80C096350}" dt="2026-06-05T07:38:26.654" v="12468" actId="27636"/>
        <pc:sldMkLst>
          <pc:docMk/>
          <pc:sldMk cId="1003366470" sldId="484"/>
        </pc:sldMkLst>
        <pc:spChg chg="mod">
          <ac:chgData name="Guttorm Schjelderup" userId="e0ac67c0-b505-4405-ab95-266cbfcd4586" providerId="ADAL" clId="{A6A39AE8-E1CF-4F5D-BBAC-CEB80C096350}" dt="2026-06-05T07:38:26.654" v="12468" actId="27636"/>
          <ac:spMkLst>
            <pc:docMk/>
            <pc:sldMk cId="1003366470" sldId="484"/>
            <ac:spMk id="2" creationId="{86CE1347-48E7-B093-63CC-6B75469D91DC}"/>
          </ac:spMkLst>
        </pc:spChg>
      </pc:sldChg>
      <pc:sldChg chg="modSp add mod">
        <pc:chgData name="Guttorm Schjelderup" userId="e0ac67c0-b505-4405-ab95-266cbfcd4586" providerId="ADAL" clId="{A6A39AE8-E1CF-4F5D-BBAC-CEB80C096350}" dt="2026-06-05T07:37:54.342" v="12379" actId="20577"/>
        <pc:sldMkLst>
          <pc:docMk/>
          <pc:sldMk cId="696979299" sldId="540"/>
        </pc:sldMkLst>
        <pc:spChg chg="mod">
          <ac:chgData name="Guttorm Schjelderup" userId="e0ac67c0-b505-4405-ab95-266cbfcd4586" providerId="ADAL" clId="{A6A39AE8-E1CF-4F5D-BBAC-CEB80C096350}" dt="2026-06-05T07:37:54.342" v="12379" actId="20577"/>
          <ac:spMkLst>
            <pc:docMk/>
            <pc:sldMk cId="696979299" sldId="540"/>
            <ac:spMk id="3" creationId="{13E78AAA-A9DC-172C-5980-AF53B327123F}"/>
          </ac:spMkLst>
        </pc:spChg>
      </pc:sldChg>
      <pc:sldChg chg="modSp add mod">
        <pc:chgData name="Guttorm Schjelderup" userId="e0ac67c0-b505-4405-ab95-266cbfcd4586" providerId="ADAL" clId="{A6A39AE8-E1CF-4F5D-BBAC-CEB80C096350}" dt="2026-06-04T12:50:39.134" v="12229" actId="20577"/>
        <pc:sldMkLst>
          <pc:docMk/>
          <pc:sldMk cId="990481886" sldId="541"/>
        </pc:sldMkLst>
        <pc:spChg chg="mod">
          <ac:chgData name="Guttorm Schjelderup" userId="e0ac67c0-b505-4405-ab95-266cbfcd4586" providerId="ADAL" clId="{A6A39AE8-E1CF-4F5D-BBAC-CEB80C096350}" dt="2026-06-04T12:50:39.134" v="12229" actId="20577"/>
          <ac:spMkLst>
            <pc:docMk/>
            <pc:sldMk cId="990481886" sldId="541"/>
            <ac:spMk id="3" creationId="{F182CEB8-57F0-0E5C-9ADE-25745B1E2185}"/>
          </ac:spMkLst>
        </pc:spChg>
      </pc:sldChg>
      <pc:sldChg chg="modSp add mod">
        <pc:chgData name="Guttorm Schjelderup" userId="e0ac67c0-b505-4405-ab95-266cbfcd4586" providerId="ADAL" clId="{A6A39AE8-E1CF-4F5D-BBAC-CEB80C096350}" dt="2026-06-05T07:38:05.178" v="12380" actId="113"/>
        <pc:sldMkLst>
          <pc:docMk/>
          <pc:sldMk cId="1713314696" sldId="547"/>
        </pc:sldMkLst>
        <pc:spChg chg="mod">
          <ac:chgData name="Guttorm Schjelderup" userId="e0ac67c0-b505-4405-ab95-266cbfcd4586" providerId="ADAL" clId="{A6A39AE8-E1CF-4F5D-BBAC-CEB80C096350}" dt="2026-06-05T07:38:05.178" v="12380" actId="113"/>
          <ac:spMkLst>
            <pc:docMk/>
            <pc:sldMk cId="1713314696" sldId="547"/>
            <ac:spMk id="2" creationId="{12EB82AD-AB53-8D27-AEE7-8658F919F97D}"/>
          </ac:spMkLst>
        </pc:spChg>
        <pc:spChg chg="mod">
          <ac:chgData name="Guttorm Schjelderup" userId="e0ac67c0-b505-4405-ab95-266cbfcd4586" providerId="ADAL" clId="{A6A39AE8-E1CF-4F5D-BBAC-CEB80C096350}" dt="2026-06-04T12:51:15.547" v="12235" actId="207"/>
          <ac:spMkLst>
            <pc:docMk/>
            <pc:sldMk cId="1713314696" sldId="547"/>
            <ac:spMk id="3" creationId="{7FC4A7B0-230E-D663-29AB-DFC2E343F0FC}"/>
          </ac:spMkLst>
        </pc:spChg>
      </pc:sldChg>
      <pc:sldChg chg="modSp add mod">
        <pc:chgData name="Guttorm Schjelderup" userId="e0ac67c0-b505-4405-ab95-266cbfcd4586" providerId="ADAL" clId="{A6A39AE8-E1CF-4F5D-BBAC-CEB80C096350}" dt="2026-06-04T12:51:52.015" v="12238" actId="14100"/>
        <pc:sldMkLst>
          <pc:docMk/>
          <pc:sldMk cId="1438630973" sldId="550"/>
        </pc:sldMkLst>
        <pc:spChg chg="mod">
          <ac:chgData name="Guttorm Schjelderup" userId="e0ac67c0-b505-4405-ab95-266cbfcd4586" providerId="ADAL" clId="{A6A39AE8-E1CF-4F5D-BBAC-CEB80C096350}" dt="2026-06-04T12:51:52.015" v="12238" actId="14100"/>
          <ac:spMkLst>
            <pc:docMk/>
            <pc:sldMk cId="1438630973" sldId="550"/>
            <ac:spMk id="3" creationId="{7DA23A22-FB3D-32C5-4243-53352CD9BE78}"/>
          </ac:spMkLst>
        </pc:spChg>
      </pc:sldChg>
      <pc:sldChg chg="modSp add del mod">
        <pc:chgData name="Guttorm Schjelderup" userId="e0ac67c0-b505-4405-ab95-266cbfcd4586" providerId="ADAL" clId="{A6A39AE8-E1CF-4F5D-BBAC-CEB80C096350}" dt="2026-06-05T07:52:25.817" v="13112" actId="20577"/>
        <pc:sldMkLst>
          <pc:docMk/>
          <pc:sldMk cId="573874240" sldId="551"/>
        </pc:sldMkLst>
        <pc:spChg chg="mod">
          <ac:chgData name="Guttorm Schjelderup" userId="e0ac67c0-b505-4405-ab95-266cbfcd4586" providerId="ADAL" clId="{A6A39AE8-E1CF-4F5D-BBAC-CEB80C096350}" dt="2026-06-05T07:52:25.817" v="13112" actId="20577"/>
          <ac:spMkLst>
            <pc:docMk/>
            <pc:sldMk cId="573874240" sldId="551"/>
            <ac:spMk id="3" creationId="{2BBE851D-1251-A9AF-9EBA-4831778A5980}"/>
          </ac:spMkLst>
        </pc:spChg>
      </pc:sldChg>
      <pc:sldChg chg="modSp add del mod">
        <pc:chgData name="Guttorm Schjelderup" userId="e0ac67c0-b505-4405-ab95-266cbfcd4586" providerId="ADAL" clId="{A6A39AE8-E1CF-4F5D-BBAC-CEB80C096350}" dt="2026-06-05T07:53:55.078" v="13281" actId="27636"/>
        <pc:sldMkLst>
          <pc:docMk/>
          <pc:sldMk cId="2529920853" sldId="552"/>
        </pc:sldMkLst>
        <pc:spChg chg="mod">
          <ac:chgData name="Guttorm Schjelderup" userId="e0ac67c0-b505-4405-ab95-266cbfcd4586" providerId="ADAL" clId="{A6A39AE8-E1CF-4F5D-BBAC-CEB80C096350}" dt="2026-06-05T07:53:55.078" v="13281" actId="27636"/>
          <ac:spMkLst>
            <pc:docMk/>
            <pc:sldMk cId="2529920853" sldId="552"/>
            <ac:spMk id="3" creationId="{260101EB-BC41-BC86-B2CA-E0A5A98B40EF}"/>
          </ac:spMkLst>
        </pc:spChg>
      </pc:sldChg>
      <pc:sldChg chg="modSp add del mod">
        <pc:chgData name="Guttorm Schjelderup" userId="e0ac67c0-b505-4405-ab95-266cbfcd4586" providerId="ADAL" clId="{A6A39AE8-E1CF-4F5D-BBAC-CEB80C096350}" dt="2026-06-05T07:54:29.330" v="13312" actId="20577"/>
        <pc:sldMkLst>
          <pc:docMk/>
          <pc:sldMk cId="3310173419" sldId="553"/>
        </pc:sldMkLst>
        <pc:spChg chg="mod">
          <ac:chgData name="Guttorm Schjelderup" userId="e0ac67c0-b505-4405-ab95-266cbfcd4586" providerId="ADAL" clId="{A6A39AE8-E1CF-4F5D-BBAC-CEB80C096350}" dt="2026-06-05T07:54:29.330" v="13312" actId="20577"/>
          <ac:spMkLst>
            <pc:docMk/>
            <pc:sldMk cId="3310173419" sldId="553"/>
            <ac:spMk id="3" creationId="{1C9E8C48-326A-44A1-DA4A-A319F5ECB859}"/>
          </ac:spMkLst>
        </pc:spChg>
      </pc:sldChg>
      <pc:sldChg chg="modSp add mod">
        <pc:chgData name="Guttorm Schjelderup" userId="e0ac67c0-b505-4405-ab95-266cbfcd4586" providerId="ADAL" clId="{A6A39AE8-E1CF-4F5D-BBAC-CEB80C096350}" dt="2026-06-05T07:39:08.683" v="12470" actId="207"/>
        <pc:sldMkLst>
          <pc:docMk/>
          <pc:sldMk cId="1660098519" sldId="554"/>
        </pc:sldMkLst>
        <pc:spChg chg="mod">
          <ac:chgData name="Guttorm Schjelderup" userId="e0ac67c0-b505-4405-ab95-266cbfcd4586" providerId="ADAL" clId="{A6A39AE8-E1CF-4F5D-BBAC-CEB80C096350}" dt="2026-06-05T07:39:08.683" v="12470" actId="207"/>
          <ac:spMkLst>
            <pc:docMk/>
            <pc:sldMk cId="1660098519" sldId="554"/>
            <ac:spMk id="3" creationId="{897148E0-1000-41F5-18E9-C2CC30E8F545}"/>
          </ac:spMkLst>
        </pc:spChg>
      </pc:sldChg>
      <pc:sldChg chg="modSp add">
        <pc:chgData name="Guttorm Schjelderup" userId="e0ac67c0-b505-4405-ab95-266cbfcd4586" providerId="ADAL" clId="{A6A39AE8-E1CF-4F5D-BBAC-CEB80C096350}" dt="2026-06-05T07:42:54.556" v="12473" actId="207"/>
        <pc:sldMkLst>
          <pc:docMk/>
          <pc:sldMk cId="981638722" sldId="555"/>
        </pc:sldMkLst>
        <pc:spChg chg="mod">
          <ac:chgData name="Guttorm Schjelderup" userId="e0ac67c0-b505-4405-ab95-266cbfcd4586" providerId="ADAL" clId="{A6A39AE8-E1CF-4F5D-BBAC-CEB80C096350}" dt="2026-06-05T07:42:54.556" v="12473" actId="207"/>
          <ac:spMkLst>
            <pc:docMk/>
            <pc:sldMk cId="981638722" sldId="555"/>
            <ac:spMk id="3" creationId="{BEC61824-6DF3-E7C3-B5BF-2564081D44B1}"/>
          </ac:spMkLst>
        </pc:spChg>
      </pc:sldChg>
      <pc:sldChg chg="modSp add mod modAnim">
        <pc:chgData name="Guttorm Schjelderup" userId="e0ac67c0-b505-4405-ab95-266cbfcd4586" providerId="ADAL" clId="{A6A39AE8-E1CF-4F5D-BBAC-CEB80C096350}" dt="2026-06-05T07:45:08.687" v="12510" actId="207"/>
        <pc:sldMkLst>
          <pc:docMk/>
          <pc:sldMk cId="3917670345" sldId="556"/>
        </pc:sldMkLst>
        <pc:spChg chg="mod">
          <ac:chgData name="Guttorm Schjelderup" userId="e0ac67c0-b505-4405-ab95-266cbfcd4586" providerId="ADAL" clId="{A6A39AE8-E1CF-4F5D-BBAC-CEB80C096350}" dt="2026-06-05T07:45:08.687" v="12510" actId="207"/>
          <ac:spMkLst>
            <pc:docMk/>
            <pc:sldMk cId="3917670345" sldId="556"/>
            <ac:spMk id="3" creationId="{3E55F911-DCE8-1398-1F85-8F36BC623FE2}"/>
          </ac:spMkLst>
        </pc:spChg>
      </pc:sldChg>
      <pc:sldChg chg="modSp add mod">
        <pc:chgData name="Guttorm Schjelderup" userId="e0ac67c0-b505-4405-ab95-266cbfcd4586" providerId="ADAL" clId="{A6A39AE8-E1CF-4F5D-BBAC-CEB80C096350}" dt="2026-06-05T07:45:58.220" v="12530" actId="20577"/>
        <pc:sldMkLst>
          <pc:docMk/>
          <pc:sldMk cId="1462426904" sldId="558"/>
        </pc:sldMkLst>
        <pc:spChg chg="mod">
          <ac:chgData name="Guttorm Schjelderup" userId="e0ac67c0-b505-4405-ab95-266cbfcd4586" providerId="ADAL" clId="{A6A39AE8-E1CF-4F5D-BBAC-CEB80C096350}" dt="2026-06-05T07:45:58.220" v="12530" actId="20577"/>
          <ac:spMkLst>
            <pc:docMk/>
            <pc:sldMk cId="1462426904" sldId="558"/>
            <ac:spMk id="3" creationId="{2BB60E69-24EE-7F6D-AA49-AFEDAAD6A0EC}"/>
          </ac:spMkLst>
        </pc:spChg>
      </pc:sldChg>
      <pc:sldChg chg="modSp add mod">
        <pc:chgData name="Guttorm Schjelderup" userId="e0ac67c0-b505-4405-ab95-266cbfcd4586" providerId="ADAL" clId="{A6A39AE8-E1CF-4F5D-BBAC-CEB80C096350}" dt="2026-06-04T12:41:57.429" v="11907" actId="20577"/>
        <pc:sldMkLst>
          <pc:docMk/>
          <pc:sldMk cId="337940932" sldId="562"/>
        </pc:sldMkLst>
        <pc:spChg chg="mod">
          <ac:chgData name="Guttorm Schjelderup" userId="e0ac67c0-b505-4405-ab95-266cbfcd4586" providerId="ADAL" clId="{A6A39AE8-E1CF-4F5D-BBAC-CEB80C096350}" dt="2026-06-04T12:41:57.429" v="11907" actId="20577"/>
          <ac:spMkLst>
            <pc:docMk/>
            <pc:sldMk cId="337940932" sldId="562"/>
            <ac:spMk id="3" creationId="{829CB19F-B4EF-9F79-8087-3D4F8CEB6866}"/>
          </ac:spMkLst>
        </pc:spChg>
      </pc:sldChg>
      <pc:sldChg chg="modSp add modAnim">
        <pc:chgData name="Guttorm Schjelderup" userId="e0ac67c0-b505-4405-ab95-266cbfcd4586" providerId="ADAL" clId="{A6A39AE8-E1CF-4F5D-BBAC-CEB80C096350}" dt="2026-06-04T12:47:42.006" v="12127" actId="20577"/>
        <pc:sldMkLst>
          <pc:docMk/>
          <pc:sldMk cId="14984007" sldId="563"/>
        </pc:sldMkLst>
        <pc:spChg chg="mod">
          <ac:chgData name="Guttorm Schjelderup" userId="e0ac67c0-b505-4405-ab95-266cbfcd4586" providerId="ADAL" clId="{A6A39AE8-E1CF-4F5D-BBAC-CEB80C096350}" dt="2026-06-04T12:47:42.006" v="12127" actId="20577"/>
          <ac:spMkLst>
            <pc:docMk/>
            <pc:sldMk cId="14984007" sldId="563"/>
            <ac:spMk id="3" creationId="{B6958CEB-6160-4201-4A58-C5BEF352EAFA}"/>
          </ac:spMkLst>
        </pc:spChg>
      </pc:sldChg>
      <pc:sldChg chg="modSp add mod">
        <pc:chgData name="Guttorm Schjelderup" userId="e0ac67c0-b505-4405-ab95-266cbfcd4586" providerId="ADAL" clId="{A6A39AE8-E1CF-4F5D-BBAC-CEB80C096350}" dt="2026-06-04T12:50:01.931" v="12173" actId="27636"/>
        <pc:sldMkLst>
          <pc:docMk/>
          <pc:sldMk cId="1669589029" sldId="567"/>
        </pc:sldMkLst>
        <pc:spChg chg="mod">
          <ac:chgData name="Guttorm Schjelderup" userId="e0ac67c0-b505-4405-ab95-266cbfcd4586" providerId="ADAL" clId="{A6A39AE8-E1CF-4F5D-BBAC-CEB80C096350}" dt="2026-06-04T12:50:01.931" v="12173" actId="27636"/>
          <ac:spMkLst>
            <pc:docMk/>
            <pc:sldMk cId="1669589029" sldId="567"/>
            <ac:spMk id="3" creationId="{D0E5ED2D-DC61-BE35-5742-CE7636ACC204}"/>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embeddings/oleObject1.bin"/><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nb-NO" sz="2800" b="1" noProof="0" dirty="0"/>
              <a:t>Antall</a:t>
            </a:r>
            <a:r>
              <a:rPr lang="nb-NO" sz="2800" b="1" baseline="0" noProof="0" dirty="0"/>
              <a:t> rike i Norge </a:t>
            </a:r>
            <a:r>
              <a:rPr lang="nb-NO" sz="2800" b="1" baseline="0" noProof="0" dirty="0" err="1"/>
              <a:t>vs</a:t>
            </a:r>
            <a:r>
              <a:rPr lang="nb-NO" sz="2800" b="1" baseline="0" noProof="0" dirty="0"/>
              <a:t> USA pr. million innbyggere</a:t>
            </a:r>
            <a:endParaRPr lang="nb-NO" sz="2800" b="1" noProof="0"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nb-NO"/>
        </a:p>
      </c:txPr>
    </c:title>
    <c:autoTitleDeleted val="0"/>
    <c:plotArea>
      <c:layout/>
      <c:barChart>
        <c:barDir val="col"/>
        <c:grouping val="clustered"/>
        <c:varyColors val="0"/>
        <c:ser>
          <c:idx val="0"/>
          <c:order val="0"/>
          <c:tx>
            <c:strRef>
              <c:f>Sheet1!$A$2</c:f>
              <c:strCache>
                <c:ptCount val="1"/>
                <c:pt idx="0">
                  <c:v>US</c:v>
                </c:pt>
              </c:strCache>
            </c:strRef>
          </c:tx>
          <c:spPr>
            <a:solidFill>
              <a:schemeClr val="accent1"/>
            </a:solidFill>
            <a:ln>
              <a:noFill/>
            </a:ln>
            <a:effectLst/>
          </c:spPr>
          <c:invertIfNegative val="0"/>
          <c:cat>
            <c:strRef>
              <c:f>Sheet1!$B$1:$C$1</c:f>
              <c:strCache>
                <c:ptCount val="2"/>
                <c:pt idx="0">
                  <c:v>Superrich(Y&gt;100 mill. USD)</c:v>
                </c:pt>
                <c:pt idx="1">
                  <c:v>Rich (100 &gt; Y &gt; 30 mill. USD)</c:v>
                </c:pt>
              </c:strCache>
            </c:strRef>
          </c:cat>
          <c:val>
            <c:numRef>
              <c:f>Sheet1!$B$2:$C$2</c:f>
              <c:numCache>
                <c:formatCode>General</c:formatCode>
                <c:ptCount val="2"/>
                <c:pt idx="0">
                  <c:v>37</c:v>
                </c:pt>
                <c:pt idx="1">
                  <c:v>125</c:v>
                </c:pt>
              </c:numCache>
            </c:numRef>
          </c:val>
          <c:extLst>
            <c:ext xmlns:c16="http://schemas.microsoft.com/office/drawing/2014/chart" uri="{C3380CC4-5D6E-409C-BE32-E72D297353CC}">
              <c16:uniqueId val="{00000000-38B4-4D0A-9201-E087AF983981}"/>
            </c:ext>
          </c:extLst>
        </c:ser>
        <c:ser>
          <c:idx val="1"/>
          <c:order val="1"/>
          <c:tx>
            <c:strRef>
              <c:f>Sheet1!$A$3</c:f>
              <c:strCache>
                <c:ptCount val="1"/>
                <c:pt idx="0">
                  <c:v>Norway</c:v>
                </c:pt>
              </c:strCache>
            </c:strRef>
          </c:tx>
          <c:spPr>
            <a:solidFill>
              <a:schemeClr val="accent2"/>
            </a:solidFill>
            <a:ln>
              <a:solidFill>
                <a:srgbClr val="FF0000"/>
              </a:solidFill>
            </a:ln>
            <a:effectLst/>
          </c:spPr>
          <c:invertIfNegative val="0"/>
          <c:cat>
            <c:strRef>
              <c:f>Sheet1!$B$1:$C$1</c:f>
              <c:strCache>
                <c:ptCount val="2"/>
                <c:pt idx="0">
                  <c:v>Superrich(Y&gt;100 mill. USD)</c:v>
                </c:pt>
                <c:pt idx="1">
                  <c:v>Rich (100 &gt; Y &gt; 30 mill. USD)</c:v>
                </c:pt>
              </c:strCache>
            </c:strRef>
          </c:cat>
          <c:val>
            <c:numRef>
              <c:f>Sheet1!$B$3:$C$3</c:f>
              <c:numCache>
                <c:formatCode>General</c:formatCode>
                <c:ptCount val="2"/>
                <c:pt idx="0">
                  <c:v>64</c:v>
                </c:pt>
                <c:pt idx="1">
                  <c:v>473</c:v>
                </c:pt>
              </c:numCache>
            </c:numRef>
          </c:val>
          <c:extLst>
            <c:ext xmlns:c16="http://schemas.microsoft.com/office/drawing/2014/chart" uri="{C3380CC4-5D6E-409C-BE32-E72D297353CC}">
              <c16:uniqueId val="{00000001-38B4-4D0A-9201-E087AF983981}"/>
            </c:ext>
          </c:extLst>
        </c:ser>
        <c:dLbls>
          <c:showLegendKey val="0"/>
          <c:showVal val="0"/>
          <c:showCatName val="0"/>
          <c:showSerName val="0"/>
          <c:showPercent val="0"/>
          <c:showBubbleSize val="0"/>
        </c:dLbls>
        <c:gapWidth val="219"/>
        <c:overlap val="-27"/>
        <c:axId val="-357037632"/>
        <c:axId val="-356970352"/>
      </c:barChart>
      <c:catAx>
        <c:axId val="-3570376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en-NO"/>
          </a:p>
        </c:txPr>
        <c:crossAx val="-356970352"/>
        <c:crosses val="autoZero"/>
        <c:auto val="1"/>
        <c:lblAlgn val="ctr"/>
        <c:lblOffset val="100"/>
        <c:noMultiLvlLbl val="0"/>
      </c:catAx>
      <c:valAx>
        <c:axId val="-3569703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NO"/>
          </a:p>
        </c:txPr>
        <c:crossAx val="-3570376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3200" b="0" i="0" u="none" strike="noStrike" kern="1200" baseline="0">
              <a:solidFill>
                <a:schemeClr val="tx1">
                  <a:lumMod val="65000"/>
                  <a:lumOff val="35000"/>
                </a:schemeClr>
              </a:solidFill>
              <a:latin typeface="+mn-lt"/>
              <a:ea typeface="+mn-ea"/>
              <a:cs typeface="+mn-cs"/>
            </a:defRPr>
          </a:pPr>
          <a:endParaRPr lang="en-NO"/>
        </a:p>
      </c:txPr>
    </c:legend>
    <c:plotVisOnly val="1"/>
    <c:dispBlanksAs val="gap"/>
    <c:showDLblsOverMax val="0"/>
  </c:chart>
  <c:spPr>
    <a:noFill/>
    <a:ln>
      <a:noFill/>
    </a:ln>
    <a:effectLst/>
  </c:spPr>
  <c:txPr>
    <a:bodyPr/>
    <a:lstStyle/>
    <a:p>
      <a:pPr>
        <a:defRPr/>
      </a:pPr>
      <a:endParaRPr lang="en-NO"/>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D6C18B6-F786-43CF-8ED8-8A73413CF062}"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F728AE2C-1853-4205-AF81-C79CDFF8523F}">
      <dgm:prSet/>
      <dgm:spPr/>
      <dgm:t>
        <a:bodyPr/>
        <a:lstStyle/>
        <a:p>
          <a:r>
            <a:rPr lang="nb-NO" dirty="0"/>
            <a:t>Første bolk: Om det norske skattesystemet og hvordan skatter påvirker våre valg </a:t>
          </a:r>
          <a:endParaRPr lang="en-US" dirty="0"/>
        </a:p>
      </dgm:t>
    </dgm:pt>
    <dgm:pt modelId="{1264C2B9-BB9E-435C-9214-EE613722EAC6}" type="parTrans" cxnId="{9C045C80-C2E3-47FF-B681-9396FF728B22}">
      <dgm:prSet/>
      <dgm:spPr/>
      <dgm:t>
        <a:bodyPr/>
        <a:lstStyle/>
        <a:p>
          <a:endParaRPr lang="en-US"/>
        </a:p>
      </dgm:t>
    </dgm:pt>
    <dgm:pt modelId="{F723BC5D-49E3-4834-BD7E-237F063B9CB5}" type="sibTrans" cxnId="{9C045C80-C2E3-47FF-B681-9396FF728B22}">
      <dgm:prSet/>
      <dgm:spPr/>
      <dgm:t>
        <a:bodyPr/>
        <a:lstStyle/>
        <a:p>
          <a:endParaRPr lang="en-US"/>
        </a:p>
      </dgm:t>
    </dgm:pt>
    <dgm:pt modelId="{819C6911-2DD0-4ABB-90F3-934827831B2A}">
      <dgm:prSet/>
      <dgm:spPr/>
      <dgm:t>
        <a:bodyPr/>
        <a:lstStyle/>
        <a:p>
          <a:r>
            <a:rPr lang="nb-NO" dirty="0"/>
            <a:t>Andre bolk: Finansiell psykologi, sparing og risikostyring </a:t>
          </a:r>
          <a:endParaRPr lang="en-US" dirty="0"/>
        </a:p>
      </dgm:t>
    </dgm:pt>
    <dgm:pt modelId="{1462A263-4ABB-4D97-B0C2-588C1AEA1953}" type="parTrans" cxnId="{BE067C01-692E-40A1-9E10-C3311DF17D6C}">
      <dgm:prSet/>
      <dgm:spPr/>
      <dgm:t>
        <a:bodyPr/>
        <a:lstStyle/>
        <a:p>
          <a:endParaRPr lang="en-US"/>
        </a:p>
      </dgm:t>
    </dgm:pt>
    <dgm:pt modelId="{D310C16C-AA75-465B-8117-A8FF6A39D3EA}" type="sibTrans" cxnId="{BE067C01-692E-40A1-9E10-C3311DF17D6C}">
      <dgm:prSet/>
      <dgm:spPr/>
      <dgm:t>
        <a:bodyPr/>
        <a:lstStyle/>
        <a:p>
          <a:endParaRPr lang="en-US"/>
        </a:p>
      </dgm:t>
    </dgm:pt>
    <dgm:pt modelId="{F9E16535-1297-4C19-9C97-1F3F22056320}" type="pres">
      <dgm:prSet presAssocID="{ED6C18B6-F786-43CF-8ED8-8A73413CF062}" presName="hierChild1" presStyleCnt="0">
        <dgm:presLayoutVars>
          <dgm:chPref val="1"/>
          <dgm:dir/>
          <dgm:animOne val="branch"/>
          <dgm:animLvl val="lvl"/>
          <dgm:resizeHandles/>
        </dgm:presLayoutVars>
      </dgm:prSet>
      <dgm:spPr/>
    </dgm:pt>
    <dgm:pt modelId="{CC574BDE-1F4F-4821-A2FB-C5586CCD2F83}" type="pres">
      <dgm:prSet presAssocID="{F728AE2C-1853-4205-AF81-C79CDFF8523F}" presName="hierRoot1" presStyleCnt="0"/>
      <dgm:spPr/>
    </dgm:pt>
    <dgm:pt modelId="{1B7A2CAA-9CE5-45B1-A6B2-A32AF0F8A700}" type="pres">
      <dgm:prSet presAssocID="{F728AE2C-1853-4205-AF81-C79CDFF8523F}" presName="composite" presStyleCnt="0"/>
      <dgm:spPr/>
    </dgm:pt>
    <dgm:pt modelId="{10B2D745-3872-4428-9FA8-6E7C7CD42835}" type="pres">
      <dgm:prSet presAssocID="{F728AE2C-1853-4205-AF81-C79CDFF8523F}" presName="background" presStyleLbl="node0" presStyleIdx="0" presStyleCnt="2"/>
      <dgm:spPr/>
    </dgm:pt>
    <dgm:pt modelId="{43DAF218-DFF0-4AAD-8218-4780B29967DC}" type="pres">
      <dgm:prSet presAssocID="{F728AE2C-1853-4205-AF81-C79CDFF8523F}" presName="text" presStyleLbl="fgAcc0" presStyleIdx="0" presStyleCnt="2" custLinFactNeighborX="-2768" custLinFactNeighborY="-4162">
        <dgm:presLayoutVars>
          <dgm:chPref val="3"/>
        </dgm:presLayoutVars>
      </dgm:prSet>
      <dgm:spPr/>
    </dgm:pt>
    <dgm:pt modelId="{23BEC613-1CF0-40BD-8133-34A91C1EBEBB}" type="pres">
      <dgm:prSet presAssocID="{F728AE2C-1853-4205-AF81-C79CDFF8523F}" presName="hierChild2" presStyleCnt="0"/>
      <dgm:spPr/>
    </dgm:pt>
    <dgm:pt modelId="{23F6BD3F-5537-42EA-BF67-7B3B3735BF2F}" type="pres">
      <dgm:prSet presAssocID="{819C6911-2DD0-4ABB-90F3-934827831B2A}" presName="hierRoot1" presStyleCnt="0"/>
      <dgm:spPr/>
    </dgm:pt>
    <dgm:pt modelId="{56D5B635-30ED-4C24-9CA9-8A853C7A7256}" type="pres">
      <dgm:prSet presAssocID="{819C6911-2DD0-4ABB-90F3-934827831B2A}" presName="composite" presStyleCnt="0"/>
      <dgm:spPr/>
    </dgm:pt>
    <dgm:pt modelId="{F3C8D2F8-9AA3-4DA6-8011-8DD8E22D8BA7}" type="pres">
      <dgm:prSet presAssocID="{819C6911-2DD0-4ABB-90F3-934827831B2A}" presName="background" presStyleLbl="node0" presStyleIdx="1" presStyleCnt="2"/>
      <dgm:spPr/>
    </dgm:pt>
    <dgm:pt modelId="{6F31B787-0289-471B-B8AE-FF738AFA2746}" type="pres">
      <dgm:prSet presAssocID="{819C6911-2DD0-4ABB-90F3-934827831B2A}" presName="text" presStyleLbl="fgAcc0" presStyleIdx="1" presStyleCnt="2">
        <dgm:presLayoutVars>
          <dgm:chPref val="3"/>
        </dgm:presLayoutVars>
      </dgm:prSet>
      <dgm:spPr/>
    </dgm:pt>
    <dgm:pt modelId="{F4991220-D297-456F-A00D-90F44EA8205A}" type="pres">
      <dgm:prSet presAssocID="{819C6911-2DD0-4ABB-90F3-934827831B2A}" presName="hierChild2" presStyleCnt="0"/>
      <dgm:spPr/>
    </dgm:pt>
  </dgm:ptLst>
  <dgm:cxnLst>
    <dgm:cxn modelId="{BE067C01-692E-40A1-9E10-C3311DF17D6C}" srcId="{ED6C18B6-F786-43CF-8ED8-8A73413CF062}" destId="{819C6911-2DD0-4ABB-90F3-934827831B2A}" srcOrd="1" destOrd="0" parTransId="{1462A263-4ABB-4D97-B0C2-588C1AEA1953}" sibTransId="{D310C16C-AA75-465B-8117-A8FF6A39D3EA}"/>
    <dgm:cxn modelId="{4304E049-14E5-4E61-A8CC-8CD0D0606A1F}" type="presOf" srcId="{F728AE2C-1853-4205-AF81-C79CDFF8523F}" destId="{43DAF218-DFF0-4AAD-8218-4780B29967DC}" srcOrd="0" destOrd="0" presId="urn:microsoft.com/office/officeart/2005/8/layout/hierarchy1"/>
    <dgm:cxn modelId="{9C045C80-C2E3-47FF-B681-9396FF728B22}" srcId="{ED6C18B6-F786-43CF-8ED8-8A73413CF062}" destId="{F728AE2C-1853-4205-AF81-C79CDFF8523F}" srcOrd="0" destOrd="0" parTransId="{1264C2B9-BB9E-435C-9214-EE613722EAC6}" sibTransId="{F723BC5D-49E3-4834-BD7E-237F063B9CB5}"/>
    <dgm:cxn modelId="{52E22DA4-A791-4C63-BF8B-84E785493AC3}" type="presOf" srcId="{819C6911-2DD0-4ABB-90F3-934827831B2A}" destId="{6F31B787-0289-471B-B8AE-FF738AFA2746}" srcOrd="0" destOrd="0" presId="urn:microsoft.com/office/officeart/2005/8/layout/hierarchy1"/>
    <dgm:cxn modelId="{CE6215EB-0E4C-4284-8CA0-1A9E1B5F08B2}" type="presOf" srcId="{ED6C18B6-F786-43CF-8ED8-8A73413CF062}" destId="{F9E16535-1297-4C19-9C97-1F3F22056320}" srcOrd="0" destOrd="0" presId="urn:microsoft.com/office/officeart/2005/8/layout/hierarchy1"/>
    <dgm:cxn modelId="{88EED060-DBFA-4E3B-AB56-D90894F44DAE}" type="presParOf" srcId="{F9E16535-1297-4C19-9C97-1F3F22056320}" destId="{CC574BDE-1F4F-4821-A2FB-C5586CCD2F83}" srcOrd="0" destOrd="0" presId="urn:microsoft.com/office/officeart/2005/8/layout/hierarchy1"/>
    <dgm:cxn modelId="{8B60FF31-6E18-443E-9E02-85D7136C47BD}" type="presParOf" srcId="{CC574BDE-1F4F-4821-A2FB-C5586CCD2F83}" destId="{1B7A2CAA-9CE5-45B1-A6B2-A32AF0F8A700}" srcOrd="0" destOrd="0" presId="urn:microsoft.com/office/officeart/2005/8/layout/hierarchy1"/>
    <dgm:cxn modelId="{B29F0FF1-7981-4AA1-8BA3-249ECD1C2ECF}" type="presParOf" srcId="{1B7A2CAA-9CE5-45B1-A6B2-A32AF0F8A700}" destId="{10B2D745-3872-4428-9FA8-6E7C7CD42835}" srcOrd="0" destOrd="0" presId="urn:microsoft.com/office/officeart/2005/8/layout/hierarchy1"/>
    <dgm:cxn modelId="{0111D011-C7A5-40BF-AF05-9C8AA6DF1596}" type="presParOf" srcId="{1B7A2CAA-9CE5-45B1-A6B2-A32AF0F8A700}" destId="{43DAF218-DFF0-4AAD-8218-4780B29967DC}" srcOrd="1" destOrd="0" presId="urn:microsoft.com/office/officeart/2005/8/layout/hierarchy1"/>
    <dgm:cxn modelId="{D33777D5-36C4-4B7F-B74E-B51D95E2F1A2}" type="presParOf" srcId="{CC574BDE-1F4F-4821-A2FB-C5586CCD2F83}" destId="{23BEC613-1CF0-40BD-8133-34A91C1EBEBB}" srcOrd="1" destOrd="0" presId="urn:microsoft.com/office/officeart/2005/8/layout/hierarchy1"/>
    <dgm:cxn modelId="{4BFA1315-F743-46C9-B79D-86303BB5121D}" type="presParOf" srcId="{F9E16535-1297-4C19-9C97-1F3F22056320}" destId="{23F6BD3F-5537-42EA-BF67-7B3B3735BF2F}" srcOrd="1" destOrd="0" presId="urn:microsoft.com/office/officeart/2005/8/layout/hierarchy1"/>
    <dgm:cxn modelId="{92837686-076F-4F86-AABB-CEFF3E740066}" type="presParOf" srcId="{23F6BD3F-5537-42EA-BF67-7B3B3735BF2F}" destId="{56D5B635-30ED-4C24-9CA9-8A853C7A7256}" srcOrd="0" destOrd="0" presId="urn:microsoft.com/office/officeart/2005/8/layout/hierarchy1"/>
    <dgm:cxn modelId="{CC993706-1916-4A03-9447-A875E511268C}" type="presParOf" srcId="{56D5B635-30ED-4C24-9CA9-8A853C7A7256}" destId="{F3C8D2F8-9AA3-4DA6-8011-8DD8E22D8BA7}" srcOrd="0" destOrd="0" presId="urn:microsoft.com/office/officeart/2005/8/layout/hierarchy1"/>
    <dgm:cxn modelId="{6CBFFB19-9FCF-46B7-916D-27AA9FD41118}" type="presParOf" srcId="{56D5B635-30ED-4C24-9CA9-8A853C7A7256}" destId="{6F31B787-0289-471B-B8AE-FF738AFA2746}" srcOrd="1" destOrd="0" presId="urn:microsoft.com/office/officeart/2005/8/layout/hierarchy1"/>
    <dgm:cxn modelId="{4DE8F161-D2E3-4082-9F8A-A8E8D33FA24F}" type="presParOf" srcId="{23F6BD3F-5537-42EA-BF67-7B3B3735BF2F}" destId="{F4991220-D297-456F-A00D-90F44EA8205A}"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B2D745-3872-4428-9FA8-6E7C7CD42835}">
      <dsp:nvSpPr>
        <dsp:cNvPr id="0" name=""/>
        <dsp:cNvSpPr/>
      </dsp:nvSpPr>
      <dsp:spPr>
        <a:xfrm>
          <a:off x="14001" y="-110258"/>
          <a:ext cx="4224635" cy="268264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DAF218-DFF0-4AAD-8218-4780B29967DC}">
      <dsp:nvSpPr>
        <dsp:cNvPr id="0" name=""/>
        <dsp:cNvSpPr/>
      </dsp:nvSpPr>
      <dsp:spPr>
        <a:xfrm>
          <a:off x="483404" y="335675"/>
          <a:ext cx="4224635" cy="268264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nb-NO" sz="3300" kern="1200" dirty="0"/>
            <a:t>Første bolk: Om det norske skattesystemet og hvordan skatter påvirker våre valg </a:t>
          </a:r>
          <a:endParaRPr lang="en-US" sz="3300" kern="1200" dirty="0"/>
        </a:p>
      </dsp:txBody>
      <dsp:txXfrm>
        <a:off x="561976" y="414247"/>
        <a:ext cx="4067491" cy="2525499"/>
      </dsp:txXfrm>
    </dsp:sp>
    <dsp:sp modelId="{F3C8D2F8-9AA3-4DA6-8011-8DD8E22D8BA7}">
      <dsp:nvSpPr>
        <dsp:cNvPr id="0" name=""/>
        <dsp:cNvSpPr/>
      </dsp:nvSpPr>
      <dsp:spPr>
        <a:xfrm>
          <a:off x="5294381" y="1393"/>
          <a:ext cx="4224635" cy="268264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31B787-0289-471B-B8AE-FF738AFA2746}">
      <dsp:nvSpPr>
        <dsp:cNvPr id="0" name=""/>
        <dsp:cNvSpPr/>
      </dsp:nvSpPr>
      <dsp:spPr>
        <a:xfrm>
          <a:off x="5763785" y="447327"/>
          <a:ext cx="4224635" cy="268264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nb-NO" sz="3300" kern="1200" dirty="0"/>
            <a:t>Andre bolk: Finansiell psykologi, sparing og risikostyring </a:t>
          </a:r>
          <a:endParaRPr lang="en-US" sz="3300" kern="1200" dirty="0"/>
        </a:p>
      </dsp:txBody>
      <dsp:txXfrm>
        <a:off x="5842357" y="525899"/>
        <a:ext cx="4067491" cy="252549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35450" cy="333375"/>
          </a:xfrm>
          <a:prstGeom prst="rect">
            <a:avLst/>
          </a:prstGeom>
        </p:spPr>
        <p:txBody>
          <a:bodyPr vert="horz" lIns="91440" tIns="45720" rIns="91440" bIns="45720" rtlCol="0"/>
          <a:lstStyle>
            <a:lvl1pPr algn="l">
              <a:defRPr sz="1200"/>
            </a:lvl1pPr>
          </a:lstStyle>
          <a:p>
            <a:endParaRPr lang="nb-NO"/>
          </a:p>
        </p:txBody>
      </p:sp>
      <p:sp>
        <p:nvSpPr>
          <p:cNvPr id="3" name="Date Placeholder 2"/>
          <p:cNvSpPr>
            <a:spLocks noGrp="1"/>
          </p:cNvSpPr>
          <p:nvPr>
            <p:ph type="dt" idx="1"/>
          </p:nvPr>
        </p:nvSpPr>
        <p:spPr>
          <a:xfrm>
            <a:off x="5537200" y="0"/>
            <a:ext cx="4237038" cy="333375"/>
          </a:xfrm>
          <a:prstGeom prst="rect">
            <a:avLst/>
          </a:prstGeom>
        </p:spPr>
        <p:txBody>
          <a:bodyPr vert="horz" lIns="91440" tIns="45720" rIns="91440" bIns="45720" rtlCol="0"/>
          <a:lstStyle>
            <a:lvl1pPr algn="r">
              <a:defRPr sz="1200"/>
            </a:lvl1pPr>
          </a:lstStyle>
          <a:p>
            <a:fld id="{25DF3E37-A230-46F1-A8E3-A0E97AF6D2AC}" type="datetimeFigureOut">
              <a:rPr lang="nb-NO" smtClean="0"/>
              <a:t>29.06.2026</a:t>
            </a:fld>
            <a:endParaRPr lang="nb-NO"/>
          </a:p>
        </p:txBody>
      </p:sp>
      <p:sp>
        <p:nvSpPr>
          <p:cNvPr id="4" name="Slide Image Placeholder 3"/>
          <p:cNvSpPr>
            <a:spLocks noGrp="1" noRot="1" noChangeAspect="1"/>
          </p:cNvSpPr>
          <p:nvPr>
            <p:ph type="sldImg" idx="2"/>
          </p:nvPr>
        </p:nvSpPr>
        <p:spPr>
          <a:xfrm>
            <a:off x="2894013" y="830263"/>
            <a:ext cx="3987800" cy="2243137"/>
          </a:xfrm>
          <a:prstGeom prst="rect">
            <a:avLst/>
          </a:prstGeom>
          <a:noFill/>
          <a:ln w="12700">
            <a:solidFill>
              <a:prstClr val="black"/>
            </a:solidFill>
          </a:ln>
        </p:spPr>
        <p:txBody>
          <a:bodyPr vert="horz" lIns="91440" tIns="45720" rIns="91440" bIns="45720" rtlCol="0" anchor="ctr"/>
          <a:lstStyle/>
          <a:p>
            <a:endParaRPr lang="nb-NO"/>
          </a:p>
        </p:txBody>
      </p:sp>
      <p:sp>
        <p:nvSpPr>
          <p:cNvPr id="5" name="Notes Placeholder 4"/>
          <p:cNvSpPr>
            <a:spLocks noGrp="1"/>
          </p:cNvSpPr>
          <p:nvPr>
            <p:ph type="body" sz="quarter" idx="3"/>
          </p:nvPr>
        </p:nvSpPr>
        <p:spPr>
          <a:xfrm>
            <a:off x="977900" y="3198813"/>
            <a:ext cx="7820025" cy="26162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6" name="Footer Placeholder 5"/>
          <p:cNvSpPr>
            <a:spLocks noGrp="1"/>
          </p:cNvSpPr>
          <p:nvPr>
            <p:ph type="ftr" sz="quarter" idx="4"/>
          </p:nvPr>
        </p:nvSpPr>
        <p:spPr>
          <a:xfrm>
            <a:off x="0" y="6311900"/>
            <a:ext cx="4235450" cy="333375"/>
          </a:xfrm>
          <a:prstGeom prst="rect">
            <a:avLst/>
          </a:prstGeom>
        </p:spPr>
        <p:txBody>
          <a:bodyPr vert="horz" lIns="91440" tIns="45720" rIns="91440" bIns="45720" rtlCol="0" anchor="b"/>
          <a:lstStyle>
            <a:lvl1pPr algn="l">
              <a:defRPr sz="1200"/>
            </a:lvl1pPr>
          </a:lstStyle>
          <a:p>
            <a:endParaRPr lang="nb-NO"/>
          </a:p>
        </p:txBody>
      </p:sp>
      <p:sp>
        <p:nvSpPr>
          <p:cNvPr id="7" name="Slide Number Placeholder 6"/>
          <p:cNvSpPr>
            <a:spLocks noGrp="1"/>
          </p:cNvSpPr>
          <p:nvPr>
            <p:ph type="sldNum" sz="quarter" idx="5"/>
          </p:nvPr>
        </p:nvSpPr>
        <p:spPr>
          <a:xfrm>
            <a:off x="5537200" y="6311900"/>
            <a:ext cx="4237038" cy="333375"/>
          </a:xfrm>
          <a:prstGeom prst="rect">
            <a:avLst/>
          </a:prstGeom>
        </p:spPr>
        <p:txBody>
          <a:bodyPr vert="horz" lIns="91440" tIns="45720" rIns="91440" bIns="45720" rtlCol="0" anchor="b"/>
          <a:lstStyle>
            <a:lvl1pPr algn="r">
              <a:defRPr sz="1200"/>
            </a:lvl1pPr>
          </a:lstStyle>
          <a:p>
            <a:fld id="{1AEA3BB2-546A-4012-89E2-8DD70A568A2A}" type="slidenum">
              <a:rPr lang="nb-NO" smtClean="0"/>
              <a:t>‹#›</a:t>
            </a:fld>
            <a:endParaRPr lang="nb-NO"/>
          </a:p>
        </p:txBody>
      </p:sp>
    </p:spTree>
    <p:extLst>
      <p:ext uri="{BB962C8B-B14F-4D97-AF65-F5344CB8AC3E}">
        <p14:creationId xmlns:p14="http://schemas.microsoft.com/office/powerpoint/2010/main" val="7741576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dirty="0"/>
              <a:t>Del 1: oversikt over kurset. Del 2: Norge </a:t>
            </a:r>
            <a:r>
              <a:rPr lang="nb-NO" dirty="0" err="1"/>
              <a:t>vs</a:t>
            </a:r>
            <a:r>
              <a:rPr lang="nb-NO" dirty="0"/>
              <a:t> USA. Del 3: Formuesskatt og progresjon: Del 4: Avkastningen </a:t>
            </a:r>
            <a:r>
              <a:rPr lang="nb-NO"/>
              <a:t>av realaktiva</a:t>
            </a:r>
            <a:endParaRPr lang="nb-NO" dirty="0"/>
          </a:p>
        </p:txBody>
      </p:sp>
      <p:sp>
        <p:nvSpPr>
          <p:cNvPr id="4" name="Slide Number Placeholder 3"/>
          <p:cNvSpPr>
            <a:spLocks noGrp="1"/>
          </p:cNvSpPr>
          <p:nvPr>
            <p:ph type="sldNum" sz="quarter" idx="5"/>
          </p:nvPr>
        </p:nvSpPr>
        <p:spPr/>
        <p:txBody>
          <a:bodyPr/>
          <a:lstStyle/>
          <a:p>
            <a:fld id="{1AEA3BB2-546A-4012-89E2-8DD70A568A2A}" type="slidenum">
              <a:rPr lang="nb-NO" smtClean="0"/>
              <a:t>1</a:t>
            </a:fld>
            <a:endParaRPr lang="nb-NO"/>
          </a:p>
        </p:txBody>
      </p:sp>
    </p:spTree>
    <p:extLst>
      <p:ext uri="{BB962C8B-B14F-4D97-AF65-F5344CB8AC3E}">
        <p14:creationId xmlns:p14="http://schemas.microsoft.com/office/powerpoint/2010/main" val="41301741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10"/>
          </p:nvPr>
        </p:nvSpPr>
        <p:spPr/>
        <p:txBody>
          <a:bodyPr/>
          <a:lstStyle/>
          <a:p>
            <a:fld id="{D3E10AA6-FB05-4A99-A181-D1EF3D6981B4}" type="slidenum">
              <a:rPr lang="nb-NO" smtClean="0"/>
              <a:pPr/>
              <a:t>2</a:t>
            </a:fld>
            <a:endParaRPr lang="nb-NO"/>
          </a:p>
        </p:txBody>
      </p:sp>
    </p:spTree>
    <p:extLst>
      <p:ext uri="{BB962C8B-B14F-4D97-AF65-F5344CB8AC3E}">
        <p14:creationId xmlns:p14="http://schemas.microsoft.com/office/powerpoint/2010/main" val="31486902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b-NO" dirty="0"/>
          </a:p>
        </p:txBody>
      </p:sp>
      <p:sp>
        <p:nvSpPr>
          <p:cNvPr id="4" name="Slide Number Placeholder 3"/>
          <p:cNvSpPr>
            <a:spLocks noGrp="1"/>
          </p:cNvSpPr>
          <p:nvPr>
            <p:ph type="sldNum" sz="quarter" idx="5"/>
          </p:nvPr>
        </p:nvSpPr>
        <p:spPr/>
        <p:txBody>
          <a:bodyPr/>
          <a:lstStyle/>
          <a:p>
            <a:fld id="{1AEA3BB2-546A-4012-89E2-8DD70A568A2A}" type="slidenum">
              <a:rPr lang="nb-NO" smtClean="0"/>
              <a:t>32</a:t>
            </a:fld>
            <a:endParaRPr lang="nb-NO"/>
          </a:p>
        </p:txBody>
      </p:sp>
    </p:spTree>
    <p:extLst>
      <p:ext uri="{BB962C8B-B14F-4D97-AF65-F5344CB8AC3E}">
        <p14:creationId xmlns:p14="http://schemas.microsoft.com/office/powerpoint/2010/main" val="389133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B09FA54C-974D-4FAE-A5CF-B106153D42C2}"/>
              </a:ext>
            </a:extLst>
          </p:cNvPr>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endParaRPr lang="en-US"/>
          </a:p>
        </p:txBody>
      </p:sp>
      <p:sp>
        <p:nvSpPr>
          <p:cNvPr id="3" name="Undertittel 2">
            <a:extLst>
              <a:ext uri="{FF2B5EF4-FFF2-40B4-BE49-F238E27FC236}">
                <a16:creationId xmlns:a16="http://schemas.microsoft.com/office/drawing/2014/main" id="{F919F673-C168-4A18-AE13-DAC60E5499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endParaRPr lang="en-US"/>
          </a:p>
        </p:txBody>
      </p:sp>
      <p:sp>
        <p:nvSpPr>
          <p:cNvPr id="4" name="Plassholder for dato 3">
            <a:extLst>
              <a:ext uri="{FF2B5EF4-FFF2-40B4-BE49-F238E27FC236}">
                <a16:creationId xmlns:a16="http://schemas.microsoft.com/office/drawing/2014/main" id="{5CAC8BDC-29D9-4065-A312-1E8D6DC654F2}"/>
              </a:ext>
            </a:extLst>
          </p:cNvPr>
          <p:cNvSpPr>
            <a:spLocks noGrp="1"/>
          </p:cNvSpPr>
          <p:nvPr>
            <p:ph type="dt" sz="half" idx="10"/>
          </p:nvPr>
        </p:nvSpPr>
        <p:spPr/>
        <p:txBody>
          <a:bodyPr/>
          <a:lstStyle/>
          <a:p>
            <a:fld id="{098E97ED-7B41-4EE9-9B68-10FD35DE1682}" type="datetimeFigureOut">
              <a:rPr lang="en-US" smtClean="0"/>
              <a:t>6/29/26</a:t>
            </a:fld>
            <a:endParaRPr lang="en-US"/>
          </a:p>
        </p:txBody>
      </p:sp>
      <p:sp>
        <p:nvSpPr>
          <p:cNvPr id="5" name="Plassholder for bunntekst 4">
            <a:extLst>
              <a:ext uri="{FF2B5EF4-FFF2-40B4-BE49-F238E27FC236}">
                <a16:creationId xmlns:a16="http://schemas.microsoft.com/office/drawing/2014/main" id="{F8A7F4D8-CE18-4B6F-97FA-1C7843CBF889}"/>
              </a:ext>
            </a:extLst>
          </p:cNvPr>
          <p:cNvSpPr>
            <a:spLocks noGrp="1"/>
          </p:cNvSpPr>
          <p:nvPr>
            <p:ph type="ftr" sz="quarter" idx="11"/>
          </p:nvPr>
        </p:nvSpPr>
        <p:spPr/>
        <p:txBody>
          <a:bodyPr/>
          <a:lstStyle/>
          <a:p>
            <a:endParaRPr lang="en-US"/>
          </a:p>
        </p:txBody>
      </p:sp>
      <p:sp>
        <p:nvSpPr>
          <p:cNvPr id="6" name="Plassholder for lysbildenummer 5">
            <a:extLst>
              <a:ext uri="{FF2B5EF4-FFF2-40B4-BE49-F238E27FC236}">
                <a16:creationId xmlns:a16="http://schemas.microsoft.com/office/drawing/2014/main" id="{3E40E5A0-F4D5-427F-8FA0-45CE1EC7E124}"/>
              </a:ext>
            </a:extLst>
          </p:cNvPr>
          <p:cNvSpPr>
            <a:spLocks noGrp="1"/>
          </p:cNvSpPr>
          <p:nvPr>
            <p:ph type="sldNum" sz="quarter" idx="12"/>
          </p:nvPr>
        </p:nvSpPr>
        <p:spPr/>
        <p:txBody>
          <a:bodyPr/>
          <a:lstStyle/>
          <a:p>
            <a:fld id="{65CB3275-7683-45B1-BE98-493851351657}" type="slidenum">
              <a:rPr lang="en-US" smtClean="0"/>
              <a:t>‹#›</a:t>
            </a:fld>
            <a:endParaRPr lang="en-US"/>
          </a:p>
        </p:txBody>
      </p:sp>
    </p:spTree>
    <p:extLst>
      <p:ext uri="{BB962C8B-B14F-4D97-AF65-F5344CB8AC3E}">
        <p14:creationId xmlns:p14="http://schemas.microsoft.com/office/powerpoint/2010/main" val="23778240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8F407244-7F5A-4C97-AF9A-2562EC49F047}"/>
              </a:ext>
            </a:extLst>
          </p:cNvPr>
          <p:cNvSpPr>
            <a:spLocks noGrp="1"/>
          </p:cNvSpPr>
          <p:nvPr>
            <p:ph type="title"/>
          </p:nvPr>
        </p:nvSpPr>
        <p:spPr/>
        <p:txBody>
          <a:bodyPr/>
          <a:lstStyle/>
          <a:p>
            <a:r>
              <a:rPr lang="nb-NO"/>
              <a:t>Klikk for å redigere tittelstil</a:t>
            </a:r>
            <a:endParaRPr lang="en-US"/>
          </a:p>
        </p:txBody>
      </p:sp>
      <p:sp>
        <p:nvSpPr>
          <p:cNvPr id="3" name="Plassholder for innhold 2">
            <a:extLst>
              <a:ext uri="{FF2B5EF4-FFF2-40B4-BE49-F238E27FC236}">
                <a16:creationId xmlns:a16="http://schemas.microsoft.com/office/drawing/2014/main" id="{706740BD-BE13-4D26-9FE6-B7253BCF0A61}"/>
              </a:ext>
            </a:extLst>
          </p:cNvPr>
          <p:cNvSpPr>
            <a:spLocks noGrp="1"/>
          </p:cNvSpPr>
          <p:nvPr>
            <p:ph idx="1"/>
          </p:nvPr>
        </p:nvSpPr>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a:p>
        </p:txBody>
      </p:sp>
      <p:sp>
        <p:nvSpPr>
          <p:cNvPr id="4" name="Plassholder for dato 3">
            <a:extLst>
              <a:ext uri="{FF2B5EF4-FFF2-40B4-BE49-F238E27FC236}">
                <a16:creationId xmlns:a16="http://schemas.microsoft.com/office/drawing/2014/main" id="{806C8171-1761-4A7A-A6C3-111113E81BA4}"/>
              </a:ext>
            </a:extLst>
          </p:cNvPr>
          <p:cNvSpPr>
            <a:spLocks noGrp="1"/>
          </p:cNvSpPr>
          <p:nvPr>
            <p:ph type="dt" sz="half" idx="10"/>
          </p:nvPr>
        </p:nvSpPr>
        <p:spPr/>
        <p:txBody>
          <a:bodyPr/>
          <a:lstStyle/>
          <a:p>
            <a:fld id="{098E97ED-7B41-4EE9-9B68-10FD35DE1682}" type="datetimeFigureOut">
              <a:rPr lang="en-US" smtClean="0"/>
              <a:t>6/29/26</a:t>
            </a:fld>
            <a:endParaRPr lang="en-US"/>
          </a:p>
        </p:txBody>
      </p:sp>
      <p:sp>
        <p:nvSpPr>
          <p:cNvPr id="5" name="Plassholder for bunntekst 4">
            <a:extLst>
              <a:ext uri="{FF2B5EF4-FFF2-40B4-BE49-F238E27FC236}">
                <a16:creationId xmlns:a16="http://schemas.microsoft.com/office/drawing/2014/main" id="{D5C96C5E-4EA4-4B77-8DF7-A4C2EB54D8B5}"/>
              </a:ext>
            </a:extLst>
          </p:cNvPr>
          <p:cNvSpPr>
            <a:spLocks noGrp="1"/>
          </p:cNvSpPr>
          <p:nvPr>
            <p:ph type="ftr" sz="quarter" idx="11"/>
          </p:nvPr>
        </p:nvSpPr>
        <p:spPr/>
        <p:txBody>
          <a:bodyPr/>
          <a:lstStyle/>
          <a:p>
            <a:endParaRPr lang="en-US"/>
          </a:p>
        </p:txBody>
      </p:sp>
      <p:sp>
        <p:nvSpPr>
          <p:cNvPr id="6" name="Plassholder for lysbildenummer 5">
            <a:extLst>
              <a:ext uri="{FF2B5EF4-FFF2-40B4-BE49-F238E27FC236}">
                <a16:creationId xmlns:a16="http://schemas.microsoft.com/office/drawing/2014/main" id="{02DD55FC-8F06-418E-8440-6C54ACB0300C}"/>
              </a:ext>
            </a:extLst>
          </p:cNvPr>
          <p:cNvSpPr>
            <a:spLocks noGrp="1"/>
          </p:cNvSpPr>
          <p:nvPr>
            <p:ph type="sldNum" sz="quarter" idx="12"/>
          </p:nvPr>
        </p:nvSpPr>
        <p:spPr/>
        <p:txBody>
          <a:bodyPr/>
          <a:lstStyle/>
          <a:p>
            <a:fld id="{65CB3275-7683-45B1-BE98-493851351657}" type="slidenum">
              <a:rPr lang="en-US" smtClean="0"/>
              <a:t>‹#›</a:t>
            </a:fld>
            <a:endParaRPr lang="en-US"/>
          </a:p>
        </p:txBody>
      </p:sp>
    </p:spTree>
    <p:extLst>
      <p:ext uri="{BB962C8B-B14F-4D97-AF65-F5344CB8AC3E}">
        <p14:creationId xmlns:p14="http://schemas.microsoft.com/office/powerpoint/2010/main" val="32839645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4F88D81-4F62-47F4-9222-A3EBA1D79207}"/>
              </a:ext>
            </a:extLst>
          </p:cNvPr>
          <p:cNvSpPr>
            <a:spLocks noGrp="1"/>
          </p:cNvSpPr>
          <p:nvPr>
            <p:ph type="title"/>
          </p:nvPr>
        </p:nvSpPr>
        <p:spPr>
          <a:xfrm>
            <a:off x="831850" y="1709738"/>
            <a:ext cx="10515600" cy="2852737"/>
          </a:xfrm>
        </p:spPr>
        <p:txBody>
          <a:bodyPr anchor="b"/>
          <a:lstStyle>
            <a:lvl1pPr>
              <a:defRPr sz="6000"/>
            </a:lvl1pPr>
          </a:lstStyle>
          <a:p>
            <a:r>
              <a:rPr lang="nb-NO"/>
              <a:t>Klikk for å redigere tittelstil</a:t>
            </a:r>
            <a:endParaRPr lang="en-US"/>
          </a:p>
        </p:txBody>
      </p:sp>
      <p:sp>
        <p:nvSpPr>
          <p:cNvPr id="3" name="Plassholder for tekst 2">
            <a:extLst>
              <a:ext uri="{FF2B5EF4-FFF2-40B4-BE49-F238E27FC236}">
                <a16:creationId xmlns:a16="http://schemas.microsoft.com/office/drawing/2014/main" id="{42973336-24E9-4E13-B2C2-7A509DCA7AA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Klikk for å redigere tekststiler i malen</a:t>
            </a:r>
          </a:p>
        </p:txBody>
      </p:sp>
      <p:sp>
        <p:nvSpPr>
          <p:cNvPr id="4" name="Plassholder for dato 3">
            <a:extLst>
              <a:ext uri="{FF2B5EF4-FFF2-40B4-BE49-F238E27FC236}">
                <a16:creationId xmlns:a16="http://schemas.microsoft.com/office/drawing/2014/main" id="{73B66245-5725-417E-AFB9-4C80253874D8}"/>
              </a:ext>
            </a:extLst>
          </p:cNvPr>
          <p:cNvSpPr>
            <a:spLocks noGrp="1"/>
          </p:cNvSpPr>
          <p:nvPr>
            <p:ph type="dt" sz="half" idx="10"/>
          </p:nvPr>
        </p:nvSpPr>
        <p:spPr/>
        <p:txBody>
          <a:bodyPr/>
          <a:lstStyle/>
          <a:p>
            <a:fld id="{098E97ED-7B41-4EE9-9B68-10FD35DE1682}" type="datetimeFigureOut">
              <a:rPr lang="en-US" smtClean="0"/>
              <a:t>6/29/26</a:t>
            </a:fld>
            <a:endParaRPr lang="en-US"/>
          </a:p>
        </p:txBody>
      </p:sp>
      <p:sp>
        <p:nvSpPr>
          <p:cNvPr id="5" name="Plassholder for bunntekst 4">
            <a:extLst>
              <a:ext uri="{FF2B5EF4-FFF2-40B4-BE49-F238E27FC236}">
                <a16:creationId xmlns:a16="http://schemas.microsoft.com/office/drawing/2014/main" id="{BB5EFFD3-B4D0-44A4-B38E-0CD6281BFB5A}"/>
              </a:ext>
            </a:extLst>
          </p:cNvPr>
          <p:cNvSpPr>
            <a:spLocks noGrp="1"/>
          </p:cNvSpPr>
          <p:nvPr>
            <p:ph type="ftr" sz="quarter" idx="11"/>
          </p:nvPr>
        </p:nvSpPr>
        <p:spPr/>
        <p:txBody>
          <a:bodyPr/>
          <a:lstStyle/>
          <a:p>
            <a:endParaRPr lang="en-US"/>
          </a:p>
        </p:txBody>
      </p:sp>
      <p:sp>
        <p:nvSpPr>
          <p:cNvPr id="6" name="Plassholder for lysbildenummer 5">
            <a:extLst>
              <a:ext uri="{FF2B5EF4-FFF2-40B4-BE49-F238E27FC236}">
                <a16:creationId xmlns:a16="http://schemas.microsoft.com/office/drawing/2014/main" id="{2F2D9B72-BC71-44C3-8F13-EE7371C1D6EC}"/>
              </a:ext>
            </a:extLst>
          </p:cNvPr>
          <p:cNvSpPr>
            <a:spLocks noGrp="1"/>
          </p:cNvSpPr>
          <p:nvPr>
            <p:ph type="sldNum" sz="quarter" idx="12"/>
          </p:nvPr>
        </p:nvSpPr>
        <p:spPr/>
        <p:txBody>
          <a:bodyPr/>
          <a:lstStyle/>
          <a:p>
            <a:fld id="{65CB3275-7683-45B1-BE98-493851351657}" type="slidenum">
              <a:rPr lang="en-US" smtClean="0"/>
              <a:t>‹#›</a:t>
            </a:fld>
            <a:endParaRPr lang="en-US"/>
          </a:p>
        </p:txBody>
      </p:sp>
    </p:spTree>
    <p:extLst>
      <p:ext uri="{BB962C8B-B14F-4D97-AF65-F5344CB8AC3E}">
        <p14:creationId xmlns:p14="http://schemas.microsoft.com/office/powerpoint/2010/main" val="14593639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93040FFE-20A5-48C8-BDDA-6D369884E4F1}"/>
              </a:ext>
            </a:extLst>
          </p:cNvPr>
          <p:cNvSpPr>
            <a:spLocks noGrp="1"/>
          </p:cNvSpPr>
          <p:nvPr>
            <p:ph type="title"/>
          </p:nvPr>
        </p:nvSpPr>
        <p:spPr/>
        <p:txBody>
          <a:bodyPr/>
          <a:lstStyle/>
          <a:p>
            <a:r>
              <a:rPr lang="nb-NO"/>
              <a:t>Klikk for å redigere tittelstil</a:t>
            </a:r>
            <a:endParaRPr lang="en-US"/>
          </a:p>
        </p:txBody>
      </p:sp>
      <p:sp>
        <p:nvSpPr>
          <p:cNvPr id="3" name="Plassholder for innhold 2">
            <a:extLst>
              <a:ext uri="{FF2B5EF4-FFF2-40B4-BE49-F238E27FC236}">
                <a16:creationId xmlns:a16="http://schemas.microsoft.com/office/drawing/2014/main" id="{660450BF-E753-436F-8EE6-DAAF4FE33915}"/>
              </a:ext>
            </a:extLst>
          </p:cNvPr>
          <p:cNvSpPr>
            <a:spLocks noGrp="1"/>
          </p:cNvSpPr>
          <p:nvPr>
            <p:ph sz="half" idx="1"/>
          </p:nvPr>
        </p:nvSpPr>
        <p:spPr>
          <a:xfrm>
            <a:off x="838200" y="1825625"/>
            <a:ext cx="5181600"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a:p>
        </p:txBody>
      </p:sp>
      <p:sp>
        <p:nvSpPr>
          <p:cNvPr id="4" name="Plassholder for innhold 3">
            <a:extLst>
              <a:ext uri="{FF2B5EF4-FFF2-40B4-BE49-F238E27FC236}">
                <a16:creationId xmlns:a16="http://schemas.microsoft.com/office/drawing/2014/main" id="{F9781F19-429D-41F0-B476-9D9E04AB85F8}"/>
              </a:ext>
            </a:extLst>
          </p:cNvPr>
          <p:cNvSpPr>
            <a:spLocks noGrp="1"/>
          </p:cNvSpPr>
          <p:nvPr>
            <p:ph sz="half" idx="2"/>
          </p:nvPr>
        </p:nvSpPr>
        <p:spPr>
          <a:xfrm>
            <a:off x="6172200" y="1825625"/>
            <a:ext cx="5181600"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a:p>
        </p:txBody>
      </p:sp>
      <p:sp>
        <p:nvSpPr>
          <p:cNvPr id="5" name="Plassholder for dato 4">
            <a:extLst>
              <a:ext uri="{FF2B5EF4-FFF2-40B4-BE49-F238E27FC236}">
                <a16:creationId xmlns:a16="http://schemas.microsoft.com/office/drawing/2014/main" id="{B8E01AE4-2ACB-48B3-9518-E7020A9E4E74}"/>
              </a:ext>
            </a:extLst>
          </p:cNvPr>
          <p:cNvSpPr>
            <a:spLocks noGrp="1"/>
          </p:cNvSpPr>
          <p:nvPr>
            <p:ph type="dt" sz="half" idx="10"/>
          </p:nvPr>
        </p:nvSpPr>
        <p:spPr/>
        <p:txBody>
          <a:bodyPr/>
          <a:lstStyle/>
          <a:p>
            <a:fld id="{098E97ED-7B41-4EE9-9B68-10FD35DE1682}" type="datetimeFigureOut">
              <a:rPr lang="en-US" smtClean="0"/>
              <a:t>6/29/26</a:t>
            </a:fld>
            <a:endParaRPr lang="en-US"/>
          </a:p>
        </p:txBody>
      </p:sp>
      <p:sp>
        <p:nvSpPr>
          <p:cNvPr id="6" name="Plassholder for bunntekst 5">
            <a:extLst>
              <a:ext uri="{FF2B5EF4-FFF2-40B4-BE49-F238E27FC236}">
                <a16:creationId xmlns:a16="http://schemas.microsoft.com/office/drawing/2014/main" id="{F354784B-F1B4-4429-97E9-D54F0DC8D24B}"/>
              </a:ext>
            </a:extLst>
          </p:cNvPr>
          <p:cNvSpPr>
            <a:spLocks noGrp="1"/>
          </p:cNvSpPr>
          <p:nvPr>
            <p:ph type="ftr" sz="quarter" idx="11"/>
          </p:nvPr>
        </p:nvSpPr>
        <p:spPr/>
        <p:txBody>
          <a:bodyPr/>
          <a:lstStyle/>
          <a:p>
            <a:endParaRPr lang="en-US"/>
          </a:p>
        </p:txBody>
      </p:sp>
      <p:sp>
        <p:nvSpPr>
          <p:cNvPr id="7" name="Plassholder for lysbildenummer 6">
            <a:extLst>
              <a:ext uri="{FF2B5EF4-FFF2-40B4-BE49-F238E27FC236}">
                <a16:creationId xmlns:a16="http://schemas.microsoft.com/office/drawing/2014/main" id="{DA4BBDBB-1FD0-44C5-AE40-0A291F3D59F2}"/>
              </a:ext>
            </a:extLst>
          </p:cNvPr>
          <p:cNvSpPr>
            <a:spLocks noGrp="1"/>
          </p:cNvSpPr>
          <p:nvPr>
            <p:ph type="sldNum" sz="quarter" idx="12"/>
          </p:nvPr>
        </p:nvSpPr>
        <p:spPr/>
        <p:txBody>
          <a:bodyPr/>
          <a:lstStyle/>
          <a:p>
            <a:fld id="{65CB3275-7683-45B1-BE98-493851351657}" type="slidenum">
              <a:rPr lang="en-US" smtClean="0"/>
              <a:t>‹#›</a:t>
            </a:fld>
            <a:endParaRPr lang="en-US"/>
          </a:p>
        </p:txBody>
      </p:sp>
    </p:spTree>
    <p:extLst>
      <p:ext uri="{BB962C8B-B14F-4D97-AF65-F5344CB8AC3E}">
        <p14:creationId xmlns:p14="http://schemas.microsoft.com/office/powerpoint/2010/main" val="2494061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F4DA62A4-1468-47C1-9C11-D018187F6D13}"/>
              </a:ext>
            </a:extLst>
          </p:cNvPr>
          <p:cNvSpPr>
            <a:spLocks noGrp="1"/>
          </p:cNvSpPr>
          <p:nvPr>
            <p:ph type="title"/>
          </p:nvPr>
        </p:nvSpPr>
        <p:spPr>
          <a:xfrm>
            <a:off x="839788" y="365125"/>
            <a:ext cx="10515600" cy="1325563"/>
          </a:xfrm>
        </p:spPr>
        <p:txBody>
          <a:bodyPr/>
          <a:lstStyle/>
          <a:p>
            <a:r>
              <a:rPr lang="nb-NO"/>
              <a:t>Klikk for å redigere tittelstil</a:t>
            </a:r>
            <a:endParaRPr lang="en-US"/>
          </a:p>
        </p:txBody>
      </p:sp>
      <p:sp>
        <p:nvSpPr>
          <p:cNvPr id="3" name="Plassholder for tekst 2">
            <a:extLst>
              <a:ext uri="{FF2B5EF4-FFF2-40B4-BE49-F238E27FC236}">
                <a16:creationId xmlns:a16="http://schemas.microsoft.com/office/drawing/2014/main" id="{1578A239-CE88-4A07-A3ED-470641387A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4" name="Plassholder for innhold 3">
            <a:extLst>
              <a:ext uri="{FF2B5EF4-FFF2-40B4-BE49-F238E27FC236}">
                <a16:creationId xmlns:a16="http://schemas.microsoft.com/office/drawing/2014/main" id="{10C29081-24DD-4B68-B717-E6D6DB0B5380}"/>
              </a:ext>
            </a:extLst>
          </p:cNvPr>
          <p:cNvSpPr>
            <a:spLocks noGrp="1"/>
          </p:cNvSpPr>
          <p:nvPr>
            <p:ph sz="half" idx="2"/>
          </p:nvPr>
        </p:nvSpPr>
        <p:spPr>
          <a:xfrm>
            <a:off x="839788" y="2505075"/>
            <a:ext cx="5157787" cy="368458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a:p>
        </p:txBody>
      </p:sp>
      <p:sp>
        <p:nvSpPr>
          <p:cNvPr id="5" name="Plassholder for tekst 4">
            <a:extLst>
              <a:ext uri="{FF2B5EF4-FFF2-40B4-BE49-F238E27FC236}">
                <a16:creationId xmlns:a16="http://schemas.microsoft.com/office/drawing/2014/main" id="{0D898A9E-F053-4AF6-927D-6D43B074A6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6" name="Plassholder for innhold 5">
            <a:extLst>
              <a:ext uri="{FF2B5EF4-FFF2-40B4-BE49-F238E27FC236}">
                <a16:creationId xmlns:a16="http://schemas.microsoft.com/office/drawing/2014/main" id="{4E3259ED-ECC4-46B8-846F-637798EE5FEE}"/>
              </a:ext>
            </a:extLst>
          </p:cNvPr>
          <p:cNvSpPr>
            <a:spLocks noGrp="1"/>
          </p:cNvSpPr>
          <p:nvPr>
            <p:ph sz="quarter" idx="4"/>
          </p:nvPr>
        </p:nvSpPr>
        <p:spPr>
          <a:xfrm>
            <a:off x="6172200" y="2505075"/>
            <a:ext cx="5183188" cy="368458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a:p>
        </p:txBody>
      </p:sp>
      <p:sp>
        <p:nvSpPr>
          <p:cNvPr id="7" name="Plassholder for dato 6">
            <a:extLst>
              <a:ext uri="{FF2B5EF4-FFF2-40B4-BE49-F238E27FC236}">
                <a16:creationId xmlns:a16="http://schemas.microsoft.com/office/drawing/2014/main" id="{1D05B1D3-6D99-4D1D-ACAF-0B593CBD2E1F}"/>
              </a:ext>
            </a:extLst>
          </p:cNvPr>
          <p:cNvSpPr>
            <a:spLocks noGrp="1"/>
          </p:cNvSpPr>
          <p:nvPr>
            <p:ph type="dt" sz="half" idx="10"/>
          </p:nvPr>
        </p:nvSpPr>
        <p:spPr/>
        <p:txBody>
          <a:bodyPr/>
          <a:lstStyle/>
          <a:p>
            <a:fld id="{098E97ED-7B41-4EE9-9B68-10FD35DE1682}" type="datetimeFigureOut">
              <a:rPr lang="en-US" smtClean="0"/>
              <a:t>6/29/26</a:t>
            </a:fld>
            <a:endParaRPr lang="en-US"/>
          </a:p>
        </p:txBody>
      </p:sp>
      <p:sp>
        <p:nvSpPr>
          <p:cNvPr id="8" name="Plassholder for bunntekst 7">
            <a:extLst>
              <a:ext uri="{FF2B5EF4-FFF2-40B4-BE49-F238E27FC236}">
                <a16:creationId xmlns:a16="http://schemas.microsoft.com/office/drawing/2014/main" id="{0A25D353-06F8-4A4C-A306-4D439861E385}"/>
              </a:ext>
            </a:extLst>
          </p:cNvPr>
          <p:cNvSpPr>
            <a:spLocks noGrp="1"/>
          </p:cNvSpPr>
          <p:nvPr>
            <p:ph type="ftr" sz="quarter" idx="11"/>
          </p:nvPr>
        </p:nvSpPr>
        <p:spPr/>
        <p:txBody>
          <a:bodyPr/>
          <a:lstStyle/>
          <a:p>
            <a:endParaRPr lang="en-US"/>
          </a:p>
        </p:txBody>
      </p:sp>
      <p:sp>
        <p:nvSpPr>
          <p:cNvPr id="9" name="Plassholder for lysbildenummer 8">
            <a:extLst>
              <a:ext uri="{FF2B5EF4-FFF2-40B4-BE49-F238E27FC236}">
                <a16:creationId xmlns:a16="http://schemas.microsoft.com/office/drawing/2014/main" id="{4E9B96B7-6B7B-4341-898F-AFD58CCD78AA}"/>
              </a:ext>
            </a:extLst>
          </p:cNvPr>
          <p:cNvSpPr>
            <a:spLocks noGrp="1"/>
          </p:cNvSpPr>
          <p:nvPr>
            <p:ph type="sldNum" sz="quarter" idx="12"/>
          </p:nvPr>
        </p:nvSpPr>
        <p:spPr/>
        <p:txBody>
          <a:bodyPr/>
          <a:lstStyle/>
          <a:p>
            <a:fld id="{65CB3275-7683-45B1-BE98-493851351657}" type="slidenum">
              <a:rPr lang="en-US" smtClean="0"/>
              <a:t>‹#›</a:t>
            </a:fld>
            <a:endParaRPr lang="en-US"/>
          </a:p>
        </p:txBody>
      </p:sp>
    </p:spTree>
    <p:extLst>
      <p:ext uri="{BB962C8B-B14F-4D97-AF65-F5344CB8AC3E}">
        <p14:creationId xmlns:p14="http://schemas.microsoft.com/office/powerpoint/2010/main" val="8385819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083CD2F2-6847-4AB1-962D-76050596847B}"/>
              </a:ext>
            </a:extLst>
          </p:cNvPr>
          <p:cNvSpPr>
            <a:spLocks noGrp="1"/>
          </p:cNvSpPr>
          <p:nvPr>
            <p:ph type="title"/>
          </p:nvPr>
        </p:nvSpPr>
        <p:spPr/>
        <p:txBody>
          <a:bodyPr/>
          <a:lstStyle/>
          <a:p>
            <a:r>
              <a:rPr lang="nb-NO"/>
              <a:t>Klikk for å redigere tittelstil</a:t>
            </a:r>
            <a:endParaRPr lang="en-US"/>
          </a:p>
        </p:txBody>
      </p:sp>
      <p:sp>
        <p:nvSpPr>
          <p:cNvPr id="3" name="Plassholder for dato 2">
            <a:extLst>
              <a:ext uri="{FF2B5EF4-FFF2-40B4-BE49-F238E27FC236}">
                <a16:creationId xmlns:a16="http://schemas.microsoft.com/office/drawing/2014/main" id="{308A01AF-B5AF-4491-8D9A-0ED780420E2D}"/>
              </a:ext>
            </a:extLst>
          </p:cNvPr>
          <p:cNvSpPr>
            <a:spLocks noGrp="1"/>
          </p:cNvSpPr>
          <p:nvPr>
            <p:ph type="dt" sz="half" idx="10"/>
          </p:nvPr>
        </p:nvSpPr>
        <p:spPr/>
        <p:txBody>
          <a:bodyPr/>
          <a:lstStyle/>
          <a:p>
            <a:fld id="{098E97ED-7B41-4EE9-9B68-10FD35DE1682}" type="datetimeFigureOut">
              <a:rPr lang="en-US" smtClean="0"/>
              <a:t>6/29/26</a:t>
            </a:fld>
            <a:endParaRPr lang="en-US"/>
          </a:p>
        </p:txBody>
      </p:sp>
      <p:sp>
        <p:nvSpPr>
          <p:cNvPr id="4" name="Plassholder for bunntekst 3">
            <a:extLst>
              <a:ext uri="{FF2B5EF4-FFF2-40B4-BE49-F238E27FC236}">
                <a16:creationId xmlns:a16="http://schemas.microsoft.com/office/drawing/2014/main" id="{313CC696-52D4-4B00-9FCC-36CEF6FA5234}"/>
              </a:ext>
            </a:extLst>
          </p:cNvPr>
          <p:cNvSpPr>
            <a:spLocks noGrp="1"/>
          </p:cNvSpPr>
          <p:nvPr>
            <p:ph type="ftr" sz="quarter" idx="11"/>
          </p:nvPr>
        </p:nvSpPr>
        <p:spPr/>
        <p:txBody>
          <a:bodyPr/>
          <a:lstStyle/>
          <a:p>
            <a:endParaRPr lang="en-US"/>
          </a:p>
        </p:txBody>
      </p:sp>
      <p:sp>
        <p:nvSpPr>
          <p:cNvPr id="5" name="Plassholder for lysbildenummer 4">
            <a:extLst>
              <a:ext uri="{FF2B5EF4-FFF2-40B4-BE49-F238E27FC236}">
                <a16:creationId xmlns:a16="http://schemas.microsoft.com/office/drawing/2014/main" id="{105427FA-465D-4916-8442-AA0BEBA9BFCE}"/>
              </a:ext>
            </a:extLst>
          </p:cNvPr>
          <p:cNvSpPr>
            <a:spLocks noGrp="1"/>
          </p:cNvSpPr>
          <p:nvPr>
            <p:ph type="sldNum" sz="quarter" idx="12"/>
          </p:nvPr>
        </p:nvSpPr>
        <p:spPr/>
        <p:txBody>
          <a:bodyPr/>
          <a:lstStyle/>
          <a:p>
            <a:fld id="{65CB3275-7683-45B1-BE98-493851351657}" type="slidenum">
              <a:rPr lang="en-US" smtClean="0"/>
              <a:t>‹#›</a:t>
            </a:fld>
            <a:endParaRPr lang="en-US"/>
          </a:p>
        </p:txBody>
      </p:sp>
    </p:spTree>
    <p:extLst>
      <p:ext uri="{BB962C8B-B14F-4D97-AF65-F5344CB8AC3E}">
        <p14:creationId xmlns:p14="http://schemas.microsoft.com/office/powerpoint/2010/main" val="3503280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a:extLst>
              <a:ext uri="{FF2B5EF4-FFF2-40B4-BE49-F238E27FC236}">
                <a16:creationId xmlns:a16="http://schemas.microsoft.com/office/drawing/2014/main" id="{FBF36278-CE16-4FBC-824F-BFACE3A218A4}"/>
              </a:ext>
            </a:extLst>
          </p:cNvPr>
          <p:cNvSpPr>
            <a:spLocks noGrp="1"/>
          </p:cNvSpPr>
          <p:nvPr>
            <p:ph type="dt" sz="half" idx="10"/>
          </p:nvPr>
        </p:nvSpPr>
        <p:spPr/>
        <p:txBody>
          <a:bodyPr/>
          <a:lstStyle/>
          <a:p>
            <a:fld id="{098E97ED-7B41-4EE9-9B68-10FD35DE1682}" type="datetimeFigureOut">
              <a:rPr lang="en-US" smtClean="0"/>
              <a:t>6/29/26</a:t>
            </a:fld>
            <a:endParaRPr lang="en-US"/>
          </a:p>
        </p:txBody>
      </p:sp>
      <p:sp>
        <p:nvSpPr>
          <p:cNvPr id="3" name="Plassholder for bunntekst 2">
            <a:extLst>
              <a:ext uri="{FF2B5EF4-FFF2-40B4-BE49-F238E27FC236}">
                <a16:creationId xmlns:a16="http://schemas.microsoft.com/office/drawing/2014/main" id="{D2407B9C-701B-4130-A87E-F0F231C5AA55}"/>
              </a:ext>
            </a:extLst>
          </p:cNvPr>
          <p:cNvSpPr>
            <a:spLocks noGrp="1"/>
          </p:cNvSpPr>
          <p:nvPr>
            <p:ph type="ftr" sz="quarter" idx="11"/>
          </p:nvPr>
        </p:nvSpPr>
        <p:spPr/>
        <p:txBody>
          <a:bodyPr/>
          <a:lstStyle/>
          <a:p>
            <a:endParaRPr lang="en-US"/>
          </a:p>
        </p:txBody>
      </p:sp>
      <p:sp>
        <p:nvSpPr>
          <p:cNvPr id="4" name="Plassholder for lysbildenummer 3">
            <a:extLst>
              <a:ext uri="{FF2B5EF4-FFF2-40B4-BE49-F238E27FC236}">
                <a16:creationId xmlns:a16="http://schemas.microsoft.com/office/drawing/2014/main" id="{2CAA3606-AFAB-4400-AB4C-A1174B9576AC}"/>
              </a:ext>
            </a:extLst>
          </p:cNvPr>
          <p:cNvSpPr>
            <a:spLocks noGrp="1"/>
          </p:cNvSpPr>
          <p:nvPr>
            <p:ph type="sldNum" sz="quarter" idx="12"/>
          </p:nvPr>
        </p:nvSpPr>
        <p:spPr/>
        <p:txBody>
          <a:bodyPr/>
          <a:lstStyle/>
          <a:p>
            <a:fld id="{65CB3275-7683-45B1-BE98-493851351657}" type="slidenum">
              <a:rPr lang="en-US" smtClean="0"/>
              <a:t>‹#›</a:t>
            </a:fld>
            <a:endParaRPr lang="en-US"/>
          </a:p>
        </p:txBody>
      </p:sp>
    </p:spTree>
    <p:extLst>
      <p:ext uri="{BB962C8B-B14F-4D97-AF65-F5344CB8AC3E}">
        <p14:creationId xmlns:p14="http://schemas.microsoft.com/office/powerpoint/2010/main" val="41528190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C167B7E5-01C3-4CF4-828A-5CAD36A3CABD}"/>
              </a:ext>
            </a:extLst>
          </p:cNvPr>
          <p:cNvSpPr>
            <a:spLocks noGrp="1"/>
          </p:cNvSpPr>
          <p:nvPr>
            <p:ph type="title"/>
          </p:nvPr>
        </p:nvSpPr>
        <p:spPr>
          <a:xfrm>
            <a:off x="839788" y="457200"/>
            <a:ext cx="3932237" cy="1600200"/>
          </a:xfrm>
        </p:spPr>
        <p:txBody>
          <a:bodyPr anchor="b"/>
          <a:lstStyle>
            <a:lvl1pPr>
              <a:defRPr sz="3200"/>
            </a:lvl1pPr>
          </a:lstStyle>
          <a:p>
            <a:r>
              <a:rPr lang="nb-NO"/>
              <a:t>Klikk for å redigere tittelstil</a:t>
            </a:r>
            <a:endParaRPr lang="en-US"/>
          </a:p>
        </p:txBody>
      </p:sp>
      <p:sp>
        <p:nvSpPr>
          <p:cNvPr id="3" name="Plassholder for innhold 2">
            <a:extLst>
              <a:ext uri="{FF2B5EF4-FFF2-40B4-BE49-F238E27FC236}">
                <a16:creationId xmlns:a16="http://schemas.microsoft.com/office/drawing/2014/main" id="{C2B81171-F76A-4AB6-B065-0D246955673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a:p>
        </p:txBody>
      </p:sp>
      <p:sp>
        <p:nvSpPr>
          <p:cNvPr id="4" name="Plassholder for tekst 3">
            <a:extLst>
              <a:ext uri="{FF2B5EF4-FFF2-40B4-BE49-F238E27FC236}">
                <a16:creationId xmlns:a16="http://schemas.microsoft.com/office/drawing/2014/main" id="{3391E4A8-64B1-4A4F-A11D-B2C87507C6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sp>
        <p:nvSpPr>
          <p:cNvPr id="5" name="Plassholder for dato 4">
            <a:extLst>
              <a:ext uri="{FF2B5EF4-FFF2-40B4-BE49-F238E27FC236}">
                <a16:creationId xmlns:a16="http://schemas.microsoft.com/office/drawing/2014/main" id="{38F94FB6-0886-4197-8460-4443F57D61ED}"/>
              </a:ext>
            </a:extLst>
          </p:cNvPr>
          <p:cNvSpPr>
            <a:spLocks noGrp="1"/>
          </p:cNvSpPr>
          <p:nvPr>
            <p:ph type="dt" sz="half" idx="10"/>
          </p:nvPr>
        </p:nvSpPr>
        <p:spPr/>
        <p:txBody>
          <a:bodyPr/>
          <a:lstStyle/>
          <a:p>
            <a:fld id="{098E97ED-7B41-4EE9-9B68-10FD35DE1682}" type="datetimeFigureOut">
              <a:rPr lang="en-US" smtClean="0"/>
              <a:t>6/29/26</a:t>
            </a:fld>
            <a:endParaRPr lang="en-US"/>
          </a:p>
        </p:txBody>
      </p:sp>
      <p:sp>
        <p:nvSpPr>
          <p:cNvPr id="6" name="Plassholder for bunntekst 5">
            <a:extLst>
              <a:ext uri="{FF2B5EF4-FFF2-40B4-BE49-F238E27FC236}">
                <a16:creationId xmlns:a16="http://schemas.microsoft.com/office/drawing/2014/main" id="{4AD16851-9086-4902-A048-7AD583787D5B}"/>
              </a:ext>
            </a:extLst>
          </p:cNvPr>
          <p:cNvSpPr>
            <a:spLocks noGrp="1"/>
          </p:cNvSpPr>
          <p:nvPr>
            <p:ph type="ftr" sz="quarter" idx="11"/>
          </p:nvPr>
        </p:nvSpPr>
        <p:spPr/>
        <p:txBody>
          <a:bodyPr/>
          <a:lstStyle/>
          <a:p>
            <a:endParaRPr lang="en-US"/>
          </a:p>
        </p:txBody>
      </p:sp>
      <p:sp>
        <p:nvSpPr>
          <p:cNvPr id="7" name="Plassholder for lysbildenummer 6">
            <a:extLst>
              <a:ext uri="{FF2B5EF4-FFF2-40B4-BE49-F238E27FC236}">
                <a16:creationId xmlns:a16="http://schemas.microsoft.com/office/drawing/2014/main" id="{2A157B20-A9B3-474C-9F2E-C1796347317D}"/>
              </a:ext>
            </a:extLst>
          </p:cNvPr>
          <p:cNvSpPr>
            <a:spLocks noGrp="1"/>
          </p:cNvSpPr>
          <p:nvPr>
            <p:ph type="sldNum" sz="quarter" idx="12"/>
          </p:nvPr>
        </p:nvSpPr>
        <p:spPr/>
        <p:txBody>
          <a:bodyPr/>
          <a:lstStyle/>
          <a:p>
            <a:fld id="{65CB3275-7683-45B1-BE98-493851351657}" type="slidenum">
              <a:rPr lang="en-US" smtClean="0"/>
              <a:t>‹#›</a:t>
            </a:fld>
            <a:endParaRPr lang="en-US"/>
          </a:p>
        </p:txBody>
      </p:sp>
    </p:spTree>
    <p:extLst>
      <p:ext uri="{BB962C8B-B14F-4D97-AF65-F5344CB8AC3E}">
        <p14:creationId xmlns:p14="http://schemas.microsoft.com/office/powerpoint/2010/main" val="2113091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ED88CA9-B538-4EA6-91C5-E141F55A56C5}"/>
              </a:ext>
            </a:extLst>
          </p:cNvPr>
          <p:cNvSpPr>
            <a:spLocks noGrp="1"/>
          </p:cNvSpPr>
          <p:nvPr>
            <p:ph type="title"/>
          </p:nvPr>
        </p:nvSpPr>
        <p:spPr>
          <a:xfrm>
            <a:off x="839788" y="457200"/>
            <a:ext cx="3932237" cy="1600200"/>
          </a:xfrm>
        </p:spPr>
        <p:txBody>
          <a:bodyPr anchor="b"/>
          <a:lstStyle>
            <a:lvl1pPr>
              <a:defRPr sz="3200"/>
            </a:lvl1pPr>
          </a:lstStyle>
          <a:p>
            <a:r>
              <a:rPr lang="nb-NO"/>
              <a:t>Klikk for å redigere tittelstil</a:t>
            </a:r>
            <a:endParaRPr lang="en-US"/>
          </a:p>
        </p:txBody>
      </p:sp>
      <p:sp>
        <p:nvSpPr>
          <p:cNvPr id="3" name="Plassholder for bilde 2">
            <a:extLst>
              <a:ext uri="{FF2B5EF4-FFF2-40B4-BE49-F238E27FC236}">
                <a16:creationId xmlns:a16="http://schemas.microsoft.com/office/drawing/2014/main" id="{34959E2C-EF1E-4080-ADD8-2D061FD566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Plassholder for tekst 3">
            <a:extLst>
              <a:ext uri="{FF2B5EF4-FFF2-40B4-BE49-F238E27FC236}">
                <a16:creationId xmlns:a16="http://schemas.microsoft.com/office/drawing/2014/main" id="{2D69B9D8-57FC-42DD-8E4A-BC8C305696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sp>
        <p:nvSpPr>
          <p:cNvPr id="5" name="Plassholder for dato 4">
            <a:extLst>
              <a:ext uri="{FF2B5EF4-FFF2-40B4-BE49-F238E27FC236}">
                <a16:creationId xmlns:a16="http://schemas.microsoft.com/office/drawing/2014/main" id="{75095268-B402-4BFE-B635-619C9E90856C}"/>
              </a:ext>
            </a:extLst>
          </p:cNvPr>
          <p:cNvSpPr>
            <a:spLocks noGrp="1"/>
          </p:cNvSpPr>
          <p:nvPr>
            <p:ph type="dt" sz="half" idx="10"/>
          </p:nvPr>
        </p:nvSpPr>
        <p:spPr/>
        <p:txBody>
          <a:bodyPr/>
          <a:lstStyle/>
          <a:p>
            <a:fld id="{098E97ED-7B41-4EE9-9B68-10FD35DE1682}" type="datetimeFigureOut">
              <a:rPr lang="en-US" smtClean="0"/>
              <a:t>6/29/26</a:t>
            </a:fld>
            <a:endParaRPr lang="en-US"/>
          </a:p>
        </p:txBody>
      </p:sp>
      <p:sp>
        <p:nvSpPr>
          <p:cNvPr id="6" name="Plassholder for bunntekst 5">
            <a:extLst>
              <a:ext uri="{FF2B5EF4-FFF2-40B4-BE49-F238E27FC236}">
                <a16:creationId xmlns:a16="http://schemas.microsoft.com/office/drawing/2014/main" id="{5D7762D6-D4D7-405C-AA5E-A76A163E55A0}"/>
              </a:ext>
            </a:extLst>
          </p:cNvPr>
          <p:cNvSpPr>
            <a:spLocks noGrp="1"/>
          </p:cNvSpPr>
          <p:nvPr>
            <p:ph type="ftr" sz="quarter" idx="11"/>
          </p:nvPr>
        </p:nvSpPr>
        <p:spPr/>
        <p:txBody>
          <a:bodyPr/>
          <a:lstStyle/>
          <a:p>
            <a:endParaRPr lang="en-US"/>
          </a:p>
        </p:txBody>
      </p:sp>
      <p:sp>
        <p:nvSpPr>
          <p:cNvPr id="7" name="Plassholder for lysbildenummer 6">
            <a:extLst>
              <a:ext uri="{FF2B5EF4-FFF2-40B4-BE49-F238E27FC236}">
                <a16:creationId xmlns:a16="http://schemas.microsoft.com/office/drawing/2014/main" id="{DCEA7745-75B2-4075-A641-291BD21812EE}"/>
              </a:ext>
            </a:extLst>
          </p:cNvPr>
          <p:cNvSpPr>
            <a:spLocks noGrp="1"/>
          </p:cNvSpPr>
          <p:nvPr>
            <p:ph type="sldNum" sz="quarter" idx="12"/>
          </p:nvPr>
        </p:nvSpPr>
        <p:spPr/>
        <p:txBody>
          <a:bodyPr/>
          <a:lstStyle/>
          <a:p>
            <a:fld id="{65CB3275-7683-45B1-BE98-493851351657}" type="slidenum">
              <a:rPr lang="en-US" smtClean="0"/>
              <a:t>‹#›</a:t>
            </a:fld>
            <a:endParaRPr lang="en-US"/>
          </a:p>
        </p:txBody>
      </p:sp>
    </p:spTree>
    <p:extLst>
      <p:ext uri="{BB962C8B-B14F-4D97-AF65-F5344CB8AC3E}">
        <p14:creationId xmlns:p14="http://schemas.microsoft.com/office/powerpoint/2010/main" val="3144189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F47E8B76-79EF-4891-B886-7A08CCBC2B80}"/>
              </a:ext>
            </a:extLst>
          </p:cNvPr>
          <p:cNvSpPr>
            <a:spLocks noGrp="1"/>
          </p:cNvSpPr>
          <p:nvPr>
            <p:ph type="title"/>
          </p:nvPr>
        </p:nvSpPr>
        <p:spPr/>
        <p:txBody>
          <a:bodyPr/>
          <a:lstStyle/>
          <a:p>
            <a:r>
              <a:rPr lang="nb-NO"/>
              <a:t>Klikk for å redigere tittelstil</a:t>
            </a:r>
            <a:endParaRPr lang="en-US"/>
          </a:p>
        </p:txBody>
      </p:sp>
      <p:sp>
        <p:nvSpPr>
          <p:cNvPr id="3" name="Plassholder for loddrett tekst 2">
            <a:extLst>
              <a:ext uri="{FF2B5EF4-FFF2-40B4-BE49-F238E27FC236}">
                <a16:creationId xmlns:a16="http://schemas.microsoft.com/office/drawing/2014/main" id="{C146341C-06E7-4E63-9B71-D872B11118E7}"/>
              </a:ext>
            </a:extLst>
          </p:cNvPr>
          <p:cNvSpPr>
            <a:spLocks noGrp="1"/>
          </p:cNvSpPr>
          <p:nvPr>
            <p:ph type="body" orient="vert" idx="1"/>
          </p:nvPr>
        </p:nvSpPr>
        <p:spPr/>
        <p:txBody>
          <a:bodyPr vert="eaVert"/>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a:p>
        </p:txBody>
      </p:sp>
      <p:sp>
        <p:nvSpPr>
          <p:cNvPr id="4" name="Plassholder for dato 3">
            <a:extLst>
              <a:ext uri="{FF2B5EF4-FFF2-40B4-BE49-F238E27FC236}">
                <a16:creationId xmlns:a16="http://schemas.microsoft.com/office/drawing/2014/main" id="{C2B60D43-5117-4D35-9F74-D2832F886321}"/>
              </a:ext>
            </a:extLst>
          </p:cNvPr>
          <p:cNvSpPr>
            <a:spLocks noGrp="1"/>
          </p:cNvSpPr>
          <p:nvPr>
            <p:ph type="dt" sz="half" idx="10"/>
          </p:nvPr>
        </p:nvSpPr>
        <p:spPr/>
        <p:txBody>
          <a:bodyPr/>
          <a:lstStyle/>
          <a:p>
            <a:fld id="{098E97ED-7B41-4EE9-9B68-10FD35DE1682}" type="datetimeFigureOut">
              <a:rPr lang="en-US" smtClean="0"/>
              <a:t>6/29/26</a:t>
            </a:fld>
            <a:endParaRPr lang="en-US"/>
          </a:p>
        </p:txBody>
      </p:sp>
      <p:sp>
        <p:nvSpPr>
          <p:cNvPr id="5" name="Plassholder for bunntekst 4">
            <a:extLst>
              <a:ext uri="{FF2B5EF4-FFF2-40B4-BE49-F238E27FC236}">
                <a16:creationId xmlns:a16="http://schemas.microsoft.com/office/drawing/2014/main" id="{A1146298-28BA-4876-ADA6-046338C74CF4}"/>
              </a:ext>
            </a:extLst>
          </p:cNvPr>
          <p:cNvSpPr>
            <a:spLocks noGrp="1"/>
          </p:cNvSpPr>
          <p:nvPr>
            <p:ph type="ftr" sz="quarter" idx="11"/>
          </p:nvPr>
        </p:nvSpPr>
        <p:spPr/>
        <p:txBody>
          <a:bodyPr/>
          <a:lstStyle/>
          <a:p>
            <a:endParaRPr lang="en-US"/>
          </a:p>
        </p:txBody>
      </p:sp>
      <p:sp>
        <p:nvSpPr>
          <p:cNvPr id="6" name="Plassholder for lysbildenummer 5">
            <a:extLst>
              <a:ext uri="{FF2B5EF4-FFF2-40B4-BE49-F238E27FC236}">
                <a16:creationId xmlns:a16="http://schemas.microsoft.com/office/drawing/2014/main" id="{901CB3D9-07E8-4008-AB7A-D66477DDE45F}"/>
              </a:ext>
            </a:extLst>
          </p:cNvPr>
          <p:cNvSpPr>
            <a:spLocks noGrp="1"/>
          </p:cNvSpPr>
          <p:nvPr>
            <p:ph type="sldNum" sz="quarter" idx="12"/>
          </p:nvPr>
        </p:nvSpPr>
        <p:spPr/>
        <p:txBody>
          <a:bodyPr/>
          <a:lstStyle/>
          <a:p>
            <a:fld id="{65CB3275-7683-45B1-BE98-493851351657}" type="slidenum">
              <a:rPr lang="en-US" smtClean="0"/>
              <a:t>‹#›</a:t>
            </a:fld>
            <a:endParaRPr lang="en-US"/>
          </a:p>
        </p:txBody>
      </p:sp>
    </p:spTree>
    <p:extLst>
      <p:ext uri="{BB962C8B-B14F-4D97-AF65-F5344CB8AC3E}">
        <p14:creationId xmlns:p14="http://schemas.microsoft.com/office/powerpoint/2010/main" val="4454075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a:extLst>
              <a:ext uri="{FF2B5EF4-FFF2-40B4-BE49-F238E27FC236}">
                <a16:creationId xmlns:a16="http://schemas.microsoft.com/office/drawing/2014/main" id="{56BAC0EA-F51F-4DBB-BBBB-B2498A78BE1D}"/>
              </a:ext>
            </a:extLst>
          </p:cNvPr>
          <p:cNvSpPr>
            <a:spLocks noGrp="1"/>
          </p:cNvSpPr>
          <p:nvPr>
            <p:ph type="title" orient="vert"/>
          </p:nvPr>
        </p:nvSpPr>
        <p:spPr>
          <a:xfrm>
            <a:off x="8724900" y="365125"/>
            <a:ext cx="2628900" cy="5811838"/>
          </a:xfrm>
        </p:spPr>
        <p:txBody>
          <a:bodyPr vert="eaVert"/>
          <a:lstStyle/>
          <a:p>
            <a:r>
              <a:rPr lang="nb-NO"/>
              <a:t>Klikk for å redigere tittelstil</a:t>
            </a:r>
            <a:endParaRPr lang="en-US"/>
          </a:p>
        </p:txBody>
      </p:sp>
      <p:sp>
        <p:nvSpPr>
          <p:cNvPr id="3" name="Plassholder for loddrett tekst 2">
            <a:extLst>
              <a:ext uri="{FF2B5EF4-FFF2-40B4-BE49-F238E27FC236}">
                <a16:creationId xmlns:a16="http://schemas.microsoft.com/office/drawing/2014/main" id="{2F8E28F2-C659-4DBF-8336-9F0F22D7A505}"/>
              </a:ext>
            </a:extLst>
          </p:cNvPr>
          <p:cNvSpPr>
            <a:spLocks noGrp="1"/>
          </p:cNvSpPr>
          <p:nvPr>
            <p:ph type="body" orient="vert" idx="1"/>
          </p:nvPr>
        </p:nvSpPr>
        <p:spPr>
          <a:xfrm>
            <a:off x="838200" y="365125"/>
            <a:ext cx="7734300" cy="5811838"/>
          </a:xfrm>
        </p:spPr>
        <p:txBody>
          <a:bodyPr vert="eaVert"/>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a:p>
        </p:txBody>
      </p:sp>
      <p:sp>
        <p:nvSpPr>
          <p:cNvPr id="4" name="Plassholder for dato 3">
            <a:extLst>
              <a:ext uri="{FF2B5EF4-FFF2-40B4-BE49-F238E27FC236}">
                <a16:creationId xmlns:a16="http://schemas.microsoft.com/office/drawing/2014/main" id="{19CF69EB-40BB-4571-863D-AA39BEE36D16}"/>
              </a:ext>
            </a:extLst>
          </p:cNvPr>
          <p:cNvSpPr>
            <a:spLocks noGrp="1"/>
          </p:cNvSpPr>
          <p:nvPr>
            <p:ph type="dt" sz="half" idx="10"/>
          </p:nvPr>
        </p:nvSpPr>
        <p:spPr/>
        <p:txBody>
          <a:bodyPr/>
          <a:lstStyle/>
          <a:p>
            <a:fld id="{098E97ED-7B41-4EE9-9B68-10FD35DE1682}" type="datetimeFigureOut">
              <a:rPr lang="en-US" smtClean="0"/>
              <a:t>6/29/26</a:t>
            </a:fld>
            <a:endParaRPr lang="en-US"/>
          </a:p>
        </p:txBody>
      </p:sp>
      <p:sp>
        <p:nvSpPr>
          <p:cNvPr id="5" name="Plassholder for bunntekst 4">
            <a:extLst>
              <a:ext uri="{FF2B5EF4-FFF2-40B4-BE49-F238E27FC236}">
                <a16:creationId xmlns:a16="http://schemas.microsoft.com/office/drawing/2014/main" id="{12BF6C19-E3EE-432C-981C-08A7ABBC2BC0}"/>
              </a:ext>
            </a:extLst>
          </p:cNvPr>
          <p:cNvSpPr>
            <a:spLocks noGrp="1"/>
          </p:cNvSpPr>
          <p:nvPr>
            <p:ph type="ftr" sz="quarter" idx="11"/>
          </p:nvPr>
        </p:nvSpPr>
        <p:spPr/>
        <p:txBody>
          <a:bodyPr/>
          <a:lstStyle/>
          <a:p>
            <a:endParaRPr lang="en-US"/>
          </a:p>
        </p:txBody>
      </p:sp>
      <p:sp>
        <p:nvSpPr>
          <p:cNvPr id="6" name="Plassholder for lysbildenummer 5">
            <a:extLst>
              <a:ext uri="{FF2B5EF4-FFF2-40B4-BE49-F238E27FC236}">
                <a16:creationId xmlns:a16="http://schemas.microsoft.com/office/drawing/2014/main" id="{6BD68581-53C3-45F2-8DD7-F65A3FD4E4BD}"/>
              </a:ext>
            </a:extLst>
          </p:cNvPr>
          <p:cNvSpPr>
            <a:spLocks noGrp="1"/>
          </p:cNvSpPr>
          <p:nvPr>
            <p:ph type="sldNum" sz="quarter" idx="12"/>
          </p:nvPr>
        </p:nvSpPr>
        <p:spPr/>
        <p:txBody>
          <a:bodyPr/>
          <a:lstStyle/>
          <a:p>
            <a:fld id="{65CB3275-7683-45B1-BE98-493851351657}" type="slidenum">
              <a:rPr lang="en-US" smtClean="0"/>
              <a:t>‹#›</a:t>
            </a:fld>
            <a:endParaRPr lang="en-US"/>
          </a:p>
        </p:txBody>
      </p:sp>
    </p:spTree>
    <p:extLst>
      <p:ext uri="{BB962C8B-B14F-4D97-AF65-F5344CB8AC3E}">
        <p14:creationId xmlns:p14="http://schemas.microsoft.com/office/powerpoint/2010/main" val="1368457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One column">
    <p:spTree>
      <p:nvGrpSpPr>
        <p:cNvPr id="1" name=""/>
        <p:cNvGrpSpPr/>
        <p:nvPr/>
      </p:nvGrpSpPr>
      <p:grpSpPr>
        <a:xfrm>
          <a:off x="0" y="0"/>
          <a:ext cx="0" cy="0"/>
          <a:chOff x="0" y="0"/>
          <a:chExt cx="0" cy="0"/>
        </a:xfrm>
      </p:grpSpPr>
      <p:sp>
        <p:nvSpPr>
          <p:cNvPr id="4" name="Plassholder for dato 3"/>
          <p:cNvSpPr>
            <a:spLocks noGrp="1"/>
          </p:cNvSpPr>
          <p:nvPr>
            <p:ph type="dt" sz="half" idx="10"/>
          </p:nvPr>
        </p:nvSpPr>
        <p:spPr/>
        <p:txBody>
          <a:bodyPr/>
          <a:lstStyle/>
          <a:p>
            <a:fld id="{28B7A478-B3EF-43DE-BEA5-558FE1F3DBB9}" type="datetime1">
              <a:rPr lang="nb-NO" smtClean="0"/>
              <a:t>29.06.2026</a:t>
            </a:fld>
            <a:endParaRPr lang="nb-NO"/>
          </a:p>
        </p:txBody>
      </p:sp>
      <p:sp>
        <p:nvSpPr>
          <p:cNvPr id="5" name="Plassholder for bunntekst 4"/>
          <p:cNvSpPr>
            <a:spLocks noGrp="1"/>
          </p:cNvSpPr>
          <p:nvPr>
            <p:ph type="ftr" sz="quarter" idx="11"/>
          </p:nvPr>
        </p:nvSpPr>
        <p:spPr/>
        <p:txBody>
          <a:bodyPr/>
          <a:lstStyle/>
          <a:p>
            <a:endParaRPr lang="nb-NO"/>
          </a:p>
        </p:txBody>
      </p:sp>
      <p:sp>
        <p:nvSpPr>
          <p:cNvPr id="6" name="Plassholder for lysbildenummer 5"/>
          <p:cNvSpPr>
            <a:spLocks noGrp="1"/>
          </p:cNvSpPr>
          <p:nvPr>
            <p:ph type="sldNum" sz="quarter" idx="12"/>
          </p:nvPr>
        </p:nvSpPr>
        <p:spPr/>
        <p:txBody>
          <a:bodyPr/>
          <a:lstStyle/>
          <a:p>
            <a:fld id="{3FA4DDC8-1D0B-4B83-8CF0-4F24D54506BB}" type="slidenum">
              <a:rPr lang="nb-NO" smtClean="0"/>
              <a:pPr/>
              <a:t>‹#›</a:t>
            </a:fld>
            <a:endParaRPr lang="nb-NO"/>
          </a:p>
        </p:txBody>
      </p:sp>
      <p:sp>
        <p:nvSpPr>
          <p:cNvPr id="3" name="Plassholder for tekst 2"/>
          <p:cNvSpPr>
            <a:spLocks noGrp="1"/>
          </p:cNvSpPr>
          <p:nvPr>
            <p:ph type="body" sz="quarter" idx="13" hasCustomPrompt="1"/>
          </p:nvPr>
        </p:nvSpPr>
        <p:spPr>
          <a:xfrm>
            <a:off x="414273" y="1796233"/>
            <a:ext cx="11363454" cy="4441124"/>
          </a:xfrm>
          <a:prstGeom prst="rect">
            <a:avLst/>
          </a:prstGeom>
        </p:spPr>
        <p:txBody>
          <a:bodyPr vert="horz"/>
          <a:lstStyle>
            <a:lvl1pPr marL="179579" indent="-179579">
              <a:buFont typeface="Arial" panose="020B0604020202020204" pitchFamily="34" charset="0"/>
              <a:buChar char="•"/>
              <a:defRPr sz="2177">
                <a:solidFill>
                  <a:schemeClr val="tx1">
                    <a:lumMod val="75000"/>
                    <a:lumOff val="25000"/>
                  </a:schemeClr>
                </a:solidFill>
              </a:defRPr>
            </a:lvl1pPr>
            <a:lvl2pPr marL="406025" indent="-164138">
              <a:buFont typeface="Arial" panose="020B0604020202020204" pitchFamily="34" charset="0"/>
              <a:buChar char="•"/>
              <a:defRPr sz="1814"/>
            </a:lvl2pPr>
            <a:lvl3pPr marL="570164" indent="-164138">
              <a:buFont typeface="Arial" panose="020B0604020202020204" pitchFamily="34" charset="0"/>
              <a:buChar char="•"/>
              <a:defRPr sz="1814"/>
            </a:lvl3pPr>
            <a:lvl4pPr marL="812052" indent="-164138">
              <a:buFont typeface="Arial" panose="020B0604020202020204" pitchFamily="34" charset="0"/>
              <a:buChar char="•"/>
              <a:defRPr sz="1814"/>
            </a:lvl4pPr>
            <a:lvl5pPr marL="1053939" indent="-241887">
              <a:buFont typeface="Arial" panose="020B0604020202020204" pitchFamily="34" charset="0"/>
              <a:buChar char="•"/>
              <a:defRPr sz="1814"/>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nb-NO"/>
          </a:p>
        </p:txBody>
      </p:sp>
      <p:sp>
        <p:nvSpPr>
          <p:cNvPr id="10" name="Tittel 1"/>
          <p:cNvSpPr>
            <a:spLocks noGrp="1"/>
          </p:cNvSpPr>
          <p:nvPr>
            <p:ph type="title" hasCustomPrompt="1"/>
          </p:nvPr>
        </p:nvSpPr>
        <p:spPr>
          <a:xfrm>
            <a:off x="414273" y="424711"/>
            <a:ext cx="9992003" cy="1044970"/>
          </a:xfrm>
          <a:prstGeom prst="rect">
            <a:avLst/>
          </a:prstGeom>
        </p:spPr>
        <p:txBody>
          <a:bodyPr anchor="b" anchorCtr="0"/>
          <a:lstStyle>
            <a:lvl1pPr>
              <a:defRPr b="0"/>
            </a:lvl1pPr>
          </a:lstStyle>
          <a:p>
            <a:r>
              <a:rPr lang="nb-NO" err="1"/>
              <a:t>Click</a:t>
            </a:r>
            <a:r>
              <a:rPr lang="nb-NO"/>
              <a:t> to </a:t>
            </a:r>
            <a:r>
              <a:rPr lang="nb-NO" err="1"/>
              <a:t>add</a:t>
            </a:r>
            <a:r>
              <a:rPr lang="nb-NO"/>
              <a:t> </a:t>
            </a:r>
            <a:r>
              <a:rPr lang="nb-NO" err="1"/>
              <a:t>title</a:t>
            </a:r>
            <a:endParaRPr lang="nb-NO"/>
          </a:p>
        </p:txBody>
      </p:sp>
      <p:pic>
        <p:nvPicPr>
          <p:cNvPr id="11" name="Bilde 10" descr="nhh_logo_1f_positiv_blaa.eps"/>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20577" y="447226"/>
            <a:ext cx="457150" cy="914349"/>
          </a:xfrm>
          <a:prstGeom prst="rect">
            <a:avLst/>
          </a:prstGeom>
        </p:spPr>
      </p:pic>
      <p:pic>
        <p:nvPicPr>
          <p:cNvPr id="8"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85478" y="6255663"/>
            <a:ext cx="2971698" cy="569490"/>
          </a:xfrm>
          <a:prstGeom prst="rect">
            <a:avLst/>
          </a:prstGeom>
        </p:spPr>
      </p:pic>
    </p:spTree>
    <p:extLst>
      <p:ext uri="{BB962C8B-B14F-4D97-AF65-F5344CB8AC3E}">
        <p14:creationId xmlns:p14="http://schemas.microsoft.com/office/powerpoint/2010/main" val="27178208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034D9-4D8D-55F0-DC12-A91360CB7F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b-NO"/>
          </a:p>
        </p:txBody>
      </p:sp>
      <p:sp>
        <p:nvSpPr>
          <p:cNvPr id="3" name="Subtitle 2">
            <a:extLst>
              <a:ext uri="{FF2B5EF4-FFF2-40B4-BE49-F238E27FC236}">
                <a16:creationId xmlns:a16="http://schemas.microsoft.com/office/drawing/2014/main" id="{0834890C-2AA3-7498-243F-1D0511FDB7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b-NO"/>
          </a:p>
        </p:txBody>
      </p:sp>
      <p:sp>
        <p:nvSpPr>
          <p:cNvPr id="4" name="Date Placeholder 3">
            <a:extLst>
              <a:ext uri="{FF2B5EF4-FFF2-40B4-BE49-F238E27FC236}">
                <a16:creationId xmlns:a16="http://schemas.microsoft.com/office/drawing/2014/main" id="{FFB07811-9396-8CEB-221E-82E5623D46D6}"/>
              </a:ext>
            </a:extLst>
          </p:cNvPr>
          <p:cNvSpPr>
            <a:spLocks noGrp="1"/>
          </p:cNvSpPr>
          <p:nvPr>
            <p:ph type="dt" sz="half" idx="10"/>
          </p:nvPr>
        </p:nvSpPr>
        <p:spPr/>
        <p:txBody>
          <a:bodyPr/>
          <a:lstStyle/>
          <a:p>
            <a:fld id="{2EA810CD-BF89-4434-94B0-9F5DA6030745}" type="datetime1">
              <a:rPr lang="nb-NO" smtClean="0"/>
              <a:t>29.06.2026</a:t>
            </a:fld>
            <a:endParaRPr lang="nb-NO"/>
          </a:p>
        </p:txBody>
      </p:sp>
      <p:sp>
        <p:nvSpPr>
          <p:cNvPr id="5" name="Footer Placeholder 4">
            <a:extLst>
              <a:ext uri="{FF2B5EF4-FFF2-40B4-BE49-F238E27FC236}">
                <a16:creationId xmlns:a16="http://schemas.microsoft.com/office/drawing/2014/main" id="{66D186F8-CBD4-9658-F2A6-B96D135FFE48}"/>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3796426D-962E-EB6C-7B99-8F482BF23320}"/>
              </a:ext>
            </a:extLst>
          </p:cNvPr>
          <p:cNvSpPr>
            <a:spLocks noGrp="1"/>
          </p:cNvSpPr>
          <p:nvPr>
            <p:ph type="sldNum" sz="quarter" idx="12"/>
          </p:nvPr>
        </p:nvSpPr>
        <p:spPr/>
        <p:txBody>
          <a:bodyPr/>
          <a:lstStyle/>
          <a:p>
            <a:fld id="{F9804DD7-8F05-44CF-B2BD-836547C761A8}" type="slidenum">
              <a:rPr lang="nb-NO" smtClean="0"/>
              <a:t>‹#›</a:t>
            </a:fld>
            <a:endParaRPr lang="nb-NO"/>
          </a:p>
        </p:txBody>
      </p:sp>
    </p:spTree>
    <p:extLst>
      <p:ext uri="{BB962C8B-B14F-4D97-AF65-F5344CB8AC3E}">
        <p14:creationId xmlns:p14="http://schemas.microsoft.com/office/powerpoint/2010/main" val="14350075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A4F42-EEA0-98E9-F1F1-74B944C0FCFB}"/>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ED706279-37AE-11B2-2101-23C74C486D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263B5A38-2137-1983-1D98-3F65A91ADA09}"/>
              </a:ext>
            </a:extLst>
          </p:cNvPr>
          <p:cNvSpPr>
            <a:spLocks noGrp="1"/>
          </p:cNvSpPr>
          <p:nvPr>
            <p:ph type="dt" sz="half" idx="10"/>
          </p:nvPr>
        </p:nvSpPr>
        <p:spPr/>
        <p:txBody>
          <a:bodyPr/>
          <a:lstStyle/>
          <a:p>
            <a:fld id="{FF02DE18-725D-4F56-829C-FE7A892E112D}" type="datetime1">
              <a:rPr lang="nb-NO" smtClean="0"/>
              <a:t>29.06.2026</a:t>
            </a:fld>
            <a:endParaRPr lang="nb-NO"/>
          </a:p>
        </p:txBody>
      </p:sp>
      <p:sp>
        <p:nvSpPr>
          <p:cNvPr id="5" name="Footer Placeholder 4">
            <a:extLst>
              <a:ext uri="{FF2B5EF4-FFF2-40B4-BE49-F238E27FC236}">
                <a16:creationId xmlns:a16="http://schemas.microsoft.com/office/drawing/2014/main" id="{5EB950ED-79B1-59F7-9593-57D0D25B3B7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EAE7D67A-ECD1-5E84-80BA-348A3A512C71}"/>
              </a:ext>
            </a:extLst>
          </p:cNvPr>
          <p:cNvSpPr>
            <a:spLocks noGrp="1"/>
          </p:cNvSpPr>
          <p:nvPr>
            <p:ph type="sldNum" sz="quarter" idx="12"/>
          </p:nvPr>
        </p:nvSpPr>
        <p:spPr/>
        <p:txBody>
          <a:bodyPr/>
          <a:lstStyle/>
          <a:p>
            <a:fld id="{F9804DD7-8F05-44CF-B2BD-836547C761A8}" type="slidenum">
              <a:rPr lang="nb-NO" smtClean="0"/>
              <a:t>‹#›</a:t>
            </a:fld>
            <a:endParaRPr lang="nb-NO"/>
          </a:p>
        </p:txBody>
      </p:sp>
    </p:spTree>
    <p:extLst>
      <p:ext uri="{BB962C8B-B14F-4D97-AF65-F5344CB8AC3E}">
        <p14:creationId xmlns:p14="http://schemas.microsoft.com/office/powerpoint/2010/main" val="18129202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9098B-FDCB-0079-2A15-FE3B5E1351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b-NO"/>
          </a:p>
        </p:txBody>
      </p:sp>
      <p:sp>
        <p:nvSpPr>
          <p:cNvPr id="3" name="Text Placeholder 2">
            <a:extLst>
              <a:ext uri="{FF2B5EF4-FFF2-40B4-BE49-F238E27FC236}">
                <a16:creationId xmlns:a16="http://schemas.microsoft.com/office/drawing/2014/main" id="{F0E30793-EB67-ACBF-14B4-E1ADF08DFEB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4E3D1F-99E6-D9D2-FA30-3A5F5A776B5E}"/>
              </a:ext>
            </a:extLst>
          </p:cNvPr>
          <p:cNvSpPr>
            <a:spLocks noGrp="1"/>
          </p:cNvSpPr>
          <p:nvPr>
            <p:ph type="dt" sz="half" idx="10"/>
          </p:nvPr>
        </p:nvSpPr>
        <p:spPr/>
        <p:txBody>
          <a:bodyPr/>
          <a:lstStyle/>
          <a:p>
            <a:fld id="{AAD23983-9429-4E41-8603-28305A20F8D3}" type="datetime1">
              <a:rPr lang="nb-NO" smtClean="0"/>
              <a:t>29.06.2026</a:t>
            </a:fld>
            <a:endParaRPr lang="nb-NO"/>
          </a:p>
        </p:txBody>
      </p:sp>
      <p:sp>
        <p:nvSpPr>
          <p:cNvPr id="5" name="Footer Placeholder 4">
            <a:extLst>
              <a:ext uri="{FF2B5EF4-FFF2-40B4-BE49-F238E27FC236}">
                <a16:creationId xmlns:a16="http://schemas.microsoft.com/office/drawing/2014/main" id="{2BB55257-7E00-8872-CB0F-B7F80CE4E77F}"/>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6D4B7F94-1572-2D2E-B5A7-905E7E6559B6}"/>
              </a:ext>
            </a:extLst>
          </p:cNvPr>
          <p:cNvSpPr>
            <a:spLocks noGrp="1"/>
          </p:cNvSpPr>
          <p:nvPr>
            <p:ph type="sldNum" sz="quarter" idx="12"/>
          </p:nvPr>
        </p:nvSpPr>
        <p:spPr/>
        <p:txBody>
          <a:bodyPr/>
          <a:lstStyle/>
          <a:p>
            <a:fld id="{F9804DD7-8F05-44CF-B2BD-836547C761A8}" type="slidenum">
              <a:rPr lang="nb-NO" smtClean="0"/>
              <a:t>‹#›</a:t>
            </a:fld>
            <a:endParaRPr lang="nb-NO"/>
          </a:p>
        </p:txBody>
      </p:sp>
    </p:spTree>
    <p:extLst>
      <p:ext uri="{BB962C8B-B14F-4D97-AF65-F5344CB8AC3E}">
        <p14:creationId xmlns:p14="http://schemas.microsoft.com/office/powerpoint/2010/main" val="41180951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B8614-BF74-5050-9342-486137EED325}"/>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94A7A0C3-D9BB-0D99-B7F6-3BD0BAE5AE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Content Placeholder 3">
            <a:extLst>
              <a:ext uri="{FF2B5EF4-FFF2-40B4-BE49-F238E27FC236}">
                <a16:creationId xmlns:a16="http://schemas.microsoft.com/office/drawing/2014/main" id="{EBC2F7B6-EABD-0B79-3BF0-6A44369774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Date Placeholder 4">
            <a:extLst>
              <a:ext uri="{FF2B5EF4-FFF2-40B4-BE49-F238E27FC236}">
                <a16:creationId xmlns:a16="http://schemas.microsoft.com/office/drawing/2014/main" id="{D578D1C4-F91A-C2BE-4233-6F720ED27FE9}"/>
              </a:ext>
            </a:extLst>
          </p:cNvPr>
          <p:cNvSpPr>
            <a:spLocks noGrp="1"/>
          </p:cNvSpPr>
          <p:nvPr>
            <p:ph type="dt" sz="half" idx="10"/>
          </p:nvPr>
        </p:nvSpPr>
        <p:spPr/>
        <p:txBody>
          <a:bodyPr/>
          <a:lstStyle/>
          <a:p>
            <a:fld id="{979A4D22-117A-48F1-B9D1-8C5D238A613E}" type="datetime1">
              <a:rPr lang="nb-NO" smtClean="0"/>
              <a:t>29.06.2026</a:t>
            </a:fld>
            <a:endParaRPr lang="nb-NO"/>
          </a:p>
        </p:txBody>
      </p:sp>
      <p:sp>
        <p:nvSpPr>
          <p:cNvPr id="6" name="Footer Placeholder 5">
            <a:extLst>
              <a:ext uri="{FF2B5EF4-FFF2-40B4-BE49-F238E27FC236}">
                <a16:creationId xmlns:a16="http://schemas.microsoft.com/office/drawing/2014/main" id="{64AFB804-C946-3D3C-8D12-F3ADCDC54B5E}"/>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1B36376C-C27E-A18D-C00D-4174F66BF436}"/>
              </a:ext>
            </a:extLst>
          </p:cNvPr>
          <p:cNvSpPr>
            <a:spLocks noGrp="1"/>
          </p:cNvSpPr>
          <p:nvPr>
            <p:ph type="sldNum" sz="quarter" idx="12"/>
          </p:nvPr>
        </p:nvSpPr>
        <p:spPr/>
        <p:txBody>
          <a:bodyPr/>
          <a:lstStyle/>
          <a:p>
            <a:fld id="{F9804DD7-8F05-44CF-B2BD-836547C761A8}" type="slidenum">
              <a:rPr lang="nb-NO" smtClean="0"/>
              <a:t>‹#›</a:t>
            </a:fld>
            <a:endParaRPr lang="nb-NO"/>
          </a:p>
        </p:txBody>
      </p:sp>
    </p:spTree>
    <p:extLst>
      <p:ext uri="{BB962C8B-B14F-4D97-AF65-F5344CB8AC3E}">
        <p14:creationId xmlns:p14="http://schemas.microsoft.com/office/powerpoint/2010/main" val="36323542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1F61A-0918-60E4-705C-A30FA2EEEEB6}"/>
              </a:ext>
            </a:extLst>
          </p:cNvPr>
          <p:cNvSpPr>
            <a:spLocks noGrp="1"/>
          </p:cNvSpPr>
          <p:nvPr>
            <p:ph type="title"/>
          </p:nvPr>
        </p:nvSpPr>
        <p:spPr>
          <a:xfrm>
            <a:off x="839788" y="365125"/>
            <a:ext cx="10515600" cy="1325563"/>
          </a:xfrm>
        </p:spPr>
        <p:txBody>
          <a:bodyPr/>
          <a:lstStyle/>
          <a:p>
            <a:r>
              <a:rPr lang="en-US"/>
              <a:t>Click to edit Master title style</a:t>
            </a:r>
            <a:endParaRPr lang="nb-NO"/>
          </a:p>
        </p:txBody>
      </p:sp>
      <p:sp>
        <p:nvSpPr>
          <p:cNvPr id="3" name="Text Placeholder 2">
            <a:extLst>
              <a:ext uri="{FF2B5EF4-FFF2-40B4-BE49-F238E27FC236}">
                <a16:creationId xmlns:a16="http://schemas.microsoft.com/office/drawing/2014/main" id="{96F69DFE-7BD3-6C8C-72B9-AEED15D7E2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D51A472-DC7A-11EF-D915-0971BB356A5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Text Placeholder 4">
            <a:extLst>
              <a:ext uri="{FF2B5EF4-FFF2-40B4-BE49-F238E27FC236}">
                <a16:creationId xmlns:a16="http://schemas.microsoft.com/office/drawing/2014/main" id="{2914B697-0AE8-FC35-2949-62F3541322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6E9F4F-5940-ACE4-E5EC-39DBE43029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Date Placeholder 6">
            <a:extLst>
              <a:ext uri="{FF2B5EF4-FFF2-40B4-BE49-F238E27FC236}">
                <a16:creationId xmlns:a16="http://schemas.microsoft.com/office/drawing/2014/main" id="{9766EA39-950C-C7E1-D436-66C106E9DDE1}"/>
              </a:ext>
            </a:extLst>
          </p:cNvPr>
          <p:cNvSpPr>
            <a:spLocks noGrp="1"/>
          </p:cNvSpPr>
          <p:nvPr>
            <p:ph type="dt" sz="half" idx="10"/>
          </p:nvPr>
        </p:nvSpPr>
        <p:spPr/>
        <p:txBody>
          <a:bodyPr/>
          <a:lstStyle/>
          <a:p>
            <a:fld id="{788A6A24-D9B8-4416-9B64-FEB80D1F9428}" type="datetime1">
              <a:rPr lang="nb-NO" smtClean="0"/>
              <a:t>29.06.2026</a:t>
            </a:fld>
            <a:endParaRPr lang="nb-NO"/>
          </a:p>
        </p:txBody>
      </p:sp>
      <p:sp>
        <p:nvSpPr>
          <p:cNvPr id="8" name="Footer Placeholder 7">
            <a:extLst>
              <a:ext uri="{FF2B5EF4-FFF2-40B4-BE49-F238E27FC236}">
                <a16:creationId xmlns:a16="http://schemas.microsoft.com/office/drawing/2014/main" id="{DBE2B9B2-80E3-E434-0734-0F0C3F2A2C86}"/>
              </a:ext>
            </a:extLst>
          </p:cNvPr>
          <p:cNvSpPr>
            <a:spLocks noGrp="1"/>
          </p:cNvSpPr>
          <p:nvPr>
            <p:ph type="ftr" sz="quarter" idx="11"/>
          </p:nvPr>
        </p:nvSpPr>
        <p:spPr/>
        <p:txBody>
          <a:bodyPr/>
          <a:lstStyle/>
          <a:p>
            <a:endParaRPr lang="nb-NO"/>
          </a:p>
        </p:txBody>
      </p:sp>
      <p:sp>
        <p:nvSpPr>
          <p:cNvPr id="9" name="Slide Number Placeholder 8">
            <a:extLst>
              <a:ext uri="{FF2B5EF4-FFF2-40B4-BE49-F238E27FC236}">
                <a16:creationId xmlns:a16="http://schemas.microsoft.com/office/drawing/2014/main" id="{358C7E02-D190-27CF-413E-4494DB5383B8}"/>
              </a:ext>
            </a:extLst>
          </p:cNvPr>
          <p:cNvSpPr>
            <a:spLocks noGrp="1"/>
          </p:cNvSpPr>
          <p:nvPr>
            <p:ph type="sldNum" sz="quarter" idx="12"/>
          </p:nvPr>
        </p:nvSpPr>
        <p:spPr/>
        <p:txBody>
          <a:bodyPr/>
          <a:lstStyle/>
          <a:p>
            <a:fld id="{F9804DD7-8F05-44CF-B2BD-836547C761A8}" type="slidenum">
              <a:rPr lang="nb-NO" smtClean="0"/>
              <a:t>‹#›</a:t>
            </a:fld>
            <a:endParaRPr lang="nb-NO"/>
          </a:p>
        </p:txBody>
      </p:sp>
    </p:spTree>
    <p:extLst>
      <p:ext uri="{BB962C8B-B14F-4D97-AF65-F5344CB8AC3E}">
        <p14:creationId xmlns:p14="http://schemas.microsoft.com/office/powerpoint/2010/main" val="32176158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5E483-B36C-84EC-4263-7FC25FEC91EB}"/>
              </a:ext>
            </a:extLst>
          </p:cNvPr>
          <p:cNvSpPr>
            <a:spLocks noGrp="1"/>
          </p:cNvSpPr>
          <p:nvPr>
            <p:ph type="title"/>
          </p:nvPr>
        </p:nvSpPr>
        <p:spPr/>
        <p:txBody>
          <a:bodyPr/>
          <a:lstStyle/>
          <a:p>
            <a:r>
              <a:rPr lang="en-US"/>
              <a:t>Click to edit Master title style</a:t>
            </a:r>
            <a:endParaRPr lang="nb-NO"/>
          </a:p>
        </p:txBody>
      </p:sp>
      <p:sp>
        <p:nvSpPr>
          <p:cNvPr id="3" name="Date Placeholder 2">
            <a:extLst>
              <a:ext uri="{FF2B5EF4-FFF2-40B4-BE49-F238E27FC236}">
                <a16:creationId xmlns:a16="http://schemas.microsoft.com/office/drawing/2014/main" id="{3CD9D251-6502-737A-E096-56A4CF0D089A}"/>
              </a:ext>
            </a:extLst>
          </p:cNvPr>
          <p:cNvSpPr>
            <a:spLocks noGrp="1"/>
          </p:cNvSpPr>
          <p:nvPr>
            <p:ph type="dt" sz="half" idx="10"/>
          </p:nvPr>
        </p:nvSpPr>
        <p:spPr/>
        <p:txBody>
          <a:bodyPr/>
          <a:lstStyle/>
          <a:p>
            <a:fld id="{3E7FEB6E-8ABF-486B-9E56-AC79E1B3B33F}" type="datetime1">
              <a:rPr lang="nb-NO" smtClean="0"/>
              <a:t>29.06.2026</a:t>
            </a:fld>
            <a:endParaRPr lang="nb-NO"/>
          </a:p>
        </p:txBody>
      </p:sp>
      <p:sp>
        <p:nvSpPr>
          <p:cNvPr id="4" name="Footer Placeholder 3">
            <a:extLst>
              <a:ext uri="{FF2B5EF4-FFF2-40B4-BE49-F238E27FC236}">
                <a16:creationId xmlns:a16="http://schemas.microsoft.com/office/drawing/2014/main" id="{FA2FD1A1-C82A-D127-F4A2-5AE84988535F}"/>
              </a:ext>
            </a:extLst>
          </p:cNvPr>
          <p:cNvSpPr>
            <a:spLocks noGrp="1"/>
          </p:cNvSpPr>
          <p:nvPr>
            <p:ph type="ftr" sz="quarter" idx="11"/>
          </p:nvPr>
        </p:nvSpPr>
        <p:spPr/>
        <p:txBody>
          <a:bodyPr/>
          <a:lstStyle/>
          <a:p>
            <a:endParaRPr lang="nb-NO"/>
          </a:p>
        </p:txBody>
      </p:sp>
      <p:sp>
        <p:nvSpPr>
          <p:cNvPr id="5" name="Slide Number Placeholder 4">
            <a:extLst>
              <a:ext uri="{FF2B5EF4-FFF2-40B4-BE49-F238E27FC236}">
                <a16:creationId xmlns:a16="http://schemas.microsoft.com/office/drawing/2014/main" id="{92300113-7F06-8E58-F66E-946B7DB25DD0}"/>
              </a:ext>
            </a:extLst>
          </p:cNvPr>
          <p:cNvSpPr>
            <a:spLocks noGrp="1"/>
          </p:cNvSpPr>
          <p:nvPr>
            <p:ph type="sldNum" sz="quarter" idx="12"/>
          </p:nvPr>
        </p:nvSpPr>
        <p:spPr/>
        <p:txBody>
          <a:bodyPr/>
          <a:lstStyle/>
          <a:p>
            <a:fld id="{F9804DD7-8F05-44CF-B2BD-836547C761A8}" type="slidenum">
              <a:rPr lang="nb-NO" smtClean="0"/>
              <a:t>‹#›</a:t>
            </a:fld>
            <a:endParaRPr lang="nb-NO"/>
          </a:p>
        </p:txBody>
      </p:sp>
    </p:spTree>
    <p:extLst>
      <p:ext uri="{BB962C8B-B14F-4D97-AF65-F5344CB8AC3E}">
        <p14:creationId xmlns:p14="http://schemas.microsoft.com/office/powerpoint/2010/main" val="454043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EECDC2-3C33-61FE-2E08-1D2518566991}"/>
              </a:ext>
            </a:extLst>
          </p:cNvPr>
          <p:cNvSpPr>
            <a:spLocks noGrp="1"/>
          </p:cNvSpPr>
          <p:nvPr>
            <p:ph type="dt" sz="half" idx="10"/>
          </p:nvPr>
        </p:nvSpPr>
        <p:spPr/>
        <p:txBody>
          <a:bodyPr/>
          <a:lstStyle/>
          <a:p>
            <a:fld id="{D7A3BBC0-54A2-4A1A-99D0-40105A26DD2F}" type="datetime1">
              <a:rPr lang="nb-NO" smtClean="0"/>
              <a:t>29.06.2026</a:t>
            </a:fld>
            <a:endParaRPr lang="nb-NO"/>
          </a:p>
        </p:txBody>
      </p:sp>
      <p:sp>
        <p:nvSpPr>
          <p:cNvPr id="3" name="Footer Placeholder 2">
            <a:extLst>
              <a:ext uri="{FF2B5EF4-FFF2-40B4-BE49-F238E27FC236}">
                <a16:creationId xmlns:a16="http://schemas.microsoft.com/office/drawing/2014/main" id="{2EF3FBD4-2EF7-489C-39E9-6A943DF78D26}"/>
              </a:ext>
            </a:extLst>
          </p:cNvPr>
          <p:cNvSpPr>
            <a:spLocks noGrp="1"/>
          </p:cNvSpPr>
          <p:nvPr>
            <p:ph type="ftr" sz="quarter" idx="11"/>
          </p:nvPr>
        </p:nvSpPr>
        <p:spPr/>
        <p:txBody>
          <a:bodyPr/>
          <a:lstStyle/>
          <a:p>
            <a:endParaRPr lang="nb-NO"/>
          </a:p>
        </p:txBody>
      </p:sp>
      <p:sp>
        <p:nvSpPr>
          <p:cNvPr id="4" name="Slide Number Placeholder 3">
            <a:extLst>
              <a:ext uri="{FF2B5EF4-FFF2-40B4-BE49-F238E27FC236}">
                <a16:creationId xmlns:a16="http://schemas.microsoft.com/office/drawing/2014/main" id="{F78E7373-3C65-D026-AF95-AF7F09026692}"/>
              </a:ext>
            </a:extLst>
          </p:cNvPr>
          <p:cNvSpPr>
            <a:spLocks noGrp="1"/>
          </p:cNvSpPr>
          <p:nvPr>
            <p:ph type="sldNum" sz="quarter" idx="12"/>
          </p:nvPr>
        </p:nvSpPr>
        <p:spPr/>
        <p:txBody>
          <a:bodyPr/>
          <a:lstStyle/>
          <a:p>
            <a:fld id="{F9804DD7-8F05-44CF-B2BD-836547C761A8}" type="slidenum">
              <a:rPr lang="nb-NO" smtClean="0"/>
              <a:t>‹#›</a:t>
            </a:fld>
            <a:endParaRPr lang="nb-NO"/>
          </a:p>
        </p:txBody>
      </p:sp>
    </p:spTree>
    <p:extLst>
      <p:ext uri="{BB962C8B-B14F-4D97-AF65-F5344CB8AC3E}">
        <p14:creationId xmlns:p14="http://schemas.microsoft.com/office/powerpoint/2010/main" val="11065929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21DAB-B8E6-E1B3-A0E9-510799A0D1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Content Placeholder 2">
            <a:extLst>
              <a:ext uri="{FF2B5EF4-FFF2-40B4-BE49-F238E27FC236}">
                <a16:creationId xmlns:a16="http://schemas.microsoft.com/office/drawing/2014/main" id="{B1B544AA-3A9E-5E69-1CA5-F12D731D59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Text Placeholder 3">
            <a:extLst>
              <a:ext uri="{FF2B5EF4-FFF2-40B4-BE49-F238E27FC236}">
                <a16:creationId xmlns:a16="http://schemas.microsoft.com/office/drawing/2014/main" id="{E882C941-993B-19CB-EE3F-EB859F0AD6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591244-8C24-3A04-F088-E70B955604C5}"/>
              </a:ext>
            </a:extLst>
          </p:cNvPr>
          <p:cNvSpPr>
            <a:spLocks noGrp="1"/>
          </p:cNvSpPr>
          <p:nvPr>
            <p:ph type="dt" sz="half" idx="10"/>
          </p:nvPr>
        </p:nvSpPr>
        <p:spPr/>
        <p:txBody>
          <a:bodyPr/>
          <a:lstStyle/>
          <a:p>
            <a:fld id="{8C3BBFC1-9765-4A25-B8D5-F9DAC75BBB8B}" type="datetime1">
              <a:rPr lang="nb-NO" smtClean="0"/>
              <a:t>29.06.2026</a:t>
            </a:fld>
            <a:endParaRPr lang="nb-NO"/>
          </a:p>
        </p:txBody>
      </p:sp>
      <p:sp>
        <p:nvSpPr>
          <p:cNvPr id="6" name="Footer Placeholder 5">
            <a:extLst>
              <a:ext uri="{FF2B5EF4-FFF2-40B4-BE49-F238E27FC236}">
                <a16:creationId xmlns:a16="http://schemas.microsoft.com/office/drawing/2014/main" id="{1EF0918C-AC0B-CA68-22D2-EAE72162206F}"/>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902CBF4-7D23-0142-3D2F-CB1161E49428}"/>
              </a:ext>
            </a:extLst>
          </p:cNvPr>
          <p:cNvSpPr>
            <a:spLocks noGrp="1"/>
          </p:cNvSpPr>
          <p:nvPr>
            <p:ph type="sldNum" sz="quarter" idx="12"/>
          </p:nvPr>
        </p:nvSpPr>
        <p:spPr/>
        <p:txBody>
          <a:bodyPr/>
          <a:lstStyle/>
          <a:p>
            <a:fld id="{F9804DD7-8F05-44CF-B2BD-836547C761A8}" type="slidenum">
              <a:rPr lang="nb-NO" smtClean="0"/>
              <a:t>‹#›</a:t>
            </a:fld>
            <a:endParaRPr lang="nb-NO"/>
          </a:p>
        </p:txBody>
      </p:sp>
    </p:spTree>
    <p:extLst>
      <p:ext uri="{BB962C8B-B14F-4D97-AF65-F5344CB8AC3E}">
        <p14:creationId xmlns:p14="http://schemas.microsoft.com/office/powerpoint/2010/main" val="31585727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5CDF8-1369-3181-60E2-460453667B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Picture Placeholder 2">
            <a:extLst>
              <a:ext uri="{FF2B5EF4-FFF2-40B4-BE49-F238E27FC236}">
                <a16:creationId xmlns:a16="http://schemas.microsoft.com/office/drawing/2014/main" id="{101F4978-52EF-8001-5D32-28AE421EDD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Text Placeholder 3">
            <a:extLst>
              <a:ext uri="{FF2B5EF4-FFF2-40B4-BE49-F238E27FC236}">
                <a16:creationId xmlns:a16="http://schemas.microsoft.com/office/drawing/2014/main" id="{4C55695B-AFD5-C870-7A5B-74FE314D3B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11C5F1-6AC7-983C-6DD5-FC2873DCEB27}"/>
              </a:ext>
            </a:extLst>
          </p:cNvPr>
          <p:cNvSpPr>
            <a:spLocks noGrp="1"/>
          </p:cNvSpPr>
          <p:nvPr>
            <p:ph type="dt" sz="half" idx="10"/>
          </p:nvPr>
        </p:nvSpPr>
        <p:spPr/>
        <p:txBody>
          <a:bodyPr/>
          <a:lstStyle/>
          <a:p>
            <a:fld id="{FF37AACB-AF8E-4954-B802-0A2C44CC9B07}" type="datetime1">
              <a:rPr lang="nb-NO" smtClean="0"/>
              <a:t>29.06.2026</a:t>
            </a:fld>
            <a:endParaRPr lang="nb-NO"/>
          </a:p>
        </p:txBody>
      </p:sp>
      <p:sp>
        <p:nvSpPr>
          <p:cNvPr id="6" name="Footer Placeholder 5">
            <a:extLst>
              <a:ext uri="{FF2B5EF4-FFF2-40B4-BE49-F238E27FC236}">
                <a16:creationId xmlns:a16="http://schemas.microsoft.com/office/drawing/2014/main" id="{1D8796BD-80B7-D90C-6748-6723F98EFC6B}"/>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F0504731-491B-A80D-69B1-DCF98C8F1560}"/>
              </a:ext>
            </a:extLst>
          </p:cNvPr>
          <p:cNvSpPr>
            <a:spLocks noGrp="1"/>
          </p:cNvSpPr>
          <p:nvPr>
            <p:ph type="sldNum" sz="quarter" idx="12"/>
          </p:nvPr>
        </p:nvSpPr>
        <p:spPr/>
        <p:txBody>
          <a:bodyPr/>
          <a:lstStyle/>
          <a:p>
            <a:fld id="{F9804DD7-8F05-44CF-B2BD-836547C761A8}" type="slidenum">
              <a:rPr lang="nb-NO" smtClean="0"/>
              <a:t>‹#›</a:t>
            </a:fld>
            <a:endParaRPr lang="nb-NO"/>
          </a:p>
        </p:txBody>
      </p:sp>
    </p:spTree>
    <p:extLst>
      <p:ext uri="{BB962C8B-B14F-4D97-AF65-F5344CB8AC3E}">
        <p14:creationId xmlns:p14="http://schemas.microsoft.com/office/powerpoint/2010/main" val="26892397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9FE1C-6E70-F454-EBB4-9AC0BCBDA463}"/>
              </a:ext>
            </a:extLst>
          </p:cNvPr>
          <p:cNvSpPr>
            <a:spLocks noGrp="1"/>
          </p:cNvSpPr>
          <p:nvPr>
            <p:ph type="title"/>
          </p:nvPr>
        </p:nvSpPr>
        <p:spPr/>
        <p:txBody>
          <a:bodyPr/>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5E604E35-B574-63E7-E8EA-3A9E76B486A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EB884593-F6AD-F8F3-A395-91E2198C4944}"/>
              </a:ext>
            </a:extLst>
          </p:cNvPr>
          <p:cNvSpPr>
            <a:spLocks noGrp="1"/>
          </p:cNvSpPr>
          <p:nvPr>
            <p:ph type="dt" sz="half" idx="10"/>
          </p:nvPr>
        </p:nvSpPr>
        <p:spPr/>
        <p:txBody>
          <a:bodyPr/>
          <a:lstStyle/>
          <a:p>
            <a:fld id="{FAED1F43-CA58-4DAA-ACFB-A483B70F214A}" type="datetime1">
              <a:rPr lang="nb-NO" smtClean="0"/>
              <a:t>29.06.2026</a:t>
            </a:fld>
            <a:endParaRPr lang="nb-NO"/>
          </a:p>
        </p:txBody>
      </p:sp>
      <p:sp>
        <p:nvSpPr>
          <p:cNvPr id="5" name="Footer Placeholder 4">
            <a:extLst>
              <a:ext uri="{FF2B5EF4-FFF2-40B4-BE49-F238E27FC236}">
                <a16:creationId xmlns:a16="http://schemas.microsoft.com/office/drawing/2014/main" id="{BEB467AA-BDB0-9388-4863-B068087B8D8C}"/>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E42ED734-CBDD-4CF9-67AD-120EAAD300DB}"/>
              </a:ext>
            </a:extLst>
          </p:cNvPr>
          <p:cNvSpPr>
            <a:spLocks noGrp="1"/>
          </p:cNvSpPr>
          <p:nvPr>
            <p:ph type="sldNum" sz="quarter" idx="12"/>
          </p:nvPr>
        </p:nvSpPr>
        <p:spPr/>
        <p:txBody>
          <a:bodyPr/>
          <a:lstStyle/>
          <a:p>
            <a:fld id="{F9804DD7-8F05-44CF-B2BD-836547C761A8}" type="slidenum">
              <a:rPr lang="nb-NO" smtClean="0"/>
              <a:t>‹#›</a:t>
            </a:fld>
            <a:endParaRPr lang="nb-NO"/>
          </a:p>
        </p:txBody>
      </p:sp>
    </p:spTree>
    <p:extLst>
      <p:ext uri="{BB962C8B-B14F-4D97-AF65-F5344CB8AC3E}">
        <p14:creationId xmlns:p14="http://schemas.microsoft.com/office/powerpoint/2010/main" val="35309695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858D67-D69B-F298-213E-ABBEC5217F1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3BBC1EB7-C174-4A9D-0456-181D1CC02E9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EB8769E4-AE2C-8A4C-5B45-971CB9226F67}"/>
              </a:ext>
            </a:extLst>
          </p:cNvPr>
          <p:cNvSpPr>
            <a:spLocks noGrp="1"/>
          </p:cNvSpPr>
          <p:nvPr>
            <p:ph type="dt" sz="half" idx="10"/>
          </p:nvPr>
        </p:nvSpPr>
        <p:spPr/>
        <p:txBody>
          <a:bodyPr/>
          <a:lstStyle/>
          <a:p>
            <a:fld id="{20627042-F89A-4962-A42F-795CEF23EAD3}" type="datetime1">
              <a:rPr lang="nb-NO" smtClean="0"/>
              <a:t>29.06.2026</a:t>
            </a:fld>
            <a:endParaRPr lang="nb-NO"/>
          </a:p>
        </p:txBody>
      </p:sp>
      <p:sp>
        <p:nvSpPr>
          <p:cNvPr id="5" name="Footer Placeholder 4">
            <a:extLst>
              <a:ext uri="{FF2B5EF4-FFF2-40B4-BE49-F238E27FC236}">
                <a16:creationId xmlns:a16="http://schemas.microsoft.com/office/drawing/2014/main" id="{15A2D3CB-A0F8-B570-B640-52E8011ED021}"/>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5B964780-6428-2ED9-8DCB-13D22AFB931E}"/>
              </a:ext>
            </a:extLst>
          </p:cNvPr>
          <p:cNvSpPr>
            <a:spLocks noGrp="1"/>
          </p:cNvSpPr>
          <p:nvPr>
            <p:ph type="sldNum" sz="quarter" idx="12"/>
          </p:nvPr>
        </p:nvSpPr>
        <p:spPr/>
        <p:txBody>
          <a:bodyPr/>
          <a:lstStyle/>
          <a:p>
            <a:fld id="{F9804DD7-8F05-44CF-B2BD-836547C761A8}" type="slidenum">
              <a:rPr lang="nb-NO" smtClean="0"/>
              <a:t>‹#›</a:t>
            </a:fld>
            <a:endParaRPr lang="nb-NO"/>
          </a:p>
        </p:txBody>
      </p:sp>
    </p:spTree>
    <p:extLst>
      <p:ext uri="{BB962C8B-B14F-4D97-AF65-F5344CB8AC3E}">
        <p14:creationId xmlns:p14="http://schemas.microsoft.com/office/powerpoint/2010/main" val="15597777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B09FA54C-974D-4FAE-A5CF-B106153D42C2}"/>
              </a:ext>
            </a:extLst>
          </p:cNvPr>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endParaRPr lang="en-US"/>
          </a:p>
        </p:txBody>
      </p:sp>
      <p:sp>
        <p:nvSpPr>
          <p:cNvPr id="3" name="Undertittel 2">
            <a:extLst>
              <a:ext uri="{FF2B5EF4-FFF2-40B4-BE49-F238E27FC236}">
                <a16:creationId xmlns:a16="http://schemas.microsoft.com/office/drawing/2014/main" id="{F919F673-C168-4A18-AE13-DAC60E5499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endParaRPr lang="en-US"/>
          </a:p>
        </p:txBody>
      </p:sp>
      <p:sp>
        <p:nvSpPr>
          <p:cNvPr id="4" name="Plassholder for dato 3">
            <a:extLst>
              <a:ext uri="{FF2B5EF4-FFF2-40B4-BE49-F238E27FC236}">
                <a16:creationId xmlns:a16="http://schemas.microsoft.com/office/drawing/2014/main" id="{5CAC8BDC-29D9-4065-A312-1E8D6DC654F2}"/>
              </a:ext>
            </a:extLst>
          </p:cNvPr>
          <p:cNvSpPr>
            <a:spLocks noGrp="1"/>
          </p:cNvSpPr>
          <p:nvPr>
            <p:ph type="dt" sz="half" idx="10"/>
          </p:nvPr>
        </p:nvSpPr>
        <p:spPr/>
        <p:txBody>
          <a:bodyPr/>
          <a:lstStyle/>
          <a:p>
            <a:fld id="{568B568E-FFED-40AD-923F-6B8FAE869271}" type="datetime1">
              <a:rPr lang="nb-NO" smtClean="0"/>
              <a:t>29.06.2026</a:t>
            </a:fld>
            <a:endParaRPr lang="en-US"/>
          </a:p>
        </p:txBody>
      </p:sp>
      <p:sp>
        <p:nvSpPr>
          <p:cNvPr id="5" name="Plassholder for bunntekst 4">
            <a:extLst>
              <a:ext uri="{FF2B5EF4-FFF2-40B4-BE49-F238E27FC236}">
                <a16:creationId xmlns:a16="http://schemas.microsoft.com/office/drawing/2014/main" id="{F8A7F4D8-CE18-4B6F-97FA-1C7843CBF889}"/>
              </a:ext>
            </a:extLst>
          </p:cNvPr>
          <p:cNvSpPr>
            <a:spLocks noGrp="1"/>
          </p:cNvSpPr>
          <p:nvPr>
            <p:ph type="ftr" sz="quarter" idx="11"/>
          </p:nvPr>
        </p:nvSpPr>
        <p:spPr/>
        <p:txBody>
          <a:bodyPr/>
          <a:lstStyle/>
          <a:p>
            <a:endParaRPr lang="en-US"/>
          </a:p>
        </p:txBody>
      </p:sp>
      <p:sp>
        <p:nvSpPr>
          <p:cNvPr id="6" name="Plassholder for lysbildenummer 5">
            <a:extLst>
              <a:ext uri="{FF2B5EF4-FFF2-40B4-BE49-F238E27FC236}">
                <a16:creationId xmlns:a16="http://schemas.microsoft.com/office/drawing/2014/main" id="{3E40E5A0-F4D5-427F-8FA0-45CE1EC7E124}"/>
              </a:ext>
            </a:extLst>
          </p:cNvPr>
          <p:cNvSpPr>
            <a:spLocks noGrp="1"/>
          </p:cNvSpPr>
          <p:nvPr>
            <p:ph type="sldNum" sz="quarter" idx="12"/>
          </p:nvPr>
        </p:nvSpPr>
        <p:spPr/>
        <p:txBody>
          <a:bodyPr/>
          <a:lstStyle/>
          <a:p>
            <a:fld id="{65CB3275-7683-45B1-BE98-493851351657}" type="slidenum">
              <a:rPr lang="en-US" smtClean="0"/>
              <a:t>‹#›</a:t>
            </a:fld>
            <a:endParaRPr lang="en-US"/>
          </a:p>
        </p:txBody>
      </p:sp>
    </p:spTree>
    <p:extLst>
      <p:ext uri="{BB962C8B-B14F-4D97-AF65-F5344CB8AC3E}">
        <p14:creationId xmlns:p14="http://schemas.microsoft.com/office/powerpoint/2010/main" val="29127189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8F407244-7F5A-4C97-AF9A-2562EC49F047}"/>
              </a:ext>
            </a:extLst>
          </p:cNvPr>
          <p:cNvSpPr>
            <a:spLocks noGrp="1"/>
          </p:cNvSpPr>
          <p:nvPr>
            <p:ph type="title"/>
          </p:nvPr>
        </p:nvSpPr>
        <p:spPr/>
        <p:txBody>
          <a:bodyPr/>
          <a:lstStyle/>
          <a:p>
            <a:r>
              <a:rPr lang="nb-NO"/>
              <a:t>Klikk for å redigere tittelstil</a:t>
            </a:r>
            <a:endParaRPr lang="en-US"/>
          </a:p>
        </p:txBody>
      </p:sp>
      <p:sp>
        <p:nvSpPr>
          <p:cNvPr id="3" name="Plassholder for innhold 2">
            <a:extLst>
              <a:ext uri="{FF2B5EF4-FFF2-40B4-BE49-F238E27FC236}">
                <a16:creationId xmlns:a16="http://schemas.microsoft.com/office/drawing/2014/main" id="{706740BD-BE13-4D26-9FE6-B7253BCF0A61}"/>
              </a:ext>
            </a:extLst>
          </p:cNvPr>
          <p:cNvSpPr>
            <a:spLocks noGrp="1"/>
          </p:cNvSpPr>
          <p:nvPr>
            <p:ph idx="1"/>
          </p:nvPr>
        </p:nvSpPr>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a:p>
        </p:txBody>
      </p:sp>
      <p:sp>
        <p:nvSpPr>
          <p:cNvPr id="4" name="Plassholder for dato 3">
            <a:extLst>
              <a:ext uri="{FF2B5EF4-FFF2-40B4-BE49-F238E27FC236}">
                <a16:creationId xmlns:a16="http://schemas.microsoft.com/office/drawing/2014/main" id="{806C8171-1761-4A7A-A6C3-111113E81BA4}"/>
              </a:ext>
            </a:extLst>
          </p:cNvPr>
          <p:cNvSpPr>
            <a:spLocks noGrp="1"/>
          </p:cNvSpPr>
          <p:nvPr>
            <p:ph type="dt" sz="half" idx="10"/>
          </p:nvPr>
        </p:nvSpPr>
        <p:spPr/>
        <p:txBody>
          <a:bodyPr/>
          <a:lstStyle/>
          <a:p>
            <a:fld id="{188AC0CC-9C91-44FB-881E-CAD63FD92483}" type="datetime1">
              <a:rPr lang="nb-NO" smtClean="0"/>
              <a:t>29.06.2026</a:t>
            </a:fld>
            <a:endParaRPr lang="en-US"/>
          </a:p>
        </p:txBody>
      </p:sp>
      <p:sp>
        <p:nvSpPr>
          <p:cNvPr id="5" name="Plassholder for bunntekst 4">
            <a:extLst>
              <a:ext uri="{FF2B5EF4-FFF2-40B4-BE49-F238E27FC236}">
                <a16:creationId xmlns:a16="http://schemas.microsoft.com/office/drawing/2014/main" id="{D5C96C5E-4EA4-4B77-8DF7-A4C2EB54D8B5}"/>
              </a:ext>
            </a:extLst>
          </p:cNvPr>
          <p:cNvSpPr>
            <a:spLocks noGrp="1"/>
          </p:cNvSpPr>
          <p:nvPr>
            <p:ph type="ftr" sz="quarter" idx="11"/>
          </p:nvPr>
        </p:nvSpPr>
        <p:spPr/>
        <p:txBody>
          <a:bodyPr/>
          <a:lstStyle/>
          <a:p>
            <a:endParaRPr lang="en-US"/>
          </a:p>
        </p:txBody>
      </p:sp>
      <p:sp>
        <p:nvSpPr>
          <p:cNvPr id="6" name="Plassholder for lysbildenummer 5">
            <a:extLst>
              <a:ext uri="{FF2B5EF4-FFF2-40B4-BE49-F238E27FC236}">
                <a16:creationId xmlns:a16="http://schemas.microsoft.com/office/drawing/2014/main" id="{02DD55FC-8F06-418E-8440-6C54ACB0300C}"/>
              </a:ext>
            </a:extLst>
          </p:cNvPr>
          <p:cNvSpPr>
            <a:spLocks noGrp="1"/>
          </p:cNvSpPr>
          <p:nvPr>
            <p:ph type="sldNum" sz="quarter" idx="12"/>
          </p:nvPr>
        </p:nvSpPr>
        <p:spPr/>
        <p:txBody>
          <a:bodyPr/>
          <a:lstStyle/>
          <a:p>
            <a:fld id="{65CB3275-7683-45B1-BE98-493851351657}" type="slidenum">
              <a:rPr lang="en-US" smtClean="0"/>
              <a:t>‹#›</a:t>
            </a:fld>
            <a:endParaRPr lang="en-US"/>
          </a:p>
        </p:txBody>
      </p:sp>
    </p:spTree>
    <p:extLst>
      <p:ext uri="{BB962C8B-B14F-4D97-AF65-F5344CB8AC3E}">
        <p14:creationId xmlns:p14="http://schemas.microsoft.com/office/powerpoint/2010/main" val="389883125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4F88D81-4F62-47F4-9222-A3EBA1D79207}"/>
              </a:ext>
            </a:extLst>
          </p:cNvPr>
          <p:cNvSpPr>
            <a:spLocks noGrp="1"/>
          </p:cNvSpPr>
          <p:nvPr>
            <p:ph type="title"/>
          </p:nvPr>
        </p:nvSpPr>
        <p:spPr>
          <a:xfrm>
            <a:off x="831850" y="1709738"/>
            <a:ext cx="10515600" cy="2852737"/>
          </a:xfrm>
        </p:spPr>
        <p:txBody>
          <a:bodyPr anchor="b"/>
          <a:lstStyle>
            <a:lvl1pPr>
              <a:defRPr sz="6000"/>
            </a:lvl1pPr>
          </a:lstStyle>
          <a:p>
            <a:r>
              <a:rPr lang="nb-NO"/>
              <a:t>Klikk for å redigere tittelstil</a:t>
            </a:r>
            <a:endParaRPr lang="en-US"/>
          </a:p>
        </p:txBody>
      </p:sp>
      <p:sp>
        <p:nvSpPr>
          <p:cNvPr id="3" name="Plassholder for tekst 2">
            <a:extLst>
              <a:ext uri="{FF2B5EF4-FFF2-40B4-BE49-F238E27FC236}">
                <a16:creationId xmlns:a16="http://schemas.microsoft.com/office/drawing/2014/main" id="{42973336-24E9-4E13-B2C2-7A509DCA7AA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Klikk for å redigere tekststiler i malen</a:t>
            </a:r>
          </a:p>
        </p:txBody>
      </p:sp>
      <p:sp>
        <p:nvSpPr>
          <p:cNvPr id="4" name="Plassholder for dato 3">
            <a:extLst>
              <a:ext uri="{FF2B5EF4-FFF2-40B4-BE49-F238E27FC236}">
                <a16:creationId xmlns:a16="http://schemas.microsoft.com/office/drawing/2014/main" id="{73B66245-5725-417E-AFB9-4C80253874D8}"/>
              </a:ext>
            </a:extLst>
          </p:cNvPr>
          <p:cNvSpPr>
            <a:spLocks noGrp="1"/>
          </p:cNvSpPr>
          <p:nvPr>
            <p:ph type="dt" sz="half" idx="10"/>
          </p:nvPr>
        </p:nvSpPr>
        <p:spPr/>
        <p:txBody>
          <a:bodyPr/>
          <a:lstStyle/>
          <a:p>
            <a:fld id="{17F881E0-AAFA-437A-B9A1-BB4A04C4A64C}" type="datetime1">
              <a:rPr lang="nb-NO" smtClean="0"/>
              <a:t>29.06.2026</a:t>
            </a:fld>
            <a:endParaRPr lang="en-US"/>
          </a:p>
        </p:txBody>
      </p:sp>
      <p:sp>
        <p:nvSpPr>
          <p:cNvPr id="5" name="Plassholder for bunntekst 4">
            <a:extLst>
              <a:ext uri="{FF2B5EF4-FFF2-40B4-BE49-F238E27FC236}">
                <a16:creationId xmlns:a16="http://schemas.microsoft.com/office/drawing/2014/main" id="{BB5EFFD3-B4D0-44A4-B38E-0CD6281BFB5A}"/>
              </a:ext>
            </a:extLst>
          </p:cNvPr>
          <p:cNvSpPr>
            <a:spLocks noGrp="1"/>
          </p:cNvSpPr>
          <p:nvPr>
            <p:ph type="ftr" sz="quarter" idx="11"/>
          </p:nvPr>
        </p:nvSpPr>
        <p:spPr/>
        <p:txBody>
          <a:bodyPr/>
          <a:lstStyle/>
          <a:p>
            <a:endParaRPr lang="en-US"/>
          </a:p>
        </p:txBody>
      </p:sp>
      <p:sp>
        <p:nvSpPr>
          <p:cNvPr id="6" name="Plassholder for lysbildenummer 5">
            <a:extLst>
              <a:ext uri="{FF2B5EF4-FFF2-40B4-BE49-F238E27FC236}">
                <a16:creationId xmlns:a16="http://schemas.microsoft.com/office/drawing/2014/main" id="{2F2D9B72-BC71-44C3-8F13-EE7371C1D6EC}"/>
              </a:ext>
            </a:extLst>
          </p:cNvPr>
          <p:cNvSpPr>
            <a:spLocks noGrp="1"/>
          </p:cNvSpPr>
          <p:nvPr>
            <p:ph type="sldNum" sz="quarter" idx="12"/>
          </p:nvPr>
        </p:nvSpPr>
        <p:spPr/>
        <p:txBody>
          <a:bodyPr/>
          <a:lstStyle/>
          <a:p>
            <a:fld id="{65CB3275-7683-45B1-BE98-493851351657}" type="slidenum">
              <a:rPr lang="en-US" smtClean="0"/>
              <a:t>‹#›</a:t>
            </a:fld>
            <a:endParaRPr lang="en-US"/>
          </a:p>
        </p:txBody>
      </p:sp>
    </p:spTree>
    <p:extLst>
      <p:ext uri="{BB962C8B-B14F-4D97-AF65-F5344CB8AC3E}">
        <p14:creationId xmlns:p14="http://schemas.microsoft.com/office/powerpoint/2010/main" val="256514267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93040FFE-20A5-48C8-BDDA-6D369884E4F1}"/>
              </a:ext>
            </a:extLst>
          </p:cNvPr>
          <p:cNvSpPr>
            <a:spLocks noGrp="1"/>
          </p:cNvSpPr>
          <p:nvPr>
            <p:ph type="title"/>
          </p:nvPr>
        </p:nvSpPr>
        <p:spPr/>
        <p:txBody>
          <a:bodyPr/>
          <a:lstStyle/>
          <a:p>
            <a:r>
              <a:rPr lang="nb-NO"/>
              <a:t>Klikk for å redigere tittelstil</a:t>
            </a:r>
            <a:endParaRPr lang="en-US"/>
          </a:p>
        </p:txBody>
      </p:sp>
      <p:sp>
        <p:nvSpPr>
          <p:cNvPr id="3" name="Plassholder for innhold 2">
            <a:extLst>
              <a:ext uri="{FF2B5EF4-FFF2-40B4-BE49-F238E27FC236}">
                <a16:creationId xmlns:a16="http://schemas.microsoft.com/office/drawing/2014/main" id="{660450BF-E753-436F-8EE6-DAAF4FE33915}"/>
              </a:ext>
            </a:extLst>
          </p:cNvPr>
          <p:cNvSpPr>
            <a:spLocks noGrp="1"/>
          </p:cNvSpPr>
          <p:nvPr>
            <p:ph sz="half" idx="1"/>
          </p:nvPr>
        </p:nvSpPr>
        <p:spPr>
          <a:xfrm>
            <a:off x="838200" y="1825625"/>
            <a:ext cx="5181600"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a:p>
        </p:txBody>
      </p:sp>
      <p:sp>
        <p:nvSpPr>
          <p:cNvPr id="4" name="Plassholder for innhold 3">
            <a:extLst>
              <a:ext uri="{FF2B5EF4-FFF2-40B4-BE49-F238E27FC236}">
                <a16:creationId xmlns:a16="http://schemas.microsoft.com/office/drawing/2014/main" id="{F9781F19-429D-41F0-B476-9D9E04AB85F8}"/>
              </a:ext>
            </a:extLst>
          </p:cNvPr>
          <p:cNvSpPr>
            <a:spLocks noGrp="1"/>
          </p:cNvSpPr>
          <p:nvPr>
            <p:ph sz="half" idx="2"/>
          </p:nvPr>
        </p:nvSpPr>
        <p:spPr>
          <a:xfrm>
            <a:off x="6172200" y="1825625"/>
            <a:ext cx="5181600"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a:p>
        </p:txBody>
      </p:sp>
      <p:sp>
        <p:nvSpPr>
          <p:cNvPr id="5" name="Plassholder for dato 4">
            <a:extLst>
              <a:ext uri="{FF2B5EF4-FFF2-40B4-BE49-F238E27FC236}">
                <a16:creationId xmlns:a16="http://schemas.microsoft.com/office/drawing/2014/main" id="{B8E01AE4-2ACB-48B3-9518-E7020A9E4E74}"/>
              </a:ext>
            </a:extLst>
          </p:cNvPr>
          <p:cNvSpPr>
            <a:spLocks noGrp="1"/>
          </p:cNvSpPr>
          <p:nvPr>
            <p:ph type="dt" sz="half" idx="10"/>
          </p:nvPr>
        </p:nvSpPr>
        <p:spPr/>
        <p:txBody>
          <a:bodyPr/>
          <a:lstStyle/>
          <a:p>
            <a:fld id="{DC84A5ED-813D-4591-9D55-35786E95323F}" type="datetime1">
              <a:rPr lang="nb-NO" smtClean="0"/>
              <a:t>29.06.2026</a:t>
            </a:fld>
            <a:endParaRPr lang="en-US"/>
          </a:p>
        </p:txBody>
      </p:sp>
      <p:sp>
        <p:nvSpPr>
          <p:cNvPr id="6" name="Plassholder for bunntekst 5">
            <a:extLst>
              <a:ext uri="{FF2B5EF4-FFF2-40B4-BE49-F238E27FC236}">
                <a16:creationId xmlns:a16="http://schemas.microsoft.com/office/drawing/2014/main" id="{F354784B-F1B4-4429-97E9-D54F0DC8D24B}"/>
              </a:ext>
            </a:extLst>
          </p:cNvPr>
          <p:cNvSpPr>
            <a:spLocks noGrp="1"/>
          </p:cNvSpPr>
          <p:nvPr>
            <p:ph type="ftr" sz="quarter" idx="11"/>
          </p:nvPr>
        </p:nvSpPr>
        <p:spPr/>
        <p:txBody>
          <a:bodyPr/>
          <a:lstStyle/>
          <a:p>
            <a:endParaRPr lang="en-US"/>
          </a:p>
        </p:txBody>
      </p:sp>
      <p:sp>
        <p:nvSpPr>
          <p:cNvPr id="7" name="Plassholder for lysbildenummer 6">
            <a:extLst>
              <a:ext uri="{FF2B5EF4-FFF2-40B4-BE49-F238E27FC236}">
                <a16:creationId xmlns:a16="http://schemas.microsoft.com/office/drawing/2014/main" id="{DA4BBDBB-1FD0-44C5-AE40-0A291F3D59F2}"/>
              </a:ext>
            </a:extLst>
          </p:cNvPr>
          <p:cNvSpPr>
            <a:spLocks noGrp="1"/>
          </p:cNvSpPr>
          <p:nvPr>
            <p:ph type="sldNum" sz="quarter" idx="12"/>
          </p:nvPr>
        </p:nvSpPr>
        <p:spPr/>
        <p:txBody>
          <a:bodyPr/>
          <a:lstStyle/>
          <a:p>
            <a:fld id="{65CB3275-7683-45B1-BE98-493851351657}" type="slidenum">
              <a:rPr lang="en-US" smtClean="0"/>
              <a:t>‹#›</a:t>
            </a:fld>
            <a:endParaRPr lang="en-US"/>
          </a:p>
        </p:txBody>
      </p:sp>
    </p:spTree>
    <p:extLst>
      <p:ext uri="{BB962C8B-B14F-4D97-AF65-F5344CB8AC3E}">
        <p14:creationId xmlns:p14="http://schemas.microsoft.com/office/powerpoint/2010/main" val="160282743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F4DA62A4-1468-47C1-9C11-D018187F6D13}"/>
              </a:ext>
            </a:extLst>
          </p:cNvPr>
          <p:cNvSpPr>
            <a:spLocks noGrp="1"/>
          </p:cNvSpPr>
          <p:nvPr>
            <p:ph type="title"/>
          </p:nvPr>
        </p:nvSpPr>
        <p:spPr>
          <a:xfrm>
            <a:off x="839788" y="365125"/>
            <a:ext cx="10515600" cy="1325563"/>
          </a:xfrm>
        </p:spPr>
        <p:txBody>
          <a:bodyPr/>
          <a:lstStyle/>
          <a:p>
            <a:r>
              <a:rPr lang="nb-NO"/>
              <a:t>Klikk for å redigere tittelstil</a:t>
            </a:r>
            <a:endParaRPr lang="en-US"/>
          </a:p>
        </p:txBody>
      </p:sp>
      <p:sp>
        <p:nvSpPr>
          <p:cNvPr id="3" name="Plassholder for tekst 2">
            <a:extLst>
              <a:ext uri="{FF2B5EF4-FFF2-40B4-BE49-F238E27FC236}">
                <a16:creationId xmlns:a16="http://schemas.microsoft.com/office/drawing/2014/main" id="{1578A239-CE88-4A07-A3ED-470641387A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4" name="Plassholder for innhold 3">
            <a:extLst>
              <a:ext uri="{FF2B5EF4-FFF2-40B4-BE49-F238E27FC236}">
                <a16:creationId xmlns:a16="http://schemas.microsoft.com/office/drawing/2014/main" id="{10C29081-24DD-4B68-B717-E6D6DB0B5380}"/>
              </a:ext>
            </a:extLst>
          </p:cNvPr>
          <p:cNvSpPr>
            <a:spLocks noGrp="1"/>
          </p:cNvSpPr>
          <p:nvPr>
            <p:ph sz="half" idx="2"/>
          </p:nvPr>
        </p:nvSpPr>
        <p:spPr>
          <a:xfrm>
            <a:off x="839788" y="2505075"/>
            <a:ext cx="5157787" cy="368458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a:p>
        </p:txBody>
      </p:sp>
      <p:sp>
        <p:nvSpPr>
          <p:cNvPr id="5" name="Plassholder for tekst 4">
            <a:extLst>
              <a:ext uri="{FF2B5EF4-FFF2-40B4-BE49-F238E27FC236}">
                <a16:creationId xmlns:a16="http://schemas.microsoft.com/office/drawing/2014/main" id="{0D898A9E-F053-4AF6-927D-6D43B074A6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6" name="Plassholder for innhold 5">
            <a:extLst>
              <a:ext uri="{FF2B5EF4-FFF2-40B4-BE49-F238E27FC236}">
                <a16:creationId xmlns:a16="http://schemas.microsoft.com/office/drawing/2014/main" id="{4E3259ED-ECC4-46B8-846F-637798EE5FEE}"/>
              </a:ext>
            </a:extLst>
          </p:cNvPr>
          <p:cNvSpPr>
            <a:spLocks noGrp="1"/>
          </p:cNvSpPr>
          <p:nvPr>
            <p:ph sz="quarter" idx="4"/>
          </p:nvPr>
        </p:nvSpPr>
        <p:spPr>
          <a:xfrm>
            <a:off x="6172200" y="2505075"/>
            <a:ext cx="5183188" cy="368458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a:p>
        </p:txBody>
      </p:sp>
      <p:sp>
        <p:nvSpPr>
          <p:cNvPr id="7" name="Plassholder for dato 6">
            <a:extLst>
              <a:ext uri="{FF2B5EF4-FFF2-40B4-BE49-F238E27FC236}">
                <a16:creationId xmlns:a16="http://schemas.microsoft.com/office/drawing/2014/main" id="{1D05B1D3-6D99-4D1D-ACAF-0B593CBD2E1F}"/>
              </a:ext>
            </a:extLst>
          </p:cNvPr>
          <p:cNvSpPr>
            <a:spLocks noGrp="1"/>
          </p:cNvSpPr>
          <p:nvPr>
            <p:ph type="dt" sz="half" idx="10"/>
          </p:nvPr>
        </p:nvSpPr>
        <p:spPr/>
        <p:txBody>
          <a:bodyPr/>
          <a:lstStyle/>
          <a:p>
            <a:fld id="{96968524-208B-438D-B7DE-B18C3D38CDE4}" type="datetime1">
              <a:rPr lang="nb-NO" smtClean="0"/>
              <a:t>29.06.2026</a:t>
            </a:fld>
            <a:endParaRPr lang="en-US"/>
          </a:p>
        </p:txBody>
      </p:sp>
      <p:sp>
        <p:nvSpPr>
          <p:cNvPr id="8" name="Plassholder for bunntekst 7">
            <a:extLst>
              <a:ext uri="{FF2B5EF4-FFF2-40B4-BE49-F238E27FC236}">
                <a16:creationId xmlns:a16="http://schemas.microsoft.com/office/drawing/2014/main" id="{0A25D353-06F8-4A4C-A306-4D439861E385}"/>
              </a:ext>
            </a:extLst>
          </p:cNvPr>
          <p:cNvSpPr>
            <a:spLocks noGrp="1"/>
          </p:cNvSpPr>
          <p:nvPr>
            <p:ph type="ftr" sz="quarter" idx="11"/>
          </p:nvPr>
        </p:nvSpPr>
        <p:spPr/>
        <p:txBody>
          <a:bodyPr/>
          <a:lstStyle/>
          <a:p>
            <a:endParaRPr lang="en-US"/>
          </a:p>
        </p:txBody>
      </p:sp>
      <p:sp>
        <p:nvSpPr>
          <p:cNvPr id="9" name="Plassholder for lysbildenummer 8">
            <a:extLst>
              <a:ext uri="{FF2B5EF4-FFF2-40B4-BE49-F238E27FC236}">
                <a16:creationId xmlns:a16="http://schemas.microsoft.com/office/drawing/2014/main" id="{4E9B96B7-6B7B-4341-898F-AFD58CCD78AA}"/>
              </a:ext>
            </a:extLst>
          </p:cNvPr>
          <p:cNvSpPr>
            <a:spLocks noGrp="1"/>
          </p:cNvSpPr>
          <p:nvPr>
            <p:ph type="sldNum" sz="quarter" idx="12"/>
          </p:nvPr>
        </p:nvSpPr>
        <p:spPr/>
        <p:txBody>
          <a:bodyPr/>
          <a:lstStyle/>
          <a:p>
            <a:fld id="{65CB3275-7683-45B1-BE98-493851351657}" type="slidenum">
              <a:rPr lang="en-US" smtClean="0"/>
              <a:t>‹#›</a:t>
            </a:fld>
            <a:endParaRPr lang="en-US"/>
          </a:p>
        </p:txBody>
      </p:sp>
    </p:spTree>
    <p:extLst>
      <p:ext uri="{BB962C8B-B14F-4D97-AF65-F5344CB8AC3E}">
        <p14:creationId xmlns:p14="http://schemas.microsoft.com/office/powerpoint/2010/main" val="13455391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083CD2F2-6847-4AB1-962D-76050596847B}"/>
              </a:ext>
            </a:extLst>
          </p:cNvPr>
          <p:cNvSpPr>
            <a:spLocks noGrp="1"/>
          </p:cNvSpPr>
          <p:nvPr>
            <p:ph type="title"/>
          </p:nvPr>
        </p:nvSpPr>
        <p:spPr/>
        <p:txBody>
          <a:bodyPr/>
          <a:lstStyle/>
          <a:p>
            <a:r>
              <a:rPr lang="nb-NO"/>
              <a:t>Klikk for å redigere tittelstil</a:t>
            </a:r>
            <a:endParaRPr lang="en-US"/>
          </a:p>
        </p:txBody>
      </p:sp>
      <p:sp>
        <p:nvSpPr>
          <p:cNvPr id="3" name="Plassholder for dato 2">
            <a:extLst>
              <a:ext uri="{FF2B5EF4-FFF2-40B4-BE49-F238E27FC236}">
                <a16:creationId xmlns:a16="http://schemas.microsoft.com/office/drawing/2014/main" id="{308A01AF-B5AF-4491-8D9A-0ED780420E2D}"/>
              </a:ext>
            </a:extLst>
          </p:cNvPr>
          <p:cNvSpPr>
            <a:spLocks noGrp="1"/>
          </p:cNvSpPr>
          <p:nvPr>
            <p:ph type="dt" sz="half" idx="10"/>
          </p:nvPr>
        </p:nvSpPr>
        <p:spPr/>
        <p:txBody>
          <a:bodyPr/>
          <a:lstStyle/>
          <a:p>
            <a:fld id="{B8BBD330-2302-46BD-89D9-5C608C4FD43D}" type="datetime1">
              <a:rPr lang="nb-NO" smtClean="0"/>
              <a:t>29.06.2026</a:t>
            </a:fld>
            <a:endParaRPr lang="en-US"/>
          </a:p>
        </p:txBody>
      </p:sp>
      <p:sp>
        <p:nvSpPr>
          <p:cNvPr id="4" name="Plassholder for bunntekst 3">
            <a:extLst>
              <a:ext uri="{FF2B5EF4-FFF2-40B4-BE49-F238E27FC236}">
                <a16:creationId xmlns:a16="http://schemas.microsoft.com/office/drawing/2014/main" id="{313CC696-52D4-4B00-9FCC-36CEF6FA5234}"/>
              </a:ext>
            </a:extLst>
          </p:cNvPr>
          <p:cNvSpPr>
            <a:spLocks noGrp="1"/>
          </p:cNvSpPr>
          <p:nvPr>
            <p:ph type="ftr" sz="quarter" idx="11"/>
          </p:nvPr>
        </p:nvSpPr>
        <p:spPr/>
        <p:txBody>
          <a:bodyPr/>
          <a:lstStyle/>
          <a:p>
            <a:endParaRPr lang="en-US"/>
          </a:p>
        </p:txBody>
      </p:sp>
      <p:sp>
        <p:nvSpPr>
          <p:cNvPr id="5" name="Plassholder for lysbildenummer 4">
            <a:extLst>
              <a:ext uri="{FF2B5EF4-FFF2-40B4-BE49-F238E27FC236}">
                <a16:creationId xmlns:a16="http://schemas.microsoft.com/office/drawing/2014/main" id="{105427FA-465D-4916-8442-AA0BEBA9BFCE}"/>
              </a:ext>
            </a:extLst>
          </p:cNvPr>
          <p:cNvSpPr>
            <a:spLocks noGrp="1"/>
          </p:cNvSpPr>
          <p:nvPr>
            <p:ph type="sldNum" sz="quarter" idx="12"/>
          </p:nvPr>
        </p:nvSpPr>
        <p:spPr/>
        <p:txBody>
          <a:bodyPr/>
          <a:lstStyle/>
          <a:p>
            <a:fld id="{65CB3275-7683-45B1-BE98-493851351657}" type="slidenum">
              <a:rPr lang="en-US" smtClean="0"/>
              <a:t>‹#›</a:t>
            </a:fld>
            <a:endParaRPr lang="en-US"/>
          </a:p>
        </p:txBody>
      </p:sp>
    </p:spTree>
    <p:extLst>
      <p:ext uri="{BB962C8B-B14F-4D97-AF65-F5344CB8AC3E}">
        <p14:creationId xmlns:p14="http://schemas.microsoft.com/office/powerpoint/2010/main" val="99165579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a:extLst>
              <a:ext uri="{FF2B5EF4-FFF2-40B4-BE49-F238E27FC236}">
                <a16:creationId xmlns:a16="http://schemas.microsoft.com/office/drawing/2014/main" id="{FBF36278-CE16-4FBC-824F-BFACE3A218A4}"/>
              </a:ext>
            </a:extLst>
          </p:cNvPr>
          <p:cNvSpPr>
            <a:spLocks noGrp="1"/>
          </p:cNvSpPr>
          <p:nvPr>
            <p:ph type="dt" sz="half" idx="10"/>
          </p:nvPr>
        </p:nvSpPr>
        <p:spPr/>
        <p:txBody>
          <a:bodyPr/>
          <a:lstStyle/>
          <a:p>
            <a:fld id="{737202C4-DF85-43DE-92A0-759FF37FA196}" type="datetime1">
              <a:rPr lang="nb-NO" smtClean="0"/>
              <a:t>29.06.2026</a:t>
            </a:fld>
            <a:endParaRPr lang="en-US"/>
          </a:p>
        </p:txBody>
      </p:sp>
      <p:sp>
        <p:nvSpPr>
          <p:cNvPr id="3" name="Plassholder for bunntekst 2">
            <a:extLst>
              <a:ext uri="{FF2B5EF4-FFF2-40B4-BE49-F238E27FC236}">
                <a16:creationId xmlns:a16="http://schemas.microsoft.com/office/drawing/2014/main" id="{D2407B9C-701B-4130-A87E-F0F231C5AA55}"/>
              </a:ext>
            </a:extLst>
          </p:cNvPr>
          <p:cNvSpPr>
            <a:spLocks noGrp="1"/>
          </p:cNvSpPr>
          <p:nvPr>
            <p:ph type="ftr" sz="quarter" idx="11"/>
          </p:nvPr>
        </p:nvSpPr>
        <p:spPr/>
        <p:txBody>
          <a:bodyPr/>
          <a:lstStyle/>
          <a:p>
            <a:endParaRPr lang="en-US"/>
          </a:p>
        </p:txBody>
      </p:sp>
      <p:sp>
        <p:nvSpPr>
          <p:cNvPr id="4" name="Plassholder for lysbildenummer 3">
            <a:extLst>
              <a:ext uri="{FF2B5EF4-FFF2-40B4-BE49-F238E27FC236}">
                <a16:creationId xmlns:a16="http://schemas.microsoft.com/office/drawing/2014/main" id="{2CAA3606-AFAB-4400-AB4C-A1174B9576AC}"/>
              </a:ext>
            </a:extLst>
          </p:cNvPr>
          <p:cNvSpPr>
            <a:spLocks noGrp="1"/>
          </p:cNvSpPr>
          <p:nvPr>
            <p:ph type="sldNum" sz="quarter" idx="12"/>
          </p:nvPr>
        </p:nvSpPr>
        <p:spPr/>
        <p:txBody>
          <a:bodyPr/>
          <a:lstStyle/>
          <a:p>
            <a:fld id="{65CB3275-7683-45B1-BE98-493851351657}" type="slidenum">
              <a:rPr lang="en-US" smtClean="0"/>
              <a:t>‹#›</a:t>
            </a:fld>
            <a:endParaRPr lang="en-US"/>
          </a:p>
        </p:txBody>
      </p:sp>
    </p:spTree>
    <p:extLst>
      <p:ext uri="{BB962C8B-B14F-4D97-AF65-F5344CB8AC3E}">
        <p14:creationId xmlns:p14="http://schemas.microsoft.com/office/powerpoint/2010/main" val="18884463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C167B7E5-01C3-4CF4-828A-5CAD36A3CABD}"/>
              </a:ext>
            </a:extLst>
          </p:cNvPr>
          <p:cNvSpPr>
            <a:spLocks noGrp="1"/>
          </p:cNvSpPr>
          <p:nvPr>
            <p:ph type="title"/>
          </p:nvPr>
        </p:nvSpPr>
        <p:spPr>
          <a:xfrm>
            <a:off x="839788" y="457200"/>
            <a:ext cx="3932237" cy="1600200"/>
          </a:xfrm>
        </p:spPr>
        <p:txBody>
          <a:bodyPr anchor="b"/>
          <a:lstStyle>
            <a:lvl1pPr>
              <a:defRPr sz="3200"/>
            </a:lvl1pPr>
          </a:lstStyle>
          <a:p>
            <a:r>
              <a:rPr lang="nb-NO"/>
              <a:t>Klikk for å redigere tittelstil</a:t>
            </a:r>
            <a:endParaRPr lang="en-US"/>
          </a:p>
        </p:txBody>
      </p:sp>
      <p:sp>
        <p:nvSpPr>
          <p:cNvPr id="3" name="Plassholder for innhold 2">
            <a:extLst>
              <a:ext uri="{FF2B5EF4-FFF2-40B4-BE49-F238E27FC236}">
                <a16:creationId xmlns:a16="http://schemas.microsoft.com/office/drawing/2014/main" id="{C2B81171-F76A-4AB6-B065-0D246955673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a:p>
        </p:txBody>
      </p:sp>
      <p:sp>
        <p:nvSpPr>
          <p:cNvPr id="4" name="Plassholder for tekst 3">
            <a:extLst>
              <a:ext uri="{FF2B5EF4-FFF2-40B4-BE49-F238E27FC236}">
                <a16:creationId xmlns:a16="http://schemas.microsoft.com/office/drawing/2014/main" id="{3391E4A8-64B1-4A4F-A11D-B2C87507C6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sp>
        <p:nvSpPr>
          <p:cNvPr id="5" name="Plassholder for dato 4">
            <a:extLst>
              <a:ext uri="{FF2B5EF4-FFF2-40B4-BE49-F238E27FC236}">
                <a16:creationId xmlns:a16="http://schemas.microsoft.com/office/drawing/2014/main" id="{38F94FB6-0886-4197-8460-4443F57D61ED}"/>
              </a:ext>
            </a:extLst>
          </p:cNvPr>
          <p:cNvSpPr>
            <a:spLocks noGrp="1"/>
          </p:cNvSpPr>
          <p:nvPr>
            <p:ph type="dt" sz="half" idx="10"/>
          </p:nvPr>
        </p:nvSpPr>
        <p:spPr/>
        <p:txBody>
          <a:bodyPr/>
          <a:lstStyle/>
          <a:p>
            <a:fld id="{AE8BAEE9-77A7-4692-9FFC-7619FC863A09}" type="datetime1">
              <a:rPr lang="nb-NO" smtClean="0"/>
              <a:t>29.06.2026</a:t>
            </a:fld>
            <a:endParaRPr lang="en-US"/>
          </a:p>
        </p:txBody>
      </p:sp>
      <p:sp>
        <p:nvSpPr>
          <p:cNvPr id="6" name="Plassholder for bunntekst 5">
            <a:extLst>
              <a:ext uri="{FF2B5EF4-FFF2-40B4-BE49-F238E27FC236}">
                <a16:creationId xmlns:a16="http://schemas.microsoft.com/office/drawing/2014/main" id="{4AD16851-9086-4902-A048-7AD583787D5B}"/>
              </a:ext>
            </a:extLst>
          </p:cNvPr>
          <p:cNvSpPr>
            <a:spLocks noGrp="1"/>
          </p:cNvSpPr>
          <p:nvPr>
            <p:ph type="ftr" sz="quarter" idx="11"/>
          </p:nvPr>
        </p:nvSpPr>
        <p:spPr/>
        <p:txBody>
          <a:bodyPr/>
          <a:lstStyle/>
          <a:p>
            <a:endParaRPr lang="en-US"/>
          </a:p>
        </p:txBody>
      </p:sp>
      <p:sp>
        <p:nvSpPr>
          <p:cNvPr id="7" name="Plassholder for lysbildenummer 6">
            <a:extLst>
              <a:ext uri="{FF2B5EF4-FFF2-40B4-BE49-F238E27FC236}">
                <a16:creationId xmlns:a16="http://schemas.microsoft.com/office/drawing/2014/main" id="{2A157B20-A9B3-474C-9F2E-C1796347317D}"/>
              </a:ext>
            </a:extLst>
          </p:cNvPr>
          <p:cNvSpPr>
            <a:spLocks noGrp="1"/>
          </p:cNvSpPr>
          <p:nvPr>
            <p:ph type="sldNum" sz="quarter" idx="12"/>
          </p:nvPr>
        </p:nvSpPr>
        <p:spPr/>
        <p:txBody>
          <a:bodyPr/>
          <a:lstStyle/>
          <a:p>
            <a:fld id="{65CB3275-7683-45B1-BE98-493851351657}" type="slidenum">
              <a:rPr lang="en-US" smtClean="0"/>
              <a:t>‹#›</a:t>
            </a:fld>
            <a:endParaRPr lang="en-US"/>
          </a:p>
        </p:txBody>
      </p:sp>
    </p:spTree>
    <p:extLst>
      <p:ext uri="{BB962C8B-B14F-4D97-AF65-F5344CB8AC3E}">
        <p14:creationId xmlns:p14="http://schemas.microsoft.com/office/powerpoint/2010/main" val="120600963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ED88CA9-B538-4EA6-91C5-E141F55A56C5}"/>
              </a:ext>
            </a:extLst>
          </p:cNvPr>
          <p:cNvSpPr>
            <a:spLocks noGrp="1"/>
          </p:cNvSpPr>
          <p:nvPr>
            <p:ph type="title"/>
          </p:nvPr>
        </p:nvSpPr>
        <p:spPr>
          <a:xfrm>
            <a:off x="839788" y="457200"/>
            <a:ext cx="3932237" cy="1600200"/>
          </a:xfrm>
        </p:spPr>
        <p:txBody>
          <a:bodyPr anchor="b"/>
          <a:lstStyle>
            <a:lvl1pPr>
              <a:defRPr sz="3200"/>
            </a:lvl1pPr>
          </a:lstStyle>
          <a:p>
            <a:r>
              <a:rPr lang="nb-NO"/>
              <a:t>Klikk for å redigere tittelstil</a:t>
            </a:r>
            <a:endParaRPr lang="en-US"/>
          </a:p>
        </p:txBody>
      </p:sp>
      <p:sp>
        <p:nvSpPr>
          <p:cNvPr id="3" name="Plassholder for bilde 2">
            <a:extLst>
              <a:ext uri="{FF2B5EF4-FFF2-40B4-BE49-F238E27FC236}">
                <a16:creationId xmlns:a16="http://schemas.microsoft.com/office/drawing/2014/main" id="{34959E2C-EF1E-4080-ADD8-2D061FD566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Plassholder for tekst 3">
            <a:extLst>
              <a:ext uri="{FF2B5EF4-FFF2-40B4-BE49-F238E27FC236}">
                <a16:creationId xmlns:a16="http://schemas.microsoft.com/office/drawing/2014/main" id="{2D69B9D8-57FC-42DD-8E4A-BC8C305696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sp>
        <p:nvSpPr>
          <p:cNvPr id="5" name="Plassholder for dato 4">
            <a:extLst>
              <a:ext uri="{FF2B5EF4-FFF2-40B4-BE49-F238E27FC236}">
                <a16:creationId xmlns:a16="http://schemas.microsoft.com/office/drawing/2014/main" id="{75095268-B402-4BFE-B635-619C9E90856C}"/>
              </a:ext>
            </a:extLst>
          </p:cNvPr>
          <p:cNvSpPr>
            <a:spLocks noGrp="1"/>
          </p:cNvSpPr>
          <p:nvPr>
            <p:ph type="dt" sz="half" idx="10"/>
          </p:nvPr>
        </p:nvSpPr>
        <p:spPr/>
        <p:txBody>
          <a:bodyPr/>
          <a:lstStyle/>
          <a:p>
            <a:fld id="{D97BF666-3A95-4F49-B520-FA700D8AA679}" type="datetime1">
              <a:rPr lang="nb-NO" smtClean="0"/>
              <a:t>29.06.2026</a:t>
            </a:fld>
            <a:endParaRPr lang="en-US"/>
          </a:p>
        </p:txBody>
      </p:sp>
      <p:sp>
        <p:nvSpPr>
          <p:cNvPr id="6" name="Plassholder for bunntekst 5">
            <a:extLst>
              <a:ext uri="{FF2B5EF4-FFF2-40B4-BE49-F238E27FC236}">
                <a16:creationId xmlns:a16="http://schemas.microsoft.com/office/drawing/2014/main" id="{5D7762D6-D4D7-405C-AA5E-A76A163E55A0}"/>
              </a:ext>
            </a:extLst>
          </p:cNvPr>
          <p:cNvSpPr>
            <a:spLocks noGrp="1"/>
          </p:cNvSpPr>
          <p:nvPr>
            <p:ph type="ftr" sz="quarter" idx="11"/>
          </p:nvPr>
        </p:nvSpPr>
        <p:spPr/>
        <p:txBody>
          <a:bodyPr/>
          <a:lstStyle/>
          <a:p>
            <a:endParaRPr lang="en-US"/>
          </a:p>
        </p:txBody>
      </p:sp>
      <p:sp>
        <p:nvSpPr>
          <p:cNvPr id="7" name="Plassholder for lysbildenummer 6">
            <a:extLst>
              <a:ext uri="{FF2B5EF4-FFF2-40B4-BE49-F238E27FC236}">
                <a16:creationId xmlns:a16="http://schemas.microsoft.com/office/drawing/2014/main" id="{DCEA7745-75B2-4075-A641-291BD21812EE}"/>
              </a:ext>
            </a:extLst>
          </p:cNvPr>
          <p:cNvSpPr>
            <a:spLocks noGrp="1"/>
          </p:cNvSpPr>
          <p:nvPr>
            <p:ph type="sldNum" sz="quarter" idx="12"/>
          </p:nvPr>
        </p:nvSpPr>
        <p:spPr/>
        <p:txBody>
          <a:bodyPr/>
          <a:lstStyle/>
          <a:p>
            <a:fld id="{65CB3275-7683-45B1-BE98-493851351657}" type="slidenum">
              <a:rPr lang="en-US" smtClean="0"/>
              <a:t>‹#›</a:t>
            </a:fld>
            <a:endParaRPr lang="en-US"/>
          </a:p>
        </p:txBody>
      </p:sp>
    </p:spTree>
    <p:extLst>
      <p:ext uri="{BB962C8B-B14F-4D97-AF65-F5344CB8AC3E}">
        <p14:creationId xmlns:p14="http://schemas.microsoft.com/office/powerpoint/2010/main" val="41247187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F47E8B76-79EF-4891-B886-7A08CCBC2B80}"/>
              </a:ext>
            </a:extLst>
          </p:cNvPr>
          <p:cNvSpPr>
            <a:spLocks noGrp="1"/>
          </p:cNvSpPr>
          <p:nvPr>
            <p:ph type="title"/>
          </p:nvPr>
        </p:nvSpPr>
        <p:spPr/>
        <p:txBody>
          <a:bodyPr/>
          <a:lstStyle/>
          <a:p>
            <a:r>
              <a:rPr lang="nb-NO"/>
              <a:t>Klikk for å redigere tittelstil</a:t>
            </a:r>
            <a:endParaRPr lang="en-US"/>
          </a:p>
        </p:txBody>
      </p:sp>
      <p:sp>
        <p:nvSpPr>
          <p:cNvPr id="3" name="Plassholder for loddrett tekst 2">
            <a:extLst>
              <a:ext uri="{FF2B5EF4-FFF2-40B4-BE49-F238E27FC236}">
                <a16:creationId xmlns:a16="http://schemas.microsoft.com/office/drawing/2014/main" id="{C146341C-06E7-4E63-9B71-D872B11118E7}"/>
              </a:ext>
            </a:extLst>
          </p:cNvPr>
          <p:cNvSpPr>
            <a:spLocks noGrp="1"/>
          </p:cNvSpPr>
          <p:nvPr>
            <p:ph type="body" orient="vert" idx="1"/>
          </p:nvPr>
        </p:nvSpPr>
        <p:spPr/>
        <p:txBody>
          <a:bodyPr vert="eaVert"/>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a:p>
        </p:txBody>
      </p:sp>
      <p:sp>
        <p:nvSpPr>
          <p:cNvPr id="4" name="Plassholder for dato 3">
            <a:extLst>
              <a:ext uri="{FF2B5EF4-FFF2-40B4-BE49-F238E27FC236}">
                <a16:creationId xmlns:a16="http://schemas.microsoft.com/office/drawing/2014/main" id="{C2B60D43-5117-4D35-9F74-D2832F886321}"/>
              </a:ext>
            </a:extLst>
          </p:cNvPr>
          <p:cNvSpPr>
            <a:spLocks noGrp="1"/>
          </p:cNvSpPr>
          <p:nvPr>
            <p:ph type="dt" sz="half" idx="10"/>
          </p:nvPr>
        </p:nvSpPr>
        <p:spPr/>
        <p:txBody>
          <a:bodyPr/>
          <a:lstStyle/>
          <a:p>
            <a:fld id="{C26BE5DA-12F7-4527-863A-01720E533671}" type="datetime1">
              <a:rPr lang="nb-NO" smtClean="0"/>
              <a:t>29.06.2026</a:t>
            </a:fld>
            <a:endParaRPr lang="en-US"/>
          </a:p>
        </p:txBody>
      </p:sp>
      <p:sp>
        <p:nvSpPr>
          <p:cNvPr id="5" name="Plassholder for bunntekst 4">
            <a:extLst>
              <a:ext uri="{FF2B5EF4-FFF2-40B4-BE49-F238E27FC236}">
                <a16:creationId xmlns:a16="http://schemas.microsoft.com/office/drawing/2014/main" id="{A1146298-28BA-4876-ADA6-046338C74CF4}"/>
              </a:ext>
            </a:extLst>
          </p:cNvPr>
          <p:cNvSpPr>
            <a:spLocks noGrp="1"/>
          </p:cNvSpPr>
          <p:nvPr>
            <p:ph type="ftr" sz="quarter" idx="11"/>
          </p:nvPr>
        </p:nvSpPr>
        <p:spPr/>
        <p:txBody>
          <a:bodyPr/>
          <a:lstStyle/>
          <a:p>
            <a:endParaRPr lang="en-US"/>
          </a:p>
        </p:txBody>
      </p:sp>
      <p:sp>
        <p:nvSpPr>
          <p:cNvPr id="6" name="Plassholder for lysbildenummer 5">
            <a:extLst>
              <a:ext uri="{FF2B5EF4-FFF2-40B4-BE49-F238E27FC236}">
                <a16:creationId xmlns:a16="http://schemas.microsoft.com/office/drawing/2014/main" id="{901CB3D9-07E8-4008-AB7A-D66477DDE45F}"/>
              </a:ext>
            </a:extLst>
          </p:cNvPr>
          <p:cNvSpPr>
            <a:spLocks noGrp="1"/>
          </p:cNvSpPr>
          <p:nvPr>
            <p:ph type="sldNum" sz="quarter" idx="12"/>
          </p:nvPr>
        </p:nvSpPr>
        <p:spPr/>
        <p:txBody>
          <a:bodyPr/>
          <a:lstStyle/>
          <a:p>
            <a:fld id="{65CB3275-7683-45B1-BE98-493851351657}" type="slidenum">
              <a:rPr lang="en-US" smtClean="0"/>
              <a:t>‹#›</a:t>
            </a:fld>
            <a:endParaRPr lang="en-US"/>
          </a:p>
        </p:txBody>
      </p:sp>
    </p:spTree>
    <p:extLst>
      <p:ext uri="{BB962C8B-B14F-4D97-AF65-F5344CB8AC3E}">
        <p14:creationId xmlns:p14="http://schemas.microsoft.com/office/powerpoint/2010/main" val="344577426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a:extLst>
              <a:ext uri="{FF2B5EF4-FFF2-40B4-BE49-F238E27FC236}">
                <a16:creationId xmlns:a16="http://schemas.microsoft.com/office/drawing/2014/main" id="{56BAC0EA-F51F-4DBB-BBBB-B2498A78BE1D}"/>
              </a:ext>
            </a:extLst>
          </p:cNvPr>
          <p:cNvSpPr>
            <a:spLocks noGrp="1"/>
          </p:cNvSpPr>
          <p:nvPr>
            <p:ph type="title" orient="vert"/>
          </p:nvPr>
        </p:nvSpPr>
        <p:spPr>
          <a:xfrm>
            <a:off x="8724900" y="365125"/>
            <a:ext cx="2628900" cy="5811838"/>
          </a:xfrm>
        </p:spPr>
        <p:txBody>
          <a:bodyPr vert="eaVert"/>
          <a:lstStyle/>
          <a:p>
            <a:r>
              <a:rPr lang="nb-NO"/>
              <a:t>Klikk for å redigere tittelstil</a:t>
            </a:r>
            <a:endParaRPr lang="en-US"/>
          </a:p>
        </p:txBody>
      </p:sp>
      <p:sp>
        <p:nvSpPr>
          <p:cNvPr id="3" name="Plassholder for loddrett tekst 2">
            <a:extLst>
              <a:ext uri="{FF2B5EF4-FFF2-40B4-BE49-F238E27FC236}">
                <a16:creationId xmlns:a16="http://schemas.microsoft.com/office/drawing/2014/main" id="{2F8E28F2-C659-4DBF-8336-9F0F22D7A505}"/>
              </a:ext>
            </a:extLst>
          </p:cNvPr>
          <p:cNvSpPr>
            <a:spLocks noGrp="1"/>
          </p:cNvSpPr>
          <p:nvPr>
            <p:ph type="body" orient="vert" idx="1"/>
          </p:nvPr>
        </p:nvSpPr>
        <p:spPr>
          <a:xfrm>
            <a:off x="838200" y="365125"/>
            <a:ext cx="7734300" cy="5811838"/>
          </a:xfrm>
        </p:spPr>
        <p:txBody>
          <a:bodyPr vert="eaVert"/>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a:p>
        </p:txBody>
      </p:sp>
      <p:sp>
        <p:nvSpPr>
          <p:cNvPr id="4" name="Plassholder for dato 3">
            <a:extLst>
              <a:ext uri="{FF2B5EF4-FFF2-40B4-BE49-F238E27FC236}">
                <a16:creationId xmlns:a16="http://schemas.microsoft.com/office/drawing/2014/main" id="{19CF69EB-40BB-4571-863D-AA39BEE36D16}"/>
              </a:ext>
            </a:extLst>
          </p:cNvPr>
          <p:cNvSpPr>
            <a:spLocks noGrp="1"/>
          </p:cNvSpPr>
          <p:nvPr>
            <p:ph type="dt" sz="half" idx="10"/>
          </p:nvPr>
        </p:nvSpPr>
        <p:spPr/>
        <p:txBody>
          <a:bodyPr/>
          <a:lstStyle/>
          <a:p>
            <a:fld id="{EDC9F3C4-1240-4131-9DFD-C107C55D2AE2}" type="datetime1">
              <a:rPr lang="nb-NO" smtClean="0"/>
              <a:t>29.06.2026</a:t>
            </a:fld>
            <a:endParaRPr lang="en-US"/>
          </a:p>
        </p:txBody>
      </p:sp>
      <p:sp>
        <p:nvSpPr>
          <p:cNvPr id="5" name="Plassholder for bunntekst 4">
            <a:extLst>
              <a:ext uri="{FF2B5EF4-FFF2-40B4-BE49-F238E27FC236}">
                <a16:creationId xmlns:a16="http://schemas.microsoft.com/office/drawing/2014/main" id="{12BF6C19-E3EE-432C-981C-08A7ABBC2BC0}"/>
              </a:ext>
            </a:extLst>
          </p:cNvPr>
          <p:cNvSpPr>
            <a:spLocks noGrp="1"/>
          </p:cNvSpPr>
          <p:nvPr>
            <p:ph type="ftr" sz="quarter" idx="11"/>
          </p:nvPr>
        </p:nvSpPr>
        <p:spPr/>
        <p:txBody>
          <a:bodyPr/>
          <a:lstStyle/>
          <a:p>
            <a:endParaRPr lang="en-US"/>
          </a:p>
        </p:txBody>
      </p:sp>
      <p:sp>
        <p:nvSpPr>
          <p:cNvPr id="6" name="Plassholder for lysbildenummer 5">
            <a:extLst>
              <a:ext uri="{FF2B5EF4-FFF2-40B4-BE49-F238E27FC236}">
                <a16:creationId xmlns:a16="http://schemas.microsoft.com/office/drawing/2014/main" id="{6BD68581-53C3-45F2-8DD7-F65A3FD4E4BD}"/>
              </a:ext>
            </a:extLst>
          </p:cNvPr>
          <p:cNvSpPr>
            <a:spLocks noGrp="1"/>
          </p:cNvSpPr>
          <p:nvPr>
            <p:ph type="sldNum" sz="quarter" idx="12"/>
          </p:nvPr>
        </p:nvSpPr>
        <p:spPr/>
        <p:txBody>
          <a:bodyPr/>
          <a:lstStyle/>
          <a:p>
            <a:fld id="{65CB3275-7683-45B1-BE98-493851351657}" type="slidenum">
              <a:rPr lang="en-US" smtClean="0"/>
              <a:t>‹#›</a:t>
            </a:fld>
            <a:endParaRPr lang="en-US"/>
          </a:p>
        </p:txBody>
      </p:sp>
    </p:spTree>
    <p:extLst>
      <p:ext uri="{BB962C8B-B14F-4D97-AF65-F5344CB8AC3E}">
        <p14:creationId xmlns:p14="http://schemas.microsoft.com/office/powerpoint/2010/main" val="1302205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One column">
    <p:spTree>
      <p:nvGrpSpPr>
        <p:cNvPr id="1" name=""/>
        <p:cNvGrpSpPr/>
        <p:nvPr/>
      </p:nvGrpSpPr>
      <p:grpSpPr>
        <a:xfrm>
          <a:off x="0" y="0"/>
          <a:ext cx="0" cy="0"/>
          <a:chOff x="0" y="0"/>
          <a:chExt cx="0" cy="0"/>
        </a:xfrm>
      </p:grpSpPr>
      <p:sp>
        <p:nvSpPr>
          <p:cNvPr id="4" name="Plassholder for dato 3"/>
          <p:cNvSpPr>
            <a:spLocks noGrp="1"/>
          </p:cNvSpPr>
          <p:nvPr>
            <p:ph type="dt" sz="half" idx="10"/>
          </p:nvPr>
        </p:nvSpPr>
        <p:spPr/>
        <p:txBody>
          <a:bodyPr/>
          <a:lstStyle/>
          <a:p>
            <a:fld id="{97E614DB-6376-4EB7-AF91-8515C93D9F52}" type="datetime1">
              <a:rPr lang="nb-NO" smtClean="0"/>
              <a:t>29.06.2026</a:t>
            </a:fld>
            <a:endParaRPr lang="nb-NO"/>
          </a:p>
        </p:txBody>
      </p:sp>
      <p:sp>
        <p:nvSpPr>
          <p:cNvPr id="5" name="Plassholder for bunntekst 4"/>
          <p:cNvSpPr>
            <a:spLocks noGrp="1"/>
          </p:cNvSpPr>
          <p:nvPr>
            <p:ph type="ftr" sz="quarter" idx="11"/>
          </p:nvPr>
        </p:nvSpPr>
        <p:spPr/>
        <p:txBody>
          <a:bodyPr/>
          <a:lstStyle/>
          <a:p>
            <a:endParaRPr lang="nb-NO"/>
          </a:p>
        </p:txBody>
      </p:sp>
      <p:sp>
        <p:nvSpPr>
          <p:cNvPr id="6" name="Plassholder for lysbildenummer 5"/>
          <p:cNvSpPr>
            <a:spLocks noGrp="1"/>
          </p:cNvSpPr>
          <p:nvPr>
            <p:ph type="sldNum" sz="quarter" idx="12"/>
          </p:nvPr>
        </p:nvSpPr>
        <p:spPr/>
        <p:txBody>
          <a:bodyPr/>
          <a:lstStyle/>
          <a:p>
            <a:fld id="{3FA4DDC8-1D0B-4B83-8CF0-4F24D54506BB}" type="slidenum">
              <a:rPr lang="nb-NO" smtClean="0"/>
              <a:pPr/>
              <a:t>‹#›</a:t>
            </a:fld>
            <a:endParaRPr lang="nb-NO"/>
          </a:p>
        </p:txBody>
      </p:sp>
      <p:sp>
        <p:nvSpPr>
          <p:cNvPr id="3" name="Plassholder for tekst 2"/>
          <p:cNvSpPr>
            <a:spLocks noGrp="1"/>
          </p:cNvSpPr>
          <p:nvPr>
            <p:ph type="body" sz="quarter" idx="13" hasCustomPrompt="1"/>
          </p:nvPr>
        </p:nvSpPr>
        <p:spPr>
          <a:xfrm>
            <a:off x="414273" y="1796233"/>
            <a:ext cx="11363454" cy="4441124"/>
          </a:xfrm>
          <a:prstGeom prst="rect">
            <a:avLst/>
          </a:prstGeom>
        </p:spPr>
        <p:txBody>
          <a:bodyPr vert="horz"/>
          <a:lstStyle>
            <a:lvl1pPr marL="179579" indent="-179579">
              <a:buFont typeface="Arial" panose="020B0604020202020204" pitchFamily="34" charset="0"/>
              <a:buChar char="•"/>
              <a:defRPr sz="2177">
                <a:solidFill>
                  <a:schemeClr val="tx1">
                    <a:lumMod val="75000"/>
                    <a:lumOff val="25000"/>
                  </a:schemeClr>
                </a:solidFill>
              </a:defRPr>
            </a:lvl1pPr>
            <a:lvl2pPr marL="406025" indent="-164138">
              <a:buFont typeface="Arial" panose="020B0604020202020204" pitchFamily="34" charset="0"/>
              <a:buChar char="•"/>
              <a:defRPr sz="1814"/>
            </a:lvl2pPr>
            <a:lvl3pPr marL="570164" indent="-164138">
              <a:buFont typeface="Arial" panose="020B0604020202020204" pitchFamily="34" charset="0"/>
              <a:buChar char="•"/>
              <a:defRPr sz="1814"/>
            </a:lvl3pPr>
            <a:lvl4pPr marL="812052" indent="-164138">
              <a:buFont typeface="Arial" panose="020B0604020202020204" pitchFamily="34" charset="0"/>
              <a:buChar char="•"/>
              <a:defRPr sz="1814"/>
            </a:lvl4pPr>
            <a:lvl5pPr marL="1053939" indent="-241887">
              <a:buFont typeface="Arial" panose="020B0604020202020204" pitchFamily="34" charset="0"/>
              <a:buChar char="•"/>
              <a:defRPr sz="1814"/>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nb-NO"/>
          </a:p>
        </p:txBody>
      </p:sp>
      <p:sp>
        <p:nvSpPr>
          <p:cNvPr id="10" name="Tittel 1"/>
          <p:cNvSpPr>
            <a:spLocks noGrp="1"/>
          </p:cNvSpPr>
          <p:nvPr>
            <p:ph type="title" hasCustomPrompt="1"/>
          </p:nvPr>
        </p:nvSpPr>
        <p:spPr>
          <a:xfrm>
            <a:off x="414273" y="424711"/>
            <a:ext cx="9992003" cy="1044970"/>
          </a:xfrm>
          <a:prstGeom prst="rect">
            <a:avLst/>
          </a:prstGeom>
        </p:spPr>
        <p:txBody>
          <a:bodyPr anchor="b" anchorCtr="0"/>
          <a:lstStyle>
            <a:lvl1pPr>
              <a:defRPr b="0"/>
            </a:lvl1pPr>
          </a:lstStyle>
          <a:p>
            <a:r>
              <a:rPr lang="nb-NO" err="1"/>
              <a:t>Click</a:t>
            </a:r>
            <a:r>
              <a:rPr lang="nb-NO"/>
              <a:t> to </a:t>
            </a:r>
            <a:r>
              <a:rPr lang="nb-NO" err="1"/>
              <a:t>add</a:t>
            </a:r>
            <a:r>
              <a:rPr lang="nb-NO"/>
              <a:t> </a:t>
            </a:r>
            <a:r>
              <a:rPr lang="nb-NO" err="1"/>
              <a:t>title</a:t>
            </a:r>
            <a:endParaRPr lang="nb-NO"/>
          </a:p>
        </p:txBody>
      </p:sp>
      <p:pic>
        <p:nvPicPr>
          <p:cNvPr id="11" name="Bilde 10" descr="nhh_logo_1f_positiv_blaa.eps"/>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20577" y="447226"/>
            <a:ext cx="457150" cy="914349"/>
          </a:xfrm>
          <a:prstGeom prst="rect">
            <a:avLst/>
          </a:prstGeom>
        </p:spPr>
      </p:pic>
      <p:pic>
        <p:nvPicPr>
          <p:cNvPr id="8"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85478" y="6255663"/>
            <a:ext cx="2971698" cy="569490"/>
          </a:xfrm>
          <a:prstGeom prst="rect">
            <a:avLst/>
          </a:prstGeom>
        </p:spPr>
      </p:pic>
    </p:spTree>
    <p:extLst>
      <p:ext uri="{BB962C8B-B14F-4D97-AF65-F5344CB8AC3E}">
        <p14:creationId xmlns:p14="http://schemas.microsoft.com/office/powerpoint/2010/main" val="1090061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a:extLst>
              <a:ext uri="{FF2B5EF4-FFF2-40B4-BE49-F238E27FC236}">
                <a16:creationId xmlns:a16="http://schemas.microsoft.com/office/drawing/2014/main" id="{34C2A7C5-9D92-46F1-B3F9-21AAACFC5B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endParaRPr lang="en-US"/>
          </a:p>
        </p:txBody>
      </p:sp>
      <p:sp>
        <p:nvSpPr>
          <p:cNvPr id="3" name="Plassholder for tekst 2">
            <a:extLst>
              <a:ext uri="{FF2B5EF4-FFF2-40B4-BE49-F238E27FC236}">
                <a16:creationId xmlns:a16="http://schemas.microsoft.com/office/drawing/2014/main" id="{3BC6ED2A-1149-476B-8B78-14F3ACC93C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a:p>
        </p:txBody>
      </p:sp>
      <p:sp>
        <p:nvSpPr>
          <p:cNvPr id="4" name="Plassholder for dato 3">
            <a:extLst>
              <a:ext uri="{FF2B5EF4-FFF2-40B4-BE49-F238E27FC236}">
                <a16:creationId xmlns:a16="http://schemas.microsoft.com/office/drawing/2014/main" id="{0F88D9C5-5559-4AA2-8AF8-CC90568EFE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8E97ED-7B41-4EE9-9B68-10FD35DE1682}" type="datetimeFigureOut">
              <a:rPr lang="en-US" smtClean="0"/>
              <a:t>6/29/26</a:t>
            </a:fld>
            <a:endParaRPr lang="en-US"/>
          </a:p>
        </p:txBody>
      </p:sp>
      <p:sp>
        <p:nvSpPr>
          <p:cNvPr id="5" name="Plassholder for bunntekst 4">
            <a:extLst>
              <a:ext uri="{FF2B5EF4-FFF2-40B4-BE49-F238E27FC236}">
                <a16:creationId xmlns:a16="http://schemas.microsoft.com/office/drawing/2014/main" id="{23536A32-4B33-43BF-B28B-CCE4187F5A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Plassholder for lysbildenummer 5">
            <a:extLst>
              <a:ext uri="{FF2B5EF4-FFF2-40B4-BE49-F238E27FC236}">
                <a16:creationId xmlns:a16="http://schemas.microsoft.com/office/drawing/2014/main" id="{DB70FC16-3678-411B-97A2-9764CBE122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CB3275-7683-45B1-BE98-493851351657}" type="slidenum">
              <a:rPr lang="en-US" smtClean="0"/>
              <a:t>‹#›</a:t>
            </a:fld>
            <a:endParaRPr lang="en-US"/>
          </a:p>
        </p:txBody>
      </p:sp>
    </p:spTree>
    <p:extLst>
      <p:ext uri="{BB962C8B-B14F-4D97-AF65-F5344CB8AC3E}">
        <p14:creationId xmlns:p14="http://schemas.microsoft.com/office/powerpoint/2010/main" val="15080140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505881-AB7E-40D9-EB26-D82A66EFFD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b-NO"/>
          </a:p>
        </p:txBody>
      </p:sp>
      <p:sp>
        <p:nvSpPr>
          <p:cNvPr id="3" name="Text Placeholder 2">
            <a:extLst>
              <a:ext uri="{FF2B5EF4-FFF2-40B4-BE49-F238E27FC236}">
                <a16:creationId xmlns:a16="http://schemas.microsoft.com/office/drawing/2014/main" id="{0B8CECEA-EFC9-4E88-E4AA-7E9B74AC03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984BDBF-436E-CC4C-F4CC-F7EE2E0FB0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242BA63-0397-4C7D-8EC5-E74B9B382095}" type="datetime1">
              <a:rPr lang="nb-NO" smtClean="0"/>
              <a:t>29.06.2026</a:t>
            </a:fld>
            <a:endParaRPr lang="nb-NO"/>
          </a:p>
        </p:txBody>
      </p:sp>
      <p:sp>
        <p:nvSpPr>
          <p:cNvPr id="5" name="Footer Placeholder 4">
            <a:extLst>
              <a:ext uri="{FF2B5EF4-FFF2-40B4-BE49-F238E27FC236}">
                <a16:creationId xmlns:a16="http://schemas.microsoft.com/office/drawing/2014/main" id="{593ECB34-5F10-E4C7-22CD-C99394F90D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a:p>
        </p:txBody>
      </p:sp>
      <p:sp>
        <p:nvSpPr>
          <p:cNvPr id="6" name="Slide Number Placeholder 5">
            <a:extLst>
              <a:ext uri="{FF2B5EF4-FFF2-40B4-BE49-F238E27FC236}">
                <a16:creationId xmlns:a16="http://schemas.microsoft.com/office/drawing/2014/main" id="{525C206D-7C78-1E52-61E4-9AD103871E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9804DD7-8F05-44CF-B2BD-836547C761A8}" type="slidenum">
              <a:rPr lang="nb-NO" smtClean="0"/>
              <a:t>‹#›</a:t>
            </a:fld>
            <a:endParaRPr lang="nb-NO"/>
          </a:p>
        </p:txBody>
      </p:sp>
    </p:spTree>
    <p:extLst>
      <p:ext uri="{BB962C8B-B14F-4D97-AF65-F5344CB8AC3E}">
        <p14:creationId xmlns:p14="http://schemas.microsoft.com/office/powerpoint/2010/main" val="363664508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a:extLst>
              <a:ext uri="{FF2B5EF4-FFF2-40B4-BE49-F238E27FC236}">
                <a16:creationId xmlns:a16="http://schemas.microsoft.com/office/drawing/2014/main" id="{34C2A7C5-9D92-46F1-B3F9-21AAACFC5B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endParaRPr lang="en-US"/>
          </a:p>
        </p:txBody>
      </p:sp>
      <p:sp>
        <p:nvSpPr>
          <p:cNvPr id="3" name="Plassholder for tekst 2">
            <a:extLst>
              <a:ext uri="{FF2B5EF4-FFF2-40B4-BE49-F238E27FC236}">
                <a16:creationId xmlns:a16="http://schemas.microsoft.com/office/drawing/2014/main" id="{3BC6ED2A-1149-476B-8B78-14F3ACC93C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a:p>
        </p:txBody>
      </p:sp>
      <p:sp>
        <p:nvSpPr>
          <p:cNvPr id="4" name="Plassholder for dato 3">
            <a:extLst>
              <a:ext uri="{FF2B5EF4-FFF2-40B4-BE49-F238E27FC236}">
                <a16:creationId xmlns:a16="http://schemas.microsoft.com/office/drawing/2014/main" id="{0F88D9C5-5559-4AA2-8AF8-CC90568EFE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8F5AF4-04BE-474D-B1DF-8DEBBCDFC566}" type="datetime1">
              <a:rPr lang="nb-NO" smtClean="0"/>
              <a:t>29.06.2026</a:t>
            </a:fld>
            <a:endParaRPr lang="en-US"/>
          </a:p>
        </p:txBody>
      </p:sp>
      <p:sp>
        <p:nvSpPr>
          <p:cNvPr id="5" name="Plassholder for bunntekst 4">
            <a:extLst>
              <a:ext uri="{FF2B5EF4-FFF2-40B4-BE49-F238E27FC236}">
                <a16:creationId xmlns:a16="http://schemas.microsoft.com/office/drawing/2014/main" id="{23536A32-4B33-43BF-B28B-CCE4187F5A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Plassholder for lysbildenummer 5">
            <a:extLst>
              <a:ext uri="{FF2B5EF4-FFF2-40B4-BE49-F238E27FC236}">
                <a16:creationId xmlns:a16="http://schemas.microsoft.com/office/drawing/2014/main" id="{DB70FC16-3678-411B-97A2-9764CBE122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CB3275-7683-45B1-BE98-493851351657}" type="slidenum">
              <a:rPr lang="en-US" smtClean="0"/>
              <a:t>‹#›</a:t>
            </a:fld>
            <a:endParaRPr lang="en-US"/>
          </a:p>
        </p:txBody>
      </p:sp>
    </p:spTree>
    <p:extLst>
      <p:ext uri="{BB962C8B-B14F-4D97-AF65-F5344CB8AC3E}">
        <p14:creationId xmlns:p14="http://schemas.microsoft.com/office/powerpoint/2010/main" val="3849433649"/>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hyperlink" Target="https://www.dn.no/innlegg/laks/skatt/grunnrenteskatt/det-manglet-ikke-advarsler-mot-lakseskatten/2-1-1920221" TargetMode="External"/><Relationship Id="rId2" Type="http://schemas.openxmlformats.org/officeDocument/2006/relationships/hyperlink" Target="https://www.vg.no/nyheter/i/9Ka80W/forhandlet-om-omstridt-oljeskattepakke-mistet-helt-kontrollen" TargetMode="Externa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www.vg.no/nyheter/i/yEV9dr/stangs-skattemisforstaaelse"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8AA5BC-4F7A-4226-8F99-6D824B226A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E5445C6-DD42-4979-86FF-03730E8C6D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734" y="321733"/>
            <a:ext cx="11573488" cy="6214534"/>
          </a:xfrm>
          <a:prstGeom prst="rect">
            <a:avLst/>
          </a:prstGeom>
          <a:solidFill>
            <a:schemeClr val="bg1">
              <a:lumMod val="75000"/>
              <a:lumOff val="25000"/>
            </a:schemeClr>
          </a:solidFill>
          <a:ln w="127000" cap="sq" cmpd="thinThick">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tel 1">
            <a:extLst>
              <a:ext uri="{FF2B5EF4-FFF2-40B4-BE49-F238E27FC236}">
                <a16:creationId xmlns:a16="http://schemas.microsoft.com/office/drawing/2014/main" id="{B75CC83C-9062-4828-A01A-55610590C200}"/>
              </a:ext>
            </a:extLst>
          </p:cNvPr>
          <p:cNvSpPr>
            <a:spLocks noGrp="1"/>
          </p:cNvSpPr>
          <p:nvPr>
            <p:ph type="title"/>
          </p:nvPr>
        </p:nvSpPr>
        <p:spPr>
          <a:xfrm>
            <a:off x="1524000" y="1122362"/>
            <a:ext cx="9144000" cy="2840037"/>
          </a:xfrm>
        </p:spPr>
        <p:txBody>
          <a:bodyPr vert="horz" lIns="91440" tIns="45720" rIns="91440" bIns="45720" rtlCol="0" anchor="b">
            <a:normAutofit/>
          </a:bodyPr>
          <a:lstStyle/>
          <a:p>
            <a:pPr algn="ctr"/>
            <a:r>
              <a:rPr lang="en-US" sz="5800" kern="1200">
                <a:solidFill>
                  <a:schemeClr val="tx1"/>
                </a:solidFill>
                <a:latin typeface="+mj-lt"/>
                <a:ea typeface="+mj-ea"/>
                <a:cs typeface="+mj-cs"/>
              </a:rPr>
              <a:t> FIE 432 </a:t>
            </a:r>
            <a:r>
              <a:rPr lang="en-US" sz="5800" kern="1200" err="1">
                <a:solidFill>
                  <a:schemeClr val="tx1"/>
                </a:solidFill>
                <a:latin typeface="+mj-lt"/>
                <a:ea typeface="+mj-ea"/>
                <a:cs typeface="+mj-cs"/>
              </a:rPr>
              <a:t>Personlig</a:t>
            </a:r>
            <a:r>
              <a:rPr lang="en-US" sz="5800" kern="1200">
                <a:solidFill>
                  <a:schemeClr val="tx1"/>
                </a:solidFill>
                <a:latin typeface="+mj-lt"/>
                <a:ea typeface="+mj-ea"/>
                <a:cs typeface="+mj-cs"/>
              </a:rPr>
              <a:t> </a:t>
            </a:r>
            <a:r>
              <a:rPr lang="en-US" sz="5800" kern="1200" err="1">
                <a:solidFill>
                  <a:schemeClr val="tx1"/>
                </a:solidFill>
                <a:latin typeface="+mj-lt"/>
                <a:ea typeface="+mj-ea"/>
                <a:cs typeface="+mj-cs"/>
              </a:rPr>
              <a:t>Økonomi</a:t>
            </a:r>
            <a:endParaRPr lang="en-US" sz="5800" kern="1200">
              <a:solidFill>
                <a:schemeClr val="tx1"/>
              </a:solidFill>
              <a:latin typeface="+mj-lt"/>
              <a:ea typeface="+mj-ea"/>
              <a:cs typeface="+mj-cs"/>
            </a:endParaRPr>
          </a:p>
        </p:txBody>
      </p:sp>
      <p:sp>
        <p:nvSpPr>
          <p:cNvPr id="3" name="Plassholder for innhold 2">
            <a:extLst>
              <a:ext uri="{FF2B5EF4-FFF2-40B4-BE49-F238E27FC236}">
                <a16:creationId xmlns:a16="http://schemas.microsoft.com/office/drawing/2014/main" id="{0621CD9A-4E13-4030-96F4-A32C9F93FE1F}"/>
              </a:ext>
            </a:extLst>
          </p:cNvPr>
          <p:cNvSpPr>
            <a:spLocks noGrp="1"/>
          </p:cNvSpPr>
          <p:nvPr>
            <p:ph idx="1"/>
          </p:nvPr>
        </p:nvSpPr>
        <p:spPr>
          <a:xfrm>
            <a:off x="1524000" y="4256436"/>
            <a:ext cx="9144000" cy="1600818"/>
          </a:xfrm>
        </p:spPr>
        <p:txBody>
          <a:bodyPr vert="horz" lIns="91440" tIns="45720" rIns="91440" bIns="45720" rtlCol="0">
            <a:normAutofit/>
          </a:bodyPr>
          <a:lstStyle/>
          <a:p>
            <a:pPr marL="0" indent="0" algn="ctr">
              <a:buNone/>
            </a:pPr>
            <a:r>
              <a:rPr lang="nb-NO" sz="2400" kern="1200">
                <a:solidFill>
                  <a:schemeClr val="accent1">
                    <a:lumMod val="60000"/>
                    <a:lumOff val="40000"/>
                  </a:schemeClr>
                </a:solidFill>
                <a:latin typeface="+mn-lt"/>
                <a:ea typeface="+mn-ea"/>
                <a:cs typeface="+mn-cs"/>
              </a:rPr>
              <a:t>Professor Guttorm Schjelderup</a:t>
            </a:r>
            <a:endParaRPr lang="en-US" sz="2400" kern="1200">
              <a:solidFill>
                <a:schemeClr val="accent1">
                  <a:lumMod val="60000"/>
                  <a:lumOff val="40000"/>
                </a:schemeClr>
              </a:solidFill>
              <a:latin typeface="+mn-lt"/>
              <a:ea typeface="+mn-ea"/>
              <a:cs typeface="+mn-cs"/>
            </a:endParaRPr>
          </a:p>
        </p:txBody>
      </p:sp>
      <p:cxnSp>
        <p:nvCxnSpPr>
          <p:cNvPr id="12" name="Straight Connector 11">
            <a:extLst>
              <a:ext uri="{FF2B5EF4-FFF2-40B4-BE49-F238E27FC236}">
                <a16:creationId xmlns:a16="http://schemas.microsoft.com/office/drawing/2014/main" id="{45000665-DFC7-417E-8FD7-516A0F15C9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4400" y="4109417"/>
            <a:ext cx="2743200" cy="0"/>
          </a:xfrm>
          <a:prstGeom prst="line">
            <a:avLst/>
          </a:prstGeom>
          <a:ln w="12700">
            <a:solidFill>
              <a:schemeClr val="tx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21590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11737"/>
    </mc:Choice>
    <mc:Fallback xmlns="">
      <p:transition spd="slow" advTm="11737"/>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FA4DDC8-1D0B-4B83-8CF0-4F24D54506BB}" type="slidenum">
              <a:rPr lang="nb-NO" smtClean="0"/>
              <a:pPr/>
              <a:t>2</a:t>
            </a:fld>
            <a:endParaRPr lang="nb-NO"/>
          </a:p>
        </p:txBody>
      </p:sp>
      <p:sp>
        <p:nvSpPr>
          <p:cNvPr id="4" name="Title 3"/>
          <p:cNvSpPr>
            <a:spLocks noGrp="1"/>
          </p:cNvSpPr>
          <p:nvPr>
            <p:ph type="title"/>
          </p:nvPr>
        </p:nvSpPr>
        <p:spPr/>
        <p:txBody>
          <a:bodyPr/>
          <a:lstStyle/>
          <a:p>
            <a:r>
              <a:rPr lang="en-US" noProof="0"/>
              <a:t>What is a good empirical research project?</a:t>
            </a:r>
          </a:p>
        </p:txBody>
      </p:sp>
      <p:pic>
        <p:nvPicPr>
          <p:cNvPr id="8" name="Taxes_Kid">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359"/>
            <a:ext cx="12192000" cy="6857641"/>
          </a:xfrm>
          <a:prstGeom prst="rect">
            <a:avLst/>
          </a:prstGeom>
        </p:spPr>
      </p:pic>
    </p:spTree>
    <p:extLst>
      <p:ext uri="{BB962C8B-B14F-4D97-AF65-F5344CB8AC3E}">
        <p14:creationId xmlns:p14="http://schemas.microsoft.com/office/powerpoint/2010/main" val="191012766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8"/>
                                        </p:tgtEl>
                                      </p:cBhvr>
                                    </p:cmd>
                                  </p:childTnLst>
                                </p:cTn>
                              </p:par>
                            </p:childTnLst>
                          </p:cTn>
                        </p:par>
                      </p:childTnLst>
                    </p:cTn>
                  </p:par>
                </p:childTnLst>
              </p:cTn>
              <p:nextCondLst>
                <p:cond evt="onClick" delay="0">
                  <p:tgtEl>
                    <p:spTgt spid="8"/>
                  </p:tgtEl>
                </p:cond>
              </p:nextCondLst>
            </p:seq>
            <p:video>
              <p:cMediaNode vol="100000">
                <p:cTn id="7" fill="hold" display="0">
                  <p:stCondLst>
                    <p:cond delay="indefinite"/>
                  </p:stCondLst>
                </p:cTn>
                <p:tgtEl>
                  <p:spTgt spid="8"/>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8">
            <a:extLst>
              <a:ext uri="{FF2B5EF4-FFF2-40B4-BE49-F238E27FC236}">
                <a16:creationId xmlns:a16="http://schemas.microsoft.com/office/drawing/2014/main" id="{02D886F1-CB4A-4FC1-AAA7-9402B0D0D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0">
            <a:extLst>
              <a:ext uri="{FF2B5EF4-FFF2-40B4-BE49-F238E27FC236}">
                <a16:creationId xmlns:a16="http://schemas.microsoft.com/office/drawing/2014/main" id="{762B7B97-C3EE-4AEE-A61F-AFA873FE2F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013557" y="0"/>
            <a:ext cx="10178443"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6A88CCB-B757-0542-9378-D7076E46BE08}"/>
              </a:ext>
            </a:extLst>
          </p:cNvPr>
          <p:cNvSpPr>
            <a:spLocks noGrp="1"/>
          </p:cNvSpPr>
          <p:nvPr>
            <p:ph type="title"/>
          </p:nvPr>
        </p:nvSpPr>
        <p:spPr>
          <a:xfrm>
            <a:off x="623787" y="1635358"/>
            <a:ext cx="2752344" cy="2706624"/>
          </a:xfrm>
          <a:prstGeom prst="ellipse">
            <a:avLst/>
          </a:prstGeom>
          <a:solidFill>
            <a:schemeClr val="bg1"/>
          </a:solidFill>
          <a:ln w="174625" cmpd="thinThick">
            <a:solidFill>
              <a:schemeClr val="bg1"/>
            </a:solidFill>
          </a:ln>
        </p:spPr>
        <p:txBody>
          <a:bodyPr>
            <a:normAutofit/>
          </a:bodyPr>
          <a:lstStyle/>
          <a:p>
            <a:pPr algn="ctr"/>
            <a:r>
              <a:rPr lang="en-US" sz="2600" b="1"/>
              <a:t>FIE 432 Personlig Økonomi</a:t>
            </a:r>
            <a:endParaRPr lang="nb-NO" sz="2600"/>
          </a:p>
        </p:txBody>
      </p:sp>
      <p:sp>
        <p:nvSpPr>
          <p:cNvPr id="3" name="Content Placeholder 2">
            <a:extLst>
              <a:ext uri="{FF2B5EF4-FFF2-40B4-BE49-F238E27FC236}">
                <a16:creationId xmlns:a16="http://schemas.microsoft.com/office/drawing/2014/main" id="{E912942C-BC70-5E44-96A3-FD3225E8D448}"/>
              </a:ext>
            </a:extLst>
          </p:cNvPr>
          <p:cNvSpPr>
            <a:spLocks noGrp="1"/>
          </p:cNvSpPr>
          <p:nvPr>
            <p:ph idx="1"/>
          </p:nvPr>
        </p:nvSpPr>
        <p:spPr>
          <a:xfrm>
            <a:off x="3110948" y="258417"/>
            <a:ext cx="8970065" cy="7239663"/>
          </a:xfrm>
        </p:spPr>
        <p:txBody>
          <a:bodyPr anchor="ctr">
            <a:normAutofit/>
          </a:bodyPr>
          <a:lstStyle/>
          <a:p>
            <a:r>
              <a:rPr lang="nb-NO" sz="3200" b="1" dirty="0">
                <a:solidFill>
                  <a:schemeClr val="bg1"/>
                </a:solidFill>
              </a:rPr>
              <a:t>Foreleser:</a:t>
            </a:r>
            <a:r>
              <a:rPr lang="nb-NO" sz="3200" dirty="0">
                <a:solidFill>
                  <a:schemeClr val="bg1"/>
                </a:solidFill>
              </a:rPr>
              <a:t> Guttorm Schjelderup (GS)</a:t>
            </a:r>
          </a:p>
          <a:p>
            <a:r>
              <a:rPr lang="nb-NO" sz="3200" dirty="0">
                <a:solidFill>
                  <a:schemeClr val="bg1"/>
                </a:solidFill>
              </a:rPr>
              <a:t>Gjesteforeleser: Ole Andreas Næss (OAN). </a:t>
            </a:r>
          </a:p>
          <a:p>
            <a:r>
              <a:rPr lang="nb-NO" sz="3200" b="1" dirty="0">
                <a:solidFill>
                  <a:schemeClr val="bg1"/>
                </a:solidFill>
                <a:effectLst/>
                <a:latin typeface="Calibri" panose="020F0502020204030204" pitchFamily="34" charset="0"/>
                <a:ea typeface="Times New Roman" panose="02020603050405020304" pitchFamily="18" charset="0"/>
              </a:rPr>
              <a:t>Forelesningstider</a:t>
            </a:r>
            <a:endParaRPr lang="nb-NO" sz="3200" dirty="0">
              <a:solidFill>
                <a:schemeClr val="bg1"/>
              </a:solidFill>
              <a:effectLst/>
              <a:latin typeface="Calibri" panose="020F0502020204030204" pitchFamily="34" charset="0"/>
              <a:ea typeface="Times New Roman" panose="02020603050405020304" pitchFamily="18" charset="0"/>
            </a:endParaRPr>
          </a:p>
          <a:p>
            <a:pPr lvl="1"/>
            <a:r>
              <a:rPr lang="nb-NO" sz="3200" dirty="0">
                <a:solidFill>
                  <a:schemeClr val="bg1"/>
                </a:solidFill>
                <a:effectLst/>
                <a:latin typeface="Calibri" panose="020F0502020204030204" pitchFamily="34" charset="0"/>
                <a:ea typeface="Times New Roman" panose="02020603050405020304" pitchFamily="18" charset="0"/>
              </a:rPr>
              <a:t>Onsdag 12:15-14:00 (</a:t>
            </a:r>
            <a:r>
              <a:rPr lang="nb-NO" sz="3200" dirty="0" err="1">
                <a:solidFill>
                  <a:schemeClr val="bg1"/>
                </a:solidFill>
                <a:effectLst/>
                <a:latin typeface="Calibri" panose="020F0502020204030204" pitchFamily="34" charset="0"/>
                <a:ea typeface="Times New Roman" panose="02020603050405020304" pitchFamily="18" charset="0"/>
              </a:rPr>
              <a:t>aud</a:t>
            </a:r>
            <a:r>
              <a:rPr lang="nb-NO" sz="3200" dirty="0">
                <a:solidFill>
                  <a:schemeClr val="bg1"/>
                </a:solidFill>
                <a:effectLst/>
                <a:latin typeface="Calibri" panose="020F0502020204030204" pitchFamily="34" charset="0"/>
                <a:ea typeface="Times New Roman" panose="02020603050405020304" pitchFamily="18" charset="0"/>
              </a:rPr>
              <a:t> A)</a:t>
            </a:r>
          </a:p>
          <a:p>
            <a:pPr lvl="1"/>
            <a:r>
              <a:rPr lang="nb-NO" sz="3200" dirty="0">
                <a:solidFill>
                  <a:schemeClr val="bg1"/>
                </a:solidFill>
                <a:latin typeface="Calibri" panose="020F0502020204030204" pitchFamily="34" charset="0"/>
                <a:ea typeface="Times New Roman" panose="02020603050405020304" pitchFamily="18" charset="0"/>
              </a:rPr>
              <a:t>F</a:t>
            </a:r>
            <a:r>
              <a:rPr lang="nb-NO" sz="3200" dirty="0">
                <a:solidFill>
                  <a:schemeClr val="bg1"/>
                </a:solidFill>
                <a:effectLst/>
                <a:latin typeface="Calibri" panose="020F0502020204030204" pitchFamily="34" charset="0"/>
                <a:ea typeface="Times New Roman" panose="02020603050405020304" pitchFamily="18" charset="0"/>
              </a:rPr>
              <a:t>redag 10:15-12:00 (</a:t>
            </a:r>
            <a:r>
              <a:rPr lang="nb-NO" sz="3200" dirty="0" err="1">
                <a:solidFill>
                  <a:schemeClr val="bg1"/>
                </a:solidFill>
                <a:effectLst/>
                <a:latin typeface="Calibri" panose="020F0502020204030204" pitchFamily="34" charset="0"/>
                <a:ea typeface="Times New Roman" panose="02020603050405020304" pitchFamily="18" charset="0"/>
              </a:rPr>
              <a:t>aud</a:t>
            </a:r>
            <a:r>
              <a:rPr lang="nb-NO" sz="3200" dirty="0">
                <a:solidFill>
                  <a:schemeClr val="bg1"/>
                </a:solidFill>
                <a:effectLst/>
                <a:latin typeface="Calibri" panose="020F0502020204030204" pitchFamily="34" charset="0"/>
                <a:ea typeface="Times New Roman" panose="02020603050405020304" pitchFamily="18" charset="0"/>
              </a:rPr>
              <a:t> A). </a:t>
            </a:r>
          </a:p>
          <a:p>
            <a:endParaRPr lang="nb-NO" sz="3000" dirty="0">
              <a:solidFill>
                <a:schemeClr val="bg1"/>
              </a:solidFill>
              <a:latin typeface="Calibri" panose="020F0502020204030204" pitchFamily="34" charset="0"/>
              <a:ea typeface="Times New Roman" panose="02020603050405020304" pitchFamily="18" charset="0"/>
            </a:endParaRPr>
          </a:p>
          <a:p>
            <a:r>
              <a:rPr lang="nb-NO" sz="3000" dirty="0">
                <a:solidFill>
                  <a:schemeClr val="bg1"/>
                </a:solidFill>
                <a:latin typeface="Calibri" panose="020F0502020204030204" pitchFamily="34" charset="0"/>
                <a:ea typeface="Times New Roman" panose="02020603050405020304" pitchFamily="18" charset="0"/>
              </a:rPr>
              <a:t>Forelesninger/pensum under moduler på Canvas</a:t>
            </a:r>
          </a:p>
          <a:p>
            <a:r>
              <a:rPr lang="nb-NO" sz="3000" dirty="0">
                <a:solidFill>
                  <a:schemeClr val="bg1"/>
                </a:solidFill>
                <a:latin typeface="Calibri" panose="020F0502020204030204" pitchFamily="34" charset="0"/>
                <a:ea typeface="Times New Roman" panose="02020603050405020304" pitchFamily="18" charset="0"/>
              </a:rPr>
              <a:t>Forelesninger legges ut på Canvas samme dag </a:t>
            </a:r>
            <a:endParaRPr lang="nb-NO" sz="3000" dirty="0">
              <a:solidFill>
                <a:schemeClr val="bg1"/>
              </a:solidFill>
            </a:endParaRPr>
          </a:p>
          <a:p>
            <a:r>
              <a:rPr lang="nb-NO" sz="3000" dirty="0">
                <a:solidFill>
                  <a:schemeClr val="bg1"/>
                </a:solidFill>
              </a:rPr>
              <a:t>Skole-eksamen (4t): Multiple </a:t>
            </a:r>
            <a:r>
              <a:rPr lang="nb-NO" sz="3000" dirty="0" err="1">
                <a:solidFill>
                  <a:schemeClr val="bg1"/>
                </a:solidFill>
              </a:rPr>
              <a:t>choice</a:t>
            </a:r>
            <a:r>
              <a:rPr lang="nb-NO" sz="3000" dirty="0">
                <a:solidFill>
                  <a:schemeClr val="bg1"/>
                </a:solidFill>
              </a:rPr>
              <a:t>, karakterskala A-F. </a:t>
            </a:r>
          </a:p>
          <a:p>
            <a:r>
              <a:rPr lang="nb-NO" sz="3000" dirty="0">
                <a:solidFill>
                  <a:schemeClr val="bg1"/>
                </a:solidFill>
              </a:rPr>
              <a:t>Forelesningene filmes ikke</a:t>
            </a:r>
          </a:p>
          <a:p>
            <a:endParaRPr lang="nb-NO" sz="3300" dirty="0">
              <a:solidFill>
                <a:schemeClr val="bg1"/>
              </a:solidFill>
            </a:endParaRPr>
          </a:p>
          <a:p>
            <a:endParaRPr lang="nb-NO" sz="3300" dirty="0">
              <a:solidFill>
                <a:schemeClr val="bg1"/>
              </a:solidFill>
            </a:endParaRPr>
          </a:p>
          <a:p>
            <a:pPr marL="0" indent="0">
              <a:buNone/>
            </a:pPr>
            <a:endParaRPr lang="nb-NO" sz="1900" dirty="0">
              <a:solidFill>
                <a:schemeClr val="bg1"/>
              </a:solidFill>
            </a:endParaRPr>
          </a:p>
        </p:txBody>
      </p:sp>
      <p:sp>
        <p:nvSpPr>
          <p:cNvPr id="4" name="Slide Number Placeholder 3">
            <a:extLst>
              <a:ext uri="{FF2B5EF4-FFF2-40B4-BE49-F238E27FC236}">
                <a16:creationId xmlns:a16="http://schemas.microsoft.com/office/drawing/2014/main" id="{FBA5494C-0E83-E346-A65D-2CFFFB381CC4}"/>
              </a:ext>
            </a:extLst>
          </p:cNvPr>
          <p:cNvSpPr>
            <a:spLocks noGrp="1"/>
          </p:cNvSpPr>
          <p:nvPr>
            <p:ph type="sldNum" sz="quarter" idx="12"/>
          </p:nvPr>
        </p:nvSpPr>
        <p:spPr>
          <a:xfrm>
            <a:off x="8610600" y="6356350"/>
            <a:ext cx="2743200" cy="365125"/>
          </a:xfrm>
        </p:spPr>
        <p:txBody>
          <a:bodyPr>
            <a:normAutofit/>
          </a:bodyPr>
          <a:lstStyle/>
          <a:p>
            <a:pPr>
              <a:spcAft>
                <a:spcPts val="600"/>
              </a:spcAft>
            </a:pPr>
            <a:fld id="{5A26F5E2-C103-4AFC-9829-414518DF0720}" type="slidenum">
              <a:rPr lang="nb-NO">
                <a:solidFill>
                  <a:schemeClr val="bg1"/>
                </a:solidFill>
              </a:rPr>
              <a:pPr>
                <a:spcAft>
                  <a:spcPts val="600"/>
                </a:spcAft>
              </a:pPr>
              <a:t>3</a:t>
            </a:fld>
            <a:endParaRPr lang="nb-NO">
              <a:solidFill>
                <a:schemeClr val="bg1"/>
              </a:solidFill>
            </a:endParaRPr>
          </a:p>
        </p:txBody>
      </p:sp>
    </p:spTree>
    <p:extLst>
      <p:ext uri="{BB962C8B-B14F-4D97-AF65-F5344CB8AC3E}">
        <p14:creationId xmlns:p14="http://schemas.microsoft.com/office/powerpoint/2010/main" val="152905517"/>
      </p:ext>
    </p:extLst>
  </p:cSld>
  <p:clrMapOvr>
    <a:masterClrMapping/>
  </p:clrMapOvr>
  <mc:AlternateContent xmlns:mc="http://schemas.openxmlformats.org/markup-compatibility/2006" xmlns:p14="http://schemas.microsoft.com/office/powerpoint/2010/main">
    <mc:Choice Requires="p14">
      <p:transition spd="slow" p14:dur="2000" advTm="36082"/>
    </mc:Choice>
    <mc:Fallback xmlns="">
      <p:transition spd="slow" advTm="36082"/>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AD21898E-86C0-4C8A-A76C-DF33E844C8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542" y="0"/>
            <a:ext cx="10432916" cy="6858000"/>
          </a:xfrm>
          <a:custGeom>
            <a:avLst/>
            <a:gdLst>
              <a:gd name="connsiteX0" fmla="*/ 1287962 w 10432916"/>
              <a:gd name="connsiteY0" fmla="*/ 0 h 6858000"/>
              <a:gd name="connsiteX1" fmla="*/ 9144956 w 10432916"/>
              <a:gd name="connsiteY1" fmla="*/ 0 h 6858000"/>
              <a:gd name="connsiteX2" fmla="*/ 9241731 w 10432916"/>
              <a:gd name="connsiteY2" fmla="*/ 111692 h 6858000"/>
              <a:gd name="connsiteX3" fmla="*/ 10432916 w 10432916"/>
              <a:gd name="connsiteY3" fmla="*/ 3429001 h 6858000"/>
              <a:gd name="connsiteX4" fmla="*/ 9241730 w 10432916"/>
              <a:gd name="connsiteY4" fmla="*/ 6746310 h 6858000"/>
              <a:gd name="connsiteX5" fmla="*/ 9144957 w 10432916"/>
              <a:gd name="connsiteY5" fmla="*/ 6858000 h 6858000"/>
              <a:gd name="connsiteX6" fmla="*/ 1287959 w 10432916"/>
              <a:gd name="connsiteY6" fmla="*/ 6858000 h 6858000"/>
              <a:gd name="connsiteX7" fmla="*/ 1191186 w 10432916"/>
              <a:gd name="connsiteY7" fmla="*/ 6746310 h 6858000"/>
              <a:gd name="connsiteX8" fmla="*/ 0 w 10432916"/>
              <a:gd name="connsiteY8" fmla="*/ 3429001 h 6858000"/>
              <a:gd name="connsiteX9" fmla="*/ 1191186 w 10432916"/>
              <a:gd name="connsiteY9" fmla="*/ 11169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2916" h="6858000">
                <a:moveTo>
                  <a:pt x="1287962" y="0"/>
                </a:moveTo>
                <a:lnTo>
                  <a:pt x="9144956" y="0"/>
                </a:lnTo>
                <a:lnTo>
                  <a:pt x="9241731" y="111692"/>
                </a:lnTo>
                <a:cubicBezTo>
                  <a:pt x="9985889" y="1013175"/>
                  <a:pt x="10432916" y="2168897"/>
                  <a:pt x="10432916" y="3429001"/>
                </a:cubicBezTo>
                <a:cubicBezTo>
                  <a:pt x="10432916" y="4689105"/>
                  <a:pt x="9985889" y="5844827"/>
                  <a:pt x="9241730" y="6746310"/>
                </a:cubicBezTo>
                <a:lnTo>
                  <a:pt x="9144957" y="6858000"/>
                </a:lnTo>
                <a:lnTo>
                  <a:pt x="1287959" y="6858000"/>
                </a:lnTo>
                <a:lnTo>
                  <a:pt x="1191186" y="6746310"/>
                </a:lnTo>
                <a:cubicBezTo>
                  <a:pt x="447027" y="5844827"/>
                  <a:pt x="0" y="4689105"/>
                  <a:pt x="0" y="3429001"/>
                </a:cubicBezTo>
                <a:cubicBezTo>
                  <a:pt x="0" y="2168897"/>
                  <a:pt x="447027" y="1013175"/>
                  <a:pt x="1191186" y="11169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5C8F04BD-D093-45D0-B54C-50FDB308B4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4942" y="0"/>
            <a:ext cx="9922116" cy="6858000"/>
          </a:xfrm>
          <a:custGeom>
            <a:avLst/>
            <a:gdLst>
              <a:gd name="connsiteX0" fmla="*/ 1378575 w 9922116"/>
              <a:gd name="connsiteY0" fmla="*/ 0 h 6858000"/>
              <a:gd name="connsiteX1" fmla="*/ 8543542 w 9922116"/>
              <a:gd name="connsiteY1" fmla="*/ 0 h 6858000"/>
              <a:gd name="connsiteX2" fmla="*/ 8633323 w 9922116"/>
              <a:gd name="connsiteY2" fmla="*/ 94145 h 6858000"/>
              <a:gd name="connsiteX3" fmla="*/ 9922116 w 9922116"/>
              <a:gd name="connsiteY3" fmla="*/ 3429001 h 6858000"/>
              <a:gd name="connsiteX4" fmla="*/ 8633323 w 9922116"/>
              <a:gd name="connsiteY4" fmla="*/ 6763858 h 6858000"/>
              <a:gd name="connsiteX5" fmla="*/ 8543544 w 9922116"/>
              <a:gd name="connsiteY5" fmla="*/ 6858000 h 6858000"/>
              <a:gd name="connsiteX6" fmla="*/ 1378573 w 9922116"/>
              <a:gd name="connsiteY6" fmla="*/ 6858000 h 6858000"/>
              <a:gd name="connsiteX7" fmla="*/ 1288793 w 9922116"/>
              <a:gd name="connsiteY7" fmla="*/ 6763858 h 6858000"/>
              <a:gd name="connsiteX8" fmla="*/ 0 w 9922116"/>
              <a:gd name="connsiteY8" fmla="*/ 3429001 h 6858000"/>
              <a:gd name="connsiteX9" fmla="*/ 1288793 w 9922116"/>
              <a:gd name="connsiteY9" fmla="*/ 941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22116" h="6858000">
                <a:moveTo>
                  <a:pt x="1378575" y="0"/>
                </a:moveTo>
                <a:lnTo>
                  <a:pt x="8543542" y="0"/>
                </a:lnTo>
                <a:lnTo>
                  <a:pt x="8633323" y="94145"/>
                </a:lnTo>
                <a:cubicBezTo>
                  <a:pt x="9434072" y="974941"/>
                  <a:pt x="9922116" y="2144991"/>
                  <a:pt x="9922116" y="3429001"/>
                </a:cubicBezTo>
                <a:cubicBezTo>
                  <a:pt x="9922116" y="4713011"/>
                  <a:pt x="9434072" y="5883061"/>
                  <a:pt x="8633323" y="6763858"/>
                </a:cubicBezTo>
                <a:lnTo>
                  <a:pt x="8543544" y="6858000"/>
                </a:lnTo>
                <a:lnTo>
                  <a:pt x="1378573" y="6858000"/>
                </a:lnTo>
                <a:lnTo>
                  <a:pt x="1288793" y="6763858"/>
                </a:lnTo>
                <a:cubicBezTo>
                  <a:pt x="488044" y="5883061"/>
                  <a:pt x="0" y="4713011"/>
                  <a:pt x="0" y="3429001"/>
                </a:cubicBezTo>
                <a:cubicBezTo>
                  <a:pt x="0" y="2144991"/>
                  <a:pt x="488044" y="974941"/>
                  <a:pt x="1288793" y="94145"/>
                </a:cubicBezTo>
                <a:close/>
              </a:path>
            </a:pathLst>
          </a:cu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311147" y="365760"/>
            <a:ext cx="7569706" cy="1288238"/>
          </a:xfrm>
        </p:spPr>
        <p:txBody>
          <a:bodyPr anchor="ctr">
            <a:normAutofit/>
          </a:bodyPr>
          <a:lstStyle/>
          <a:p>
            <a:pPr algn="ctr"/>
            <a:r>
              <a:rPr lang="nb-NO"/>
              <a:t>Jobbrelevans</a:t>
            </a:r>
          </a:p>
        </p:txBody>
      </p:sp>
      <p:sp>
        <p:nvSpPr>
          <p:cNvPr id="3" name="Content Placeholder 2"/>
          <p:cNvSpPr>
            <a:spLocks noGrp="1"/>
          </p:cNvSpPr>
          <p:nvPr>
            <p:ph idx="1"/>
          </p:nvPr>
        </p:nvSpPr>
        <p:spPr>
          <a:xfrm>
            <a:off x="1535596" y="1956816"/>
            <a:ext cx="9728117" cy="4024884"/>
          </a:xfrm>
        </p:spPr>
        <p:txBody>
          <a:bodyPr anchor="t">
            <a:normAutofit fontScale="70000" lnSpcReduction="20000"/>
          </a:bodyPr>
          <a:lstStyle/>
          <a:p>
            <a:r>
              <a:rPr lang="nb-NO" sz="4100" dirty="0"/>
              <a:t>Kurset er svært relevant for jobb hos</a:t>
            </a:r>
          </a:p>
          <a:p>
            <a:pPr lvl="1"/>
            <a:r>
              <a:rPr lang="nb-NO" sz="4100" dirty="0"/>
              <a:t> De 4 store revisjonsselskapene</a:t>
            </a:r>
          </a:p>
          <a:p>
            <a:pPr lvl="1"/>
            <a:r>
              <a:rPr lang="nb-NO" sz="4100" dirty="0"/>
              <a:t>Konsulentselskaper</a:t>
            </a:r>
          </a:p>
          <a:p>
            <a:pPr lvl="1"/>
            <a:r>
              <a:rPr lang="nb-NO" sz="4100" dirty="0"/>
              <a:t>Finansdepartementet</a:t>
            </a:r>
          </a:p>
          <a:p>
            <a:pPr lvl="1"/>
            <a:r>
              <a:rPr lang="nb-NO" sz="4100" dirty="0"/>
              <a:t>Skattedirektoratet/Norges Bank</a:t>
            </a:r>
          </a:p>
          <a:p>
            <a:pPr lvl="1"/>
            <a:r>
              <a:rPr lang="nb-NO" sz="4100" dirty="0"/>
              <a:t>Finansielle institusjoner </a:t>
            </a:r>
          </a:p>
          <a:p>
            <a:endParaRPr lang="nb-NO" sz="4100" dirty="0"/>
          </a:p>
          <a:p>
            <a:r>
              <a:rPr lang="nb-NO" sz="4100" dirty="0"/>
              <a:t>Kurset har vist seg svært nyttig på jobbintervju og for de som har kommet ut i jobb fordi kurset gir institusjonell innsikt i hvordan norsk økonomi fungerer.</a:t>
            </a:r>
          </a:p>
          <a:p>
            <a:endParaRPr lang="nb-NO" sz="2400" dirty="0"/>
          </a:p>
        </p:txBody>
      </p:sp>
      <p:sp>
        <p:nvSpPr>
          <p:cNvPr id="4" name="Slide Number Placeholder 3"/>
          <p:cNvSpPr>
            <a:spLocks noGrp="1"/>
          </p:cNvSpPr>
          <p:nvPr>
            <p:ph type="sldNum" sz="quarter" idx="12"/>
          </p:nvPr>
        </p:nvSpPr>
        <p:spPr>
          <a:xfrm>
            <a:off x="11263713" y="6108192"/>
            <a:ext cx="548640" cy="548640"/>
          </a:xfrm>
          <a:prstGeom prst="ellipse">
            <a:avLst/>
          </a:prstGeom>
          <a:solidFill>
            <a:srgbClr val="808080"/>
          </a:solidFill>
        </p:spPr>
        <p:txBody>
          <a:bodyPr>
            <a:normAutofit/>
          </a:bodyPr>
          <a:lstStyle/>
          <a:p>
            <a:pPr algn="ctr">
              <a:spcAft>
                <a:spcPts val="600"/>
              </a:spcAft>
            </a:pPr>
            <a:fld id="{5A26F5E2-C103-4AFC-9829-414518DF0720}" type="slidenum">
              <a:rPr lang="nb-NO" sz="1500">
                <a:solidFill>
                  <a:srgbClr val="FFFFFF"/>
                </a:solidFill>
              </a:rPr>
              <a:pPr algn="ctr">
                <a:spcAft>
                  <a:spcPts val="600"/>
                </a:spcAft>
              </a:pPr>
              <a:t>4</a:t>
            </a:fld>
            <a:endParaRPr lang="nb-NO" sz="1500">
              <a:solidFill>
                <a:srgbClr val="FFFFFF"/>
              </a:solidFill>
            </a:endParaRPr>
          </a:p>
        </p:txBody>
      </p:sp>
    </p:spTree>
    <p:extLst>
      <p:ext uri="{BB962C8B-B14F-4D97-AF65-F5344CB8AC3E}">
        <p14:creationId xmlns:p14="http://schemas.microsoft.com/office/powerpoint/2010/main" val="12707684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28897"/>
    </mc:Choice>
    <mc:Fallback xmlns="">
      <p:transition spd="slow" advTm="28897"/>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6DF089AE-741C-4F32-A093-7B23EE874D91}"/>
              </a:ext>
            </a:extLst>
          </p:cNvPr>
          <p:cNvSpPr>
            <a:spLocks noGrp="1"/>
          </p:cNvSpPr>
          <p:nvPr>
            <p:ph type="title"/>
          </p:nvPr>
        </p:nvSpPr>
        <p:spPr>
          <a:xfrm>
            <a:off x="1179226" y="320231"/>
            <a:ext cx="9833548" cy="1325563"/>
          </a:xfrm>
        </p:spPr>
        <p:txBody>
          <a:bodyPr>
            <a:normAutofit/>
          </a:bodyPr>
          <a:lstStyle/>
          <a:p>
            <a:pPr algn="ctr"/>
            <a:r>
              <a:rPr lang="nb-NO" sz="4000" b="1">
                <a:solidFill>
                  <a:schemeClr val="tx2"/>
                </a:solidFill>
              </a:rPr>
              <a:t>Kurset har to bolker</a:t>
            </a:r>
            <a:endParaRPr lang="en-US" sz="4000" b="1">
              <a:solidFill>
                <a:schemeClr val="tx2"/>
              </a:solidFill>
            </a:endParaRPr>
          </a:p>
        </p:txBody>
      </p:sp>
      <p:graphicFrame>
        <p:nvGraphicFramePr>
          <p:cNvPr id="5" name="Plassholder for innhold 2">
            <a:extLst>
              <a:ext uri="{FF2B5EF4-FFF2-40B4-BE49-F238E27FC236}">
                <a16:creationId xmlns:a16="http://schemas.microsoft.com/office/drawing/2014/main" id="{CDFE2858-15F7-4C24-9BD9-2C5D7C15101B}"/>
              </a:ext>
            </a:extLst>
          </p:cNvPr>
          <p:cNvGraphicFramePr>
            <a:graphicFrameLocks noGrp="1"/>
          </p:cNvGraphicFramePr>
          <p:nvPr>
            <p:ph idx="1"/>
            <p:extLst>
              <p:ext uri="{D42A27DB-BD31-4B8C-83A1-F6EECF244321}">
                <p14:modId xmlns:p14="http://schemas.microsoft.com/office/powerpoint/2010/main" val="3178924614"/>
              </p:ext>
            </p:extLst>
          </p:nvPr>
        </p:nvGraphicFramePr>
        <p:xfrm>
          <a:off x="1036320" y="2899956"/>
          <a:ext cx="10119360" cy="31313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33935395"/>
      </p:ext>
    </p:extLst>
  </p:cSld>
  <p:clrMapOvr>
    <a:masterClrMapping/>
  </p:clrMapOvr>
  <mc:AlternateContent xmlns:mc="http://schemas.openxmlformats.org/markup-compatibility/2006" xmlns:p14="http://schemas.microsoft.com/office/powerpoint/2010/main">
    <mc:Choice Requires="p14">
      <p:transition spd="slow" p14:dur="2000" advTm="44124"/>
    </mc:Choice>
    <mc:Fallback xmlns="">
      <p:transition spd="slow" advTm="44124"/>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A9711-AD20-FFF6-68B1-BD754C6D3722}"/>
              </a:ext>
            </a:extLst>
          </p:cNvPr>
          <p:cNvSpPr>
            <a:spLocks noGrp="1"/>
          </p:cNvSpPr>
          <p:nvPr>
            <p:ph type="title"/>
          </p:nvPr>
        </p:nvSpPr>
        <p:spPr>
          <a:xfrm>
            <a:off x="838200" y="118941"/>
            <a:ext cx="10515600" cy="1325563"/>
          </a:xfrm>
        </p:spPr>
        <p:txBody>
          <a:bodyPr/>
          <a:lstStyle/>
          <a:p>
            <a:r>
              <a:rPr lang="nb-NO" b="1" dirty="0"/>
              <a:t>Om eksamen og kursgodkjenning</a:t>
            </a:r>
          </a:p>
        </p:txBody>
      </p:sp>
      <p:sp>
        <p:nvSpPr>
          <p:cNvPr id="3" name="Content Placeholder 2">
            <a:extLst>
              <a:ext uri="{FF2B5EF4-FFF2-40B4-BE49-F238E27FC236}">
                <a16:creationId xmlns:a16="http://schemas.microsoft.com/office/drawing/2014/main" id="{75C48667-BD81-134B-DBE2-3AD0ECC994A6}"/>
              </a:ext>
            </a:extLst>
          </p:cNvPr>
          <p:cNvSpPr>
            <a:spLocks noGrp="1"/>
          </p:cNvSpPr>
          <p:nvPr>
            <p:ph idx="1"/>
          </p:nvPr>
        </p:nvSpPr>
        <p:spPr>
          <a:xfrm>
            <a:off x="375137" y="1324708"/>
            <a:ext cx="11516751" cy="4852255"/>
          </a:xfrm>
        </p:spPr>
        <p:txBody>
          <a:bodyPr>
            <a:normAutofit/>
          </a:bodyPr>
          <a:lstStyle/>
          <a:p>
            <a:r>
              <a:rPr lang="nb-NO" sz="3200" dirty="0"/>
              <a:t>Kursgodkjenning skjer ved en multiple </a:t>
            </a:r>
            <a:r>
              <a:rPr lang="nb-NO" sz="3200" dirty="0" err="1"/>
              <a:t>choice</a:t>
            </a:r>
            <a:r>
              <a:rPr lang="nb-NO" sz="3200" dirty="0"/>
              <a:t> prøve hvor dere må ha rett på 17 av 20 spørsmål. </a:t>
            </a:r>
          </a:p>
          <a:p>
            <a:pPr lvl="1"/>
            <a:r>
              <a:rPr lang="nb-NO" sz="2800" dirty="0"/>
              <a:t>Tre forsøk og testen tas over en 3-4 ukers periode. </a:t>
            </a:r>
          </a:p>
          <a:p>
            <a:pPr lvl="1"/>
            <a:r>
              <a:rPr lang="nb-NO" sz="2800" dirty="0"/>
              <a:t>Dere kan samarbeide men må levere individuelt. </a:t>
            </a:r>
          </a:p>
          <a:p>
            <a:endParaRPr lang="nb-NO" sz="3200" dirty="0"/>
          </a:p>
          <a:p>
            <a:r>
              <a:rPr lang="nb-NO" sz="3200" dirty="0"/>
              <a:t>Siste frist for å ta testen samsvarer med siste frist for oppmelding til eksamen. De som glemmer testen får ikke nytt forsøk.</a:t>
            </a:r>
          </a:p>
          <a:p>
            <a:endParaRPr lang="nb-NO" sz="3200" dirty="0"/>
          </a:p>
          <a:p>
            <a:r>
              <a:rPr lang="nb-NO" sz="3200" dirty="0"/>
              <a:t>Eksamen er multiple </a:t>
            </a:r>
            <a:r>
              <a:rPr lang="nb-NO" sz="3200" dirty="0" err="1"/>
              <a:t>choice</a:t>
            </a:r>
            <a:r>
              <a:rPr lang="nb-NO" sz="3200" dirty="0"/>
              <a:t> i </a:t>
            </a:r>
            <a:r>
              <a:rPr lang="nb-NO" sz="3200" dirty="0" err="1"/>
              <a:t>Wiseflow</a:t>
            </a:r>
            <a:r>
              <a:rPr lang="nb-NO" sz="3200" dirty="0"/>
              <a:t> i klasserom på NHH.</a:t>
            </a:r>
          </a:p>
        </p:txBody>
      </p:sp>
    </p:spTree>
    <p:extLst>
      <p:ext uri="{BB962C8B-B14F-4D97-AF65-F5344CB8AC3E}">
        <p14:creationId xmlns:p14="http://schemas.microsoft.com/office/powerpoint/2010/main" val="401261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034C7-ECBE-487C-ECC4-FC3D612679C7}"/>
              </a:ext>
            </a:extLst>
          </p:cNvPr>
          <p:cNvSpPr>
            <a:spLocks noGrp="1"/>
          </p:cNvSpPr>
          <p:nvPr>
            <p:ph type="title"/>
          </p:nvPr>
        </p:nvSpPr>
        <p:spPr>
          <a:xfrm>
            <a:off x="838200" y="105150"/>
            <a:ext cx="10515600" cy="836146"/>
          </a:xfrm>
        </p:spPr>
        <p:txBody>
          <a:bodyPr>
            <a:normAutofit/>
          </a:bodyPr>
          <a:lstStyle/>
          <a:p>
            <a:r>
              <a:rPr lang="nb-NO" sz="3600" dirty="0">
                <a:latin typeface="+mn-lt"/>
              </a:rPr>
              <a:t>Forts. Om eksamen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CEDF70D-AA16-BA31-9F12-08390A96ECAC}"/>
                  </a:ext>
                </a:extLst>
              </p:cNvPr>
              <p:cNvSpPr>
                <a:spLocks noGrp="1"/>
              </p:cNvSpPr>
              <p:nvPr>
                <p:ph idx="1"/>
              </p:nvPr>
            </p:nvSpPr>
            <p:spPr>
              <a:xfrm>
                <a:off x="259976" y="1054249"/>
                <a:ext cx="11401314" cy="5507916"/>
              </a:xfrm>
            </p:spPr>
            <p:txBody>
              <a:bodyPr>
                <a:normAutofit lnSpcReduction="10000"/>
              </a:bodyPr>
              <a:lstStyle/>
              <a:p>
                <a:r>
                  <a:rPr lang="nb-NO" dirty="0"/>
                  <a:t>Vi er pålagt å lage eksamen slik at man ikke kan ha positiv forventet poengscore av å gjette. Derfor gis det minuspoeng for feil svar.</a:t>
                </a:r>
              </a:p>
              <a:p>
                <a:endParaRPr lang="nb-NO" dirty="0"/>
              </a:p>
              <a:p>
                <a:r>
                  <a:rPr lang="nb-NO" dirty="0"/>
                  <a:t>Er man usikker og ikke vil gjette kan man droppe å svare på spørsmål. </a:t>
                </a:r>
              </a:p>
              <a:p>
                <a:pPr lvl="1"/>
                <a:endParaRPr lang="nb-NO" dirty="0"/>
              </a:p>
              <a:p>
                <a:r>
                  <a:rPr lang="nb-NO" dirty="0"/>
                  <a:t>La R= rett svar og </a:t>
                </a:r>
                <a:r>
                  <a:rPr lang="nb-NO" dirty="0">
                    <a:solidFill>
                      <a:srgbClr val="FF0000"/>
                    </a:solidFill>
                  </a:rPr>
                  <a:t>F</a:t>
                </a:r>
                <a:r>
                  <a:rPr lang="nb-NO" dirty="0"/>
                  <a:t>= </a:t>
                </a:r>
                <a:r>
                  <a:rPr lang="nb-NO" dirty="0">
                    <a:solidFill>
                      <a:srgbClr val="FF0000"/>
                    </a:solidFill>
                  </a:rPr>
                  <a:t>feil svar</a:t>
                </a:r>
                <a:r>
                  <a:rPr lang="nb-NO" dirty="0"/>
                  <a:t>. Eksempel 4 svaralternativer: </a:t>
                </a:r>
              </a:p>
              <a:p>
                <a:endParaRPr lang="nb-NO" dirty="0"/>
              </a:p>
              <a:p>
                <a:pPr marL="0" indent="0" algn="ctr">
                  <a:buNone/>
                </a:pPr>
                <a:r>
                  <a:rPr lang="nb-NO" dirty="0"/>
                  <a:t> </a:t>
                </a:r>
                <a14:m>
                  <m:oMath xmlns:m="http://schemas.openxmlformats.org/officeDocument/2006/math">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r>
                          <a:rPr lang="en-US" i="1">
                            <a:latin typeface="Cambria Math" panose="02040503050406030204" pitchFamily="18" charset="0"/>
                          </a:rPr>
                          <m:t>𝐺𝑗𝑒𝑡𝑡𝑒</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den>
                    </m:f>
                    <m:r>
                      <a:rPr lang="en-US" b="0" i="1" smtClean="0">
                        <a:latin typeface="Cambria Math" panose="02040503050406030204" pitchFamily="18" charset="0"/>
                      </a:rPr>
                      <m:t>𝑅</m:t>
                    </m:r>
                    <m:r>
                      <a:rPr lang="en-US" b="0" i="1" smtClean="0">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3</m:t>
                        </m:r>
                      </m:num>
                      <m:den>
                        <m:r>
                          <a:rPr lang="en-US" i="1">
                            <a:latin typeface="Cambria Math" panose="02040503050406030204" pitchFamily="18" charset="0"/>
                          </a:rPr>
                          <m:t>4</m:t>
                        </m:r>
                      </m:den>
                    </m:f>
                    <m:r>
                      <a:rPr lang="en-US" b="0" i="1" smtClean="0">
                        <a:solidFill>
                          <a:srgbClr val="FF0000"/>
                        </a:solidFill>
                        <a:latin typeface="Cambria Math" panose="02040503050406030204" pitchFamily="18" charset="0"/>
                      </a:rPr>
                      <m:t>𝐹</m:t>
                    </m:r>
                    <m:r>
                      <a:rPr lang="en-US" b="0" i="1" smtClean="0">
                        <a:solidFill>
                          <a:schemeClr val="tx1"/>
                        </a:solidFill>
                        <a:latin typeface="Cambria Math" panose="02040503050406030204" pitchFamily="18" charset="0"/>
                      </a:rPr>
                      <m:t>=0</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𝐹</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3</m:t>
                        </m:r>
                      </m:den>
                    </m:f>
                    <m:r>
                      <a:rPr lang="en-US" b="0" i="1" smtClean="0">
                        <a:latin typeface="Cambria Math" panose="02040503050406030204" pitchFamily="18" charset="0"/>
                        <a:ea typeface="Cambria Math" panose="02040503050406030204" pitchFamily="18" charset="0"/>
                      </a:rPr>
                      <m:t>𝑅</m:t>
                    </m:r>
                    <m:r>
                      <a:rPr lang="en-US" b="0" i="1" smtClean="0">
                        <a:latin typeface="Cambria Math" panose="02040503050406030204" pitchFamily="18" charset="0"/>
                      </a:rPr>
                      <m:t> </m:t>
                    </m:r>
                  </m:oMath>
                </a14:m>
                <a:endParaRPr lang="en-US" b="0" dirty="0"/>
              </a:p>
              <a:p>
                <a:pPr lvl="1"/>
                <a:endParaRPr lang="en-US" dirty="0"/>
              </a:p>
              <a:p>
                <a:r>
                  <a:rPr lang="nb-NO" b="0" noProof="0" dirty="0"/>
                  <a:t>Hvis det gis 3 poeng for riktig svar må det gis -1 poeng for feil svar for at forventningen ved å gjette skal være null. </a:t>
                </a:r>
                <a:r>
                  <a:rPr lang="nb-NO" dirty="0"/>
                  <a:t>Gis det 6 poeng for riktig svar må det gis -2 poeng for feil svar for at forventningen er null.</a:t>
                </a:r>
                <a:endParaRPr lang="nb-NO" b="0" noProof="0" dirty="0"/>
              </a:p>
            </p:txBody>
          </p:sp>
        </mc:Choice>
        <mc:Fallback xmlns="">
          <p:sp>
            <p:nvSpPr>
              <p:cNvPr id="3" name="Content Placeholder 2">
                <a:extLst>
                  <a:ext uri="{FF2B5EF4-FFF2-40B4-BE49-F238E27FC236}">
                    <a16:creationId xmlns:a16="http://schemas.microsoft.com/office/drawing/2014/main" id="{6CEDF70D-AA16-BA31-9F12-08390A96ECAC}"/>
                  </a:ext>
                </a:extLst>
              </p:cNvPr>
              <p:cNvSpPr>
                <a:spLocks noGrp="1" noRot="1" noChangeAspect="1" noMove="1" noResize="1" noEditPoints="1" noAdjustHandles="1" noChangeArrowheads="1" noChangeShapeType="1" noTextEdit="1"/>
              </p:cNvSpPr>
              <p:nvPr>
                <p:ph idx="1"/>
              </p:nvPr>
            </p:nvSpPr>
            <p:spPr>
              <a:xfrm>
                <a:off x="259976" y="1054249"/>
                <a:ext cx="11401314" cy="5507916"/>
              </a:xfrm>
              <a:blipFill>
                <a:blip r:embed="rId2"/>
                <a:stretch>
                  <a:fillRect l="-963" t="-2547"/>
                </a:stretch>
              </a:blipFill>
            </p:spPr>
            <p:txBody>
              <a:bodyPr/>
              <a:lstStyle/>
              <a:p>
                <a:r>
                  <a:rPr lang="nb-NO">
                    <a:noFill/>
                  </a:rPr>
                  <a:t> </a:t>
                </a:r>
              </a:p>
            </p:txBody>
          </p:sp>
        </mc:Fallback>
      </mc:AlternateContent>
    </p:spTree>
    <p:extLst>
      <p:ext uri="{BB962C8B-B14F-4D97-AF65-F5344CB8AC3E}">
        <p14:creationId xmlns:p14="http://schemas.microsoft.com/office/powerpoint/2010/main" val="117585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A7F3793-E280-EC56-02DA-5EEDCC9A7DFA}"/>
              </a:ext>
            </a:extLst>
          </p:cNvPr>
          <p:cNvPicPr>
            <a:picLocks noChangeAspect="1"/>
          </p:cNvPicPr>
          <p:nvPr/>
        </p:nvPicPr>
        <p:blipFill>
          <a:blip r:embed="rId2"/>
          <a:stretch>
            <a:fillRect/>
          </a:stretch>
        </p:blipFill>
        <p:spPr>
          <a:xfrm>
            <a:off x="1771755" y="85060"/>
            <a:ext cx="8627962" cy="6703828"/>
          </a:xfrm>
          <a:prstGeom prst="rect">
            <a:avLst/>
          </a:prstGeom>
        </p:spPr>
      </p:pic>
    </p:spTree>
    <p:extLst>
      <p:ext uri="{BB962C8B-B14F-4D97-AF65-F5344CB8AC3E}">
        <p14:creationId xmlns:p14="http://schemas.microsoft.com/office/powerpoint/2010/main" val="15557263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93954-66AD-7C60-E383-7FCD4A697F4D}"/>
              </a:ext>
            </a:extLst>
          </p:cNvPr>
          <p:cNvSpPr>
            <a:spLocks noGrp="1"/>
          </p:cNvSpPr>
          <p:nvPr>
            <p:ph type="title"/>
          </p:nvPr>
        </p:nvSpPr>
        <p:spPr>
          <a:xfrm>
            <a:off x="838200" y="149465"/>
            <a:ext cx="10515600" cy="747683"/>
          </a:xfrm>
        </p:spPr>
        <p:txBody>
          <a:bodyPr>
            <a:normAutofit/>
          </a:bodyPr>
          <a:lstStyle/>
          <a:p>
            <a:r>
              <a:rPr lang="en-US" sz="3600"/>
              <a:t>Hva kan dere etter 5 år på NHH?</a:t>
            </a:r>
          </a:p>
        </p:txBody>
      </p:sp>
      <p:sp>
        <p:nvSpPr>
          <p:cNvPr id="3" name="Content Placeholder 2">
            <a:extLst>
              <a:ext uri="{FF2B5EF4-FFF2-40B4-BE49-F238E27FC236}">
                <a16:creationId xmlns:a16="http://schemas.microsoft.com/office/drawing/2014/main" id="{CDF8A3AC-2176-828E-933B-F3EC08EF8D3D}"/>
              </a:ext>
            </a:extLst>
          </p:cNvPr>
          <p:cNvSpPr>
            <a:spLocks noGrp="1"/>
          </p:cNvSpPr>
          <p:nvPr>
            <p:ph idx="1"/>
          </p:nvPr>
        </p:nvSpPr>
        <p:spPr>
          <a:xfrm>
            <a:off x="838200" y="1130060"/>
            <a:ext cx="10515600" cy="5046903"/>
          </a:xfrm>
        </p:spPr>
        <p:txBody>
          <a:bodyPr/>
          <a:lstStyle/>
          <a:p>
            <a:r>
              <a:rPr lang="nb-NO"/>
              <a:t>Vet dere hvordan man beregner skattepliktig utbytte for personlig aksjonær (og hva er personlig aksjonær?</a:t>
            </a:r>
          </a:p>
          <a:p>
            <a:pPr marL="0" indent="0">
              <a:buNone/>
            </a:pPr>
            <a:endParaRPr lang="nb-NO"/>
          </a:p>
          <a:p>
            <a:r>
              <a:rPr lang="nb-NO"/>
              <a:t>Hva er aksjonærmodellen og Fritaksmetoden? </a:t>
            </a:r>
          </a:p>
          <a:p>
            <a:pPr marL="0" indent="0">
              <a:buNone/>
            </a:pPr>
            <a:endParaRPr lang="nb-NO"/>
          </a:p>
          <a:p>
            <a:r>
              <a:rPr lang="nb-NO"/>
              <a:t>Hva skjer med skatten på utbytte når skatten på lønn går opp? </a:t>
            </a:r>
          </a:p>
          <a:p>
            <a:pPr marL="0" indent="0">
              <a:buNone/>
            </a:pPr>
            <a:endParaRPr lang="nb-NO"/>
          </a:p>
          <a:p>
            <a:r>
              <a:rPr lang="nb-NO"/>
              <a:t>Hva er trinnskatt? Og hvem betaler trinnskatt?</a:t>
            </a:r>
          </a:p>
          <a:p>
            <a:pPr marL="0" indent="0">
              <a:buNone/>
            </a:pPr>
            <a:endParaRPr lang="nb-NO"/>
          </a:p>
          <a:p>
            <a:pPr marL="0" indent="0">
              <a:buNone/>
            </a:pPr>
            <a:r>
              <a:rPr lang="nb-NO"/>
              <a:t>Svarene på slike spørsmål får dere i dette kurset</a:t>
            </a:r>
          </a:p>
          <a:p>
            <a:endParaRPr lang="en-US"/>
          </a:p>
        </p:txBody>
      </p:sp>
    </p:spTree>
    <p:extLst>
      <p:ext uri="{BB962C8B-B14F-4D97-AF65-F5344CB8AC3E}">
        <p14:creationId xmlns:p14="http://schemas.microsoft.com/office/powerpoint/2010/main" val="2725422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 calcmode="lin" valueType="num">
                                      <p:cBhvr additive="base">
                                        <p:cTn id="3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C2D8D-89FE-A96F-A507-CD092CAF7D77}"/>
              </a:ext>
            </a:extLst>
          </p:cNvPr>
          <p:cNvSpPr>
            <a:spLocks noGrp="1"/>
          </p:cNvSpPr>
          <p:nvPr>
            <p:ph type="title"/>
          </p:nvPr>
        </p:nvSpPr>
        <p:spPr>
          <a:xfrm>
            <a:off x="838200" y="365126"/>
            <a:ext cx="10515600" cy="825320"/>
          </a:xfrm>
        </p:spPr>
        <p:txBody>
          <a:bodyPr>
            <a:normAutofit/>
          </a:bodyPr>
          <a:lstStyle/>
          <a:p>
            <a:r>
              <a:rPr lang="en-US" sz="4000"/>
              <a:t>Lærepunkter</a:t>
            </a:r>
          </a:p>
        </p:txBody>
      </p:sp>
      <p:sp>
        <p:nvSpPr>
          <p:cNvPr id="3" name="Content Placeholder 2">
            <a:extLst>
              <a:ext uri="{FF2B5EF4-FFF2-40B4-BE49-F238E27FC236}">
                <a16:creationId xmlns:a16="http://schemas.microsoft.com/office/drawing/2014/main" id="{E88EF43D-5859-9251-8FD9-E5EF01D76F9D}"/>
              </a:ext>
            </a:extLst>
          </p:cNvPr>
          <p:cNvSpPr>
            <a:spLocks noGrp="1"/>
          </p:cNvSpPr>
          <p:nvPr>
            <p:ph idx="1"/>
          </p:nvPr>
        </p:nvSpPr>
        <p:spPr>
          <a:xfrm>
            <a:off x="838200" y="1302589"/>
            <a:ext cx="10515600" cy="4874374"/>
          </a:xfrm>
        </p:spPr>
        <p:txBody>
          <a:bodyPr/>
          <a:lstStyle/>
          <a:p>
            <a:r>
              <a:rPr lang="nb-NO"/>
              <a:t>Vi investerer der hvor avkastningen etter skatt</a:t>
            </a:r>
            <a:r>
              <a:rPr lang="nb-NO" b="1"/>
              <a:t> </a:t>
            </a:r>
            <a:r>
              <a:rPr lang="nb-NO"/>
              <a:t>er høyest</a:t>
            </a:r>
          </a:p>
          <a:p>
            <a:endParaRPr lang="nb-NO"/>
          </a:p>
          <a:p>
            <a:r>
              <a:rPr lang="nb-NO"/>
              <a:t>En investering, som gir høy avkastning etter skatt, kan ha </a:t>
            </a:r>
            <a:r>
              <a:rPr lang="nb-NO" i="1"/>
              <a:t>lav avkastning før skatt</a:t>
            </a:r>
            <a:r>
              <a:rPr lang="nb-NO"/>
              <a:t>. </a:t>
            </a:r>
            <a:endParaRPr lang="en-US"/>
          </a:p>
          <a:p>
            <a:endParaRPr lang="nb-NO"/>
          </a:p>
          <a:p>
            <a:r>
              <a:rPr lang="nb-NO"/>
              <a:t>Vi investere ikke til samfunnets beste som er å investere der avkastningen er høyest før skatt</a:t>
            </a:r>
          </a:p>
          <a:p>
            <a:endParaRPr lang="nb-NO"/>
          </a:p>
          <a:p>
            <a:r>
              <a:rPr lang="nb-NO"/>
              <a:t>Vi investerer for vårt eget beste!</a:t>
            </a:r>
          </a:p>
          <a:p>
            <a:pPr marL="0" indent="0">
              <a:buNone/>
            </a:pPr>
            <a:endParaRPr lang="nb-NO"/>
          </a:p>
        </p:txBody>
      </p:sp>
    </p:spTree>
    <p:extLst>
      <p:ext uri="{BB962C8B-B14F-4D97-AF65-F5344CB8AC3E}">
        <p14:creationId xmlns:p14="http://schemas.microsoft.com/office/powerpoint/2010/main" val="3115740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AA03EDC-7067-4DFF-B672-541D016AA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0EBF3E39-B0BE-496A-8604-9007470FFA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0" cy="6865473"/>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3D6C73CE-902C-4A63-4FB1-D93E3F2FA64F}"/>
              </a:ext>
            </a:extLst>
          </p:cNvPr>
          <p:cNvSpPr txBox="1"/>
          <p:nvPr/>
        </p:nvSpPr>
        <p:spPr>
          <a:xfrm>
            <a:off x="182880" y="342900"/>
            <a:ext cx="5692140" cy="5874871"/>
          </a:xfrm>
          <a:prstGeom prst="rect">
            <a:avLst/>
          </a:prstGeom>
        </p:spPr>
        <p:txBody>
          <a:bodyPr vert="horz" lIns="91440" tIns="45720" rIns="91440" bIns="45720" rtlCol="0" anchor="t">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endParaRPr kumimoji="0" lang="nb-NO" sz="3200" b="1" i="0" u="none" strike="noStrike" kern="1200" cap="none" spc="0" normalizeH="0" baseline="0" noProof="0" dirty="0">
              <a:ln>
                <a:noFill/>
              </a:ln>
              <a:solidFill>
                <a:srgbClr val="595959"/>
              </a:solidFill>
              <a:effectLst/>
              <a:uLnTx/>
              <a:uFillTx/>
              <a:latin typeface="Aptos" panose="02110004020202020204"/>
              <a:ea typeface="+mn-ea"/>
              <a:cs typeface="+mn-cs"/>
            </a:endParaRPr>
          </a:p>
          <a:p>
            <a:pPr marL="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nb-NO" sz="3200" b="1" i="0" u="none" strike="noStrike" kern="1200" cap="none" spc="0" normalizeH="0" baseline="0" noProof="0" dirty="0">
                <a:ln>
                  <a:noFill/>
                </a:ln>
                <a:solidFill>
                  <a:srgbClr val="595959"/>
                </a:solidFill>
                <a:effectLst/>
                <a:uLnTx/>
                <a:uFillTx/>
                <a:latin typeface="Aptos" panose="02110004020202020204"/>
                <a:ea typeface="+mn-ea"/>
                <a:cs typeface="+mn-cs"/>
              </a:rPr>
              <a:t>Lobbygrupper og politikere fremmer ofte synspunkter om skatt som er uriktige fordi de vil tekkes enkelte velgergrupper.</a:t>
            </a:r>
          </a:p>
          <a:p>
            <a:pPr marR="0" lvl="0" algn="l" defTabSz="914400" rtl="0" eaLnBrk="1" fontAlgn="auto" latinLnBrk="0" hangingPunct="1">
              <a:lnSpc>
                <a:spcPct val="90000"/>
              </a:lnSpc>
              <a:spcBef>
                <a:spcPts val="0"/>
              </a:spcBef>
              <a:spcAft>
                <a:spcPts val="600"/>
              </a:spcAft>
              <a:buClrTx/>
              <a:buSzTx/>
              <a:tabLst/>
              <a:defRPr/>
            </a:pPr>
            <a:endParaRPr kumimoji="0" lang="nb-NO" sz="3200" b="1" i="0" u="none" strike="noStrike" kern="1200" cap="none" spc="0" normalizeH="0" baseline="0" noProof="0" dirty="0">
              <a:ln>
                <a:noFill/>
              </a:ln>
              <a:solidFill>
                <a:srgbClr val="595959"/>
              </a:solidFill>
              <a:effectLst/>
              <a:uLnTx/>
              <a:uFillTx/>
              <a:latin typeface="Aptos" panose="02110004020202020204"/>
              <a:ea typeface="+mn-ea"/>
              <a:cs typeface="+mn-cs"/>
            </a:endParaRPr>
          </a:p>
          <a:p>
            <a:pPr marL="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nb-NO" sz="3200" b="1" i="0" u="none" strike="noStrike" kern="1200" cap="none" spc="0" normalizeH="0" baseline="0" noProof="0" dirty="0">
                <a:ln>
                  <a:noFill/>
                </a:ln>
                <a:solidFill>
                  <a:srgbClr val="595959"/>
                </a:solidFill>
                <a:effectLst/>
                <a:uLnTx/>
                <a:uFillTx/>
                <a:latin typeface="Aptos" panose="02110004020202020204"/>
                <a:ea typeface="+mn-ea"/>
                <a:cs typeface="+mn-cs"/>
              </a:rPr>
              <a:t>Vi skal lære hva som er fakta og hva økonomisk teori sier om skatt og virkningene av skatt</a:t>
            </a:r>
          </a:p>
          <a:p>
            <a:pPr marL="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US" sz="3200" b="0" i="0" u="none" strike="noStrike" kern="1200" cap="none" spc="0" normalizeH="0" baseline="0" noProof="0" dirty="0">
              <a:ln>
                <a:noFill/>
              </a:ln>
              <a:solidFill>
                <a:srgbClr val="595959"/>
              </a:solidFill>
              <a:effectLst/>
              <a:uLnTx/>
              <a:uFillTx/>
              <a:latin typeface="Aptos" panose="02110004020202020204"/>
              <a:ea typeface="+mn-ea"/>
              <a:cs typeface="+mn-cs"/>
            </a:endParaRPr>
          </a:p>
          <a:p>
            <a:pPr marL="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US" sz="3200" b="0" i="0" u="none" strike="noStrike" kern="1200" cap="none" spc="0" normalizeH="0" baseline="0" noProof="0" dirty="0">
              <a:ln>
                <a:noFill/>
              </a:ln>
              <a:solidFill>
                <a:srgbClr val="595959"/>
              </a:solidFill>
              <a:effectLst/>
              <a:uLnTx/>
              <a:uFillTx/>
              <a:latin typeface="Aptos" panose="02110004020202020204"/>
              <a:ea typeface="+mn-ea"/>
              <a:cs typeface="+mn-cs"/>
            </a:endParaRPr>
          </a:p>
          <a:p>
            <a:pPr marL="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rgbClr val="595959"/>
              </a:solidFill>
              <a:effectLst/>
              <a:uLnTx/>
              <a:uFillTx/>
              <a:latin typeface="Aptos" panose="02110004020202020204"/>
              <a:ea typeface="+mn-ea"/>
              <a:cs typeface="+mn-cs"/>
            </a:endParaRPr>
          </a:p>
        </p:txBody>
      </p:sp>
      <p:pic>
        <p:nvPicPr>
          <p:cNvPr id="3" name="Picture 2" descr="A red and white triangle sign with a black exclamation mark&#10;&#10;AI-generated content may be incorrect.">
            <a:extLst>
              <a:ext uri="{FF2B5EF4-FFF2-40B4-BE49-F238E27FC236}">
                <a16:creationId xmlns:a16="http://schemas.microsoft.com/office/drawing/2014/main" id="{3E81DF2C-7EC2-9C84-5F2F-12B0C236F416}"/>
              </a:ext>
            </a:extLst>
          </p:cNvPr>
          <p:cNvPicPr>
            <a:picLocks noChangeAspect="1"/>
          </p:cNvPicPr>
          <p:nvPr/>
        </p:nvPicPr>
        <p:blipFill>
          <a:blip r:embed="rId2"/>
          <a:stretch>
            <a:fillRect/>
          </a:stretch>
        </p:blipFill>
        <p:spPr>
          <a:xfrm>
            <a:off x="6745472" y="426469"/>
            <a:ext cx="4797056" cy="3274181"/>
          </a:xfrm>
          <a:prstGeom prst="rect">
            <a:avLst/>
          </a:prstGeom>
        </p:spPr>
      </p:pic>
      <p:sp>
        <p:nvSpPr>
          <p:cNvPr id="5" name="TextBox 4">
            <a:extLst>
              <a:ext uri="{FF2B5EF4-FFF2-40B4-BE49-F238E27FC236}">
                <a16:creationId xmlns:a16="http://schemas.microsoft.com/office/drawing/2014/main" id="{C6E140ED-BCFA-9EF7-AD1D-DC0E8E8C67D5}"/>
              </a:ext>
            </a:extLst>
          </p:cNvPr>
          <p:cNvSpPr txBox="1"/>
          <p:nvPr/>
        </p:nvSpPr>
        <p:spPr>
          <a:xfrm>
            <a:off x="6461760" y="3883529"/>
            <a:ext cx="5730240"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b-NO" sz="2400" b="0" i="0" u="none" strike="noStrike" kern="1200" cap="none" spc="0" normalizeH="0" baseline="0" noProof="0" dirty="0">
                <a:ln>
                  <a:noFill/>
                </a:ln>
                <a:solidFill>
                  <a:prstClr val="black"/>
                </a:solidFill>
                <a:effectLst/>
                <a:uLnTx/>
                <a:uFillTx/>
                <a:latin typeface="Aptos" panose="02110004020202020204"/>
                <a:ea typeface="+mn-ea"/>
                <a:cs typeface="+mn-cs"/>
              </a:rPr>
              <a:t>HVILKE MENINGER VI HAR OM SKATTER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b-NO" sz="2400" b="0" i="0" u="none" strike="noStrike" kern="1200" cap="none" spc="0" normalizeH="0" baseline="0" noProof="0" dirty="0">
                <a:ln>
                  <a:noFill/>
                </a:ln>
                <a:solidFill>
                  <a:prstClr val="black"/>
                </a:solidFill>
                <a:effectLst/>
                <a:uLnTx/>
                <a:uFillTx/>
                <a:latin typeface="Aptos" panose="02110004020202020204"/>
                <a:ea typeface="+mn-ea"/>
                <a:cs typeface="+mn-cs"/>
              </a:rPr>
              <a:t>ER OFTE FARGET AV POLITISKE OPPFATNINGER SNARERE ENN FAG</a:t>
            </a:r>
          </a:p>
        </p:txBody>
      </p:sp>
      <p:sp>
        <p:nvSpPr>
          <p:cNvPr id="2" name="Slide Number Placeholder 1">
            <a:extLst>
              <a:ext uri="{FF2B5EF4-FFF2-40B4-BE49-F238E27FC236}">
                <a16:creationId xmlns:a16="http://schemas.microsoft.com/office/drawing/2014/main" id="{DE77B614-BDC2-E9C0-A724-85E6B3E4BC0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804DD7-8F05-44CF-B2BD-836547C761A8}" type="slidenum">
              <a:rPr kumimoji="0" lang="nb-NO"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nb-NO"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23631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21FB1-D763-6160-08CE-D3C08CDDDD28}"/>
              </a:ext>
            </a:extLst>
          </p:cNvPr>
          <p:cNvSpPr>
            <a:spLocks noGrp="1"/>
          </p:cNvSpPr>
          <p:nvPr>
            <p:ph type="title"/>
          </p:nvPr>
        </p:nvSpPr>
        <p:spPr>
          <a:xfrm>
            <a:off x="838200" y="226031"/>
            <a:ext cx="10515600" cy="455006"/>
          </a:xfrm>
        </p:spPr>
        <p:txBody>
          <a:bodyPr>
            <a:normAutofit fontScale="90000"/>
          </a:bodyPr>
          <a:lstStyle/>
          <a:p>
            <a:r>
              <a:rPr lang="nb-NO" sz="3200" dirty="0"/>
              <a:t>Et eksempel: </a:t>
            </a:r>
            <a:r>
              <a:rPr lang="nb-NO" sz="3200" b="1" dirty="0"/>
              <a:t>Innovasjon Norge</a:t>
            </a:r>
          </a:p>
        </p:txBody>
      </p:sp>
      <p:sp>
        <p:nvSpPr>
          <p:cNvPr id="3" name="Content Placeholder 2">
            <a:extLst>
              <a:ext uri="{FF2B5EF4-FFF2-40B4-BE49-F238E27FC236}">
                <a16:creationId xmlns:a16="http://schemas.microsoft.com/office/drawing/2014/main" id="{829CB19F-B4EF-9F79-8087-3D4F8CEB6866}"/>
              </a:ext>
            </a:extLst>
          </p:cNvPr>
          <p:cNvSpPr>
            <a:spLocks noGrp="1"/>
          </p:cNvSpPr>
          <p:nvPr>
            <p:ph idx="1"/>
          </p:nvPr>
        </p:nvSpPr>
        <p:spPr>
          <a:xfrm>
            <a:off x="838200" y="895546"/>
            <a:ext cx="10515600" cy="5281417"/>
          </a:xfrm>
        </p:spPr>
        <p:txBody>
          <a:bodyPr>
            <a:normAutofit fontScale="92500" lnSpcReduction="20000"/>
          </a:bodyPr>
          <a:lstStyle/>
          <a:p>
            <a:r>
              <a:rPr lang="nb-NO" b="1" dirty="0"/>
              <a:t>Innovasjon Norge </a:t>
            </a:r>
            <a:r>
              <a:rPr lang="nb-NO" dirty="0"/>
              <a:t>gav støtte til næringslivet på nesten 11 milliarder kroner i 2024. </a:t>
            </a:r>
          </a:p>
          <a:p>
            <a:endParaRPr lang="nb-NO" dirty="0"/>
          </a:p>
          <a:p>
            <a:r>
              <a:rPr lang="nb-NO" b="1" dirty="0"/>
              <a:t>Innovasjon Norge </a:t>
            </a:r>
            <a:r>
              <a:rPr lang="nb-NO" dirty="0"/>
              <a:t>har betydelige lønnskostnader (ca. 761 ansatte 2024) og driftsutgifter for sine kontorer, anslagsvis flere milliarder</a:t>
            </a:r>
          </a:p>
          <a:p>
            <a:endParaRPr lang="nb-NO" dirty="0"/>
          </a:p>
          <a:p>
            <a:r>
              <a:rPr lang="nb-NO" dirty="0"/>
              <a:t>Noen mener </a:t>
            </a:r>
            <a:r>
              <a:rPr lang="nb-NO" b="1" dirty="0"/>
              <a:t>Innovasjon Norge</a:t>
            </a:r>
            <a:r>
              <a:rPr lang="nb-NO" dirty="0"/>
              <a:t> er sløsing av statlige midler (bedre å kutte skattene) </a:t>
            </a:r>
          </a:p>
          <a:p>
            <a:endParaRPr lang="nb-NO" dirty="0"/>
          </a:p>
          <a:p>
            <a:r>
              <a:rPr lang="nb-NO" dirty="0"/>
              <a:t>Andre mener at fordi det er markedssvikt i kapitalmarkedet trenger vi </a:t>
            </a:r>
            <a:r>
              <a:rPr lang="nb-NO" b="1" dirty="0"/>
              <a:t>Innovasjon Norge</a:t>
            </a:r>
            <a:r>
              <a:rPr lang="nb-NO" dirty="0"/>
              <a:t>.</a:t>
            </a:r>
          </a:p>
          <a:p>
            <a:endParaRPr lang="nb-NO" dirty="0"/>
          </a:p>
          <a:p>
            <a:r>
              <a:rPr lang="nb-NO" dirty="0"/>
              <a:t>Hvordan vet vi at Innovasjon Norge er bedre enn bankene til å vurdere prosjekter og hvordan vet vi at det er markedssvikt? </a:t>
            </a:r>
          </a:p>
        </p:txBody>
      </p:sp>
      <p:sp>
        <p:nvSpPr>
          <p:cNvPr id="4" name="Slide Number Placeholder 3">
            <a:extLst>
              <a:ext uri="{FF2B5EF4-FFF2-40B4-BE49-F238E27FC236}">
                <a16:creationId xmlns:a16="http://schemas.microsoft.com/office/drawing/2014/main" id="{0340F52F-320E-1DF4-F284-B5F7E9B24CB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804DD7-8F05-44CF-B2BD-836547C761A8}" type="slidenum">
              <a:rPr kumimoji="0" lang="nb-NO"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nb-NO"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79409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EA98-6B02-08AA-C55E-C187E02E4322}"/>
              </a:ext>
            </a:extLst>
          </p:cNvPr>
          <p:cNvSpPr>
            <a:spLocks noGrp="1"/>
          </p:cNvSpPr>
          <p:nvPr>
            <p:ph type="title"/>
          </p:nvPr>
        </p:nvSpPr>
        <p:spPr>
          <a:xfrm>
            <a:off x="838200" y="173325"/>
            <a:ext cx="10515600" cy="649028"/>
          </a:xfrm>
        </p:spPr>
        <p:txBody>
          <a:bodyPr>
            <a:noAutofit/>
          </a:bodyPr>
          <a:lstStyle/>
          <a:p>
            <a:r>
              <a:rPr lang="nb-NO" sz="3200" b="1" dirty="0"/>
              <a:t>La oss se på to påstander fremsatt ofte fremsatt i politikken</a:t>
            </a:r>
          </a:p>
        </p:txBody>
      </p:sp>
      <p:sp>
        <p:nvSpPr>
          <p:cNvPr id="3" name="Content Placeholder 2">
            <a:extLst>
              <a:ext uri="{FF2B5EF4-FFF2-40B4-BE49-F238E27FC236}">
                <a16:creationId xmlns:a16="http://schemas.microsoft.com/office/drawing/2014/main" id="{2818BB7D-9658-ECF4-CFED-128067E76600}"/>
              </a:ext>
            </a:extLst>
          </p:cNvPr>
          <p:cNvSpPr>
            <a:spLocks noGrp="1"/>
          </p:cNvSpPr>
          <p:nvPr>
            <p:ph idx="1"/>
          </p:nvPr>
        </p:nvSpPr>
        <p:spPr>
          <a:xfrm>
            <a:off x="532015" y="1088967"/>
            <a:ext cx="10821785" cy="5087996"/>
          </a:xfrm>
        </p:spPr>
        <p:txBody>
          <a:bodyPr>
            <a:normAutofit/>
          </a:bodyPr>
          <a:lstStyle/>
          <a:p>
            <a:pPr marL="0" indent="0">
              <a:buNone/>
            </a:pPr>
            <a:r>
              <a:rPr lang="nb-NO" sz="3600" b="1" dirty="0"/>
              <a:t>Påstand 1:</a:t>
            </a:r>
            <a:r>
              <a:rPr lang="nb-NO" sz="3600" dirty="0"/>
              <a:t> Skattesystemet er progressivt dersom de rike betaler mer av den totale skatteinntekten enn de fattige.</a:t>
            </a:r>
          </a:p>
          <a:p>
            <a:pPr marL="457200" lvl="1" indent="0">
              <a:buNone/>
            </a:pPr>
            <a:endParaRPr lang="nb-NO" sz="3200" dirty="0"/>
          </a:p>
          <a:p>
            <a:pPr marL="0" indent="0">
              <a:buNone/>
            </a:pPr>
            <a:r>
              <a:rPr lang="nb-NO" sz="3600" b="1" dirty="0"/>
              <a:t>Påstand 2: </a:t>
            </a:r>
            <a:r>
              <a:rPr lang="nb-NO" sz="3600" dirty="0"/>
              <a:t>Aksjonærer eier ikke bedriftens overskudd før det er utbetalt til personlige eiere i form av utbytte. </a:t>
            </a:r>
          </a:p>
          <a:p>
            <a:pPr marL="0" indent="0">
              <a:buNone/>
            </a:pPr>
            <a:endParaRPr lang="nb-NO" sz="3600" dirty="0"/>
          </a:p>
          <a:p>
            <a:pPr marL="0" indent="0">
              <a:buNone/>
            </a:pPr>
            <a:r>
              <a:rPr lang="nb-NO" sz="3600" dirty="0"/>
              <a:t>Er disse påstandene riktige ?</a:t>
            </a:r>
          </a:p>
          <a:p>
            <a:endParaRPr lang="nb-NO" sz="3600" dirty="0"/>
          </a:p>
          <a:p>
            <a:endParaRPr lang="nb-NO" dirty="0"/>
          </a:p>
        </p:txBody>
      </p:sp>
      <p:sp>
        <p:nvSpPr>
          <p:cNvPr id="4" name="Slide Number Placeholder 3">
            <a:extLst>
              <a:ext uri="{FF2B5EF4-FFF2-40B4-BE49-F238E27FC236}">
                <a16:creationId xmlns:a16="http://schemas.microsoft.com/office/drawing/2014/main" id="{4301FC9F-DFFF-B2D1-89A8-2DEB2C9D6C1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804DD7-8F05-44CF-B2BD-836547C761A8}" type="slidenum">
              <a:rPr kumimoji="0" lang="nb-NO"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nb-NO"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65498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E088A-7851-3E77-6DB8-CF3E34BAC39E}"/>
              </a:ext>
            </a:extLst>
          </p:cNvPr>
          <p:cNvSpPr>
            <a:spLocks noGrp="1"/>
          </p:cNvSpPr>
          <p:nvPr>
            <p:ph type="title"/>
          </p:nvPr>
        </p:nvSpPr>
        <p:spPr>
          <a:xfrm>
            <a:off x="448887" y="18255"/>
            <a:ext cx="11529753" cy="1325563"/>
          </a:xfrm>
        </p:spPr>
        <p:txBody>
          <a:bodyPr>
            <a:noAutofit/>
          </a:bodyPr>
          <a:lstStyle/>
          <a:p>
            <a:r>
              <a:rPr lang="nb-NO" sz="3600" b="1" dirty="0">
                <a:solidFill>
                  <a:srgbClr val="FF0000"/>
                </a:solidFill>
              </a:rPr>
              <a:t>Påstand 1: skattesystemet er progressivt dersom de rike betaler mer av den totale skatteinntekten enn de fattige</a:t>
            </a:r>
          </a:p>
        </p:txBody>
      </p:sp>
      <p:sp>
        <p:nvSpPr>
          <p:cNvPr id="3" name="Content Placeholder 2">
            <a:extLst>
              <a:ext uri="{FF2B5EF4-FFF2-40B4-BE49-F238E27FC236}">
                <a16:creationId xmlns:a16="http://schemas.microsoft.com/office/drawing/2014/main" id="{31FE8D2F-0F0D-8AFC-71F9-133307515F03}"/>
              </a:ext>
            </a:extLst>
          </p:cNvPr>
          <p:cNvSpPr>
            <a:spLocks noGrp="1"/>
          </p:cNvSpPr>
          <p:nvPr>
            <p:ph idx="1"/>
          </p:nvPr>
        </p:nvSpPr>
        <p:spPr>
          <a:xfrm>
            <a:off x="299258" y="1404851"/>
            <a:ext cx="11529753" cy="5121247"/>
          </a:xfrm>
        </p:spPr>
        <p:txBody>
          <a:bodyPr>
            <a:normAutofit fontScale="92500" lnSpcReduction="20000"/>
          </a:bodyPr>
          <a:lstStyle/>
          <a:p>
            <a:r>
              <a:rPr lang="nb-NO" sz="3500" b="1" dirty="0"/>
              <a:t>Definisjon av progressivitet : </a:t>
            </a:r>
            <a:r>
              <a:rPr lang="nb-NO" sz="3500" i="1" dirty="0"/>
              <a:t>Et skattesystem er progressivt dersom andelen av inntekten man betaler i skatt, øker med inntekten.</a:t>
            </a:r>
          </a:p>
          <a:p>
            <a:pPr marL="0" indent="0">
              <a:buNone/>
            </a:pPr>
            <a:r>
              <a:rPr lang="nb-NO" sz="3500" dirty="0"/>
              <a:t> </a:t>
            </a:r>
          </a:p>
          <a:p>
            <a:r>
              <a:rPr lang="nb-NO" sz="3500" dirty="0"/>
              <a:t>Pia tjener kr 1000 og Nico tjener kr 5000. </a:t>
            </a:r>
          </a:p>
          <a:p>
            <a:pPr lvl="1"/>
            <a:r>
              <a:rPr lang="nb-NO" sz="3100" dirty="0"/>
              <a:t>De betaler begge 25% skatt av inntekten. </a:t>
            </a:r>
          </a:p>
          <a:p>
            <a:pPr lvl="1"/>
            <a:r>
              <a:rPr lang="nb-NO" sz="3100" dirty="0"/>
              <a:t>Nico betaler 5 ganger så mye i skatt </a:t>
            </a:r>
          </a:p>
          <a:p>
            <a:pPr lvl="1"/>
            <a:r>
              <a:rPr lang="nb-NO" sz="3100" dirty="0"/>
              <a:t>Er skattesystemet derfor progressivt (jf. Påstand 1 over)</a:t>
            </a:r>
          </a:p>
          <a:p>
            <a:endParaRPr lang="nb-NO" sz="3500" dirty="0"/>
          </a:p>
          <a:p>
            <a:r>
              <a:rPr lang="nb-NO" sz="3500" dirty="0"/>
              <a:t>Nico betaler </a:t>
            </a:r>
            <a:r>
              <a:rPr lang="nb-NO" sz="3500" i="1" dirty="0"/>
              <a:t>ikke mer skatt</a:t>
            </a:r>
            <a:r>
              <a:rPr lang="nb-NO" sz="3500" dirty="0"/>
              <a:t> enn Pia i prosent av inntekten selv om han tjener fem ganger så mye. Skattesystemet </a:t>
            </a:r>
            <a:r>
              <a:rPr lang="nb-NO" sz="3500" i="1" u="sng" dirty="0"/>
              <a:t>er derfor ikke progressivt</a:t>
            </a:r>
            <a:r>
              <a:rPr lang="nb-NO" sz="3500" dirty="0"/>
              <a:t>. </a:t>
            </a:r>
          </a:p>
          <a:p>
            <a:endParaRPr lang="nb-NO" sz="3200" dirty="0"/>
          </a:p>
        </p:txBody>
      </p:sp>
      <p:sp>
        <p:nvSpPr>
          <p:cNvPr id="4" name="Slide Number Placeholder 3">
            <a:extLst>
              <a:ext uri="{FF2B5EF4-FFF2-40B4-BE49-F238E27FC236}">
                <a16:creationId xmlns:a16="http://schemas.microsoft.com/office/drawing/2014/main" id="{C44F01D0-0D57-376F-793B-ACB69767320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804DD7-8F05-44CF-B2BD-836547C761A8}" type="slidenum">
              <a:rPr kumimoji="0" lang="nb-NO"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nb-NO"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8969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11D6D-9F99-542D-7209-D9E8EEE394F9}"/>
              </a:ext>
            </a:extLst>
          </p:cNvPr>
          <p:cNvSpPr>
            <a:spLocks noGrp="1"/>
          </p:cNvSpPr>
          <p:nvPr>
            <p:ph type="title"/>
          </p:nvPr>
        </p:nvSpPr>
        <p:spPr>
          <a:xfrm>
            <a:off x="473825" y="82492"/>
            <a:ext cx="11321935" cy="865159"/>
          </a:xfrm>
        </p:spPr>
        <p:txBody>
          <a:bodyPr>
            <a:normAutofit/>
          </a:bodyPr>
          <a:lstStyle/>
          <a:p>
            <a:r>
              <a:rPr lang="nb-NO" sz="3600" b="1" dirty="0">
                <a:solidFill>
                  <a:srgbClr val="FF0000"/>
                </a:solidFill>
              </a:rPr>
              <a:t>Påstand 2: Aksjonærer eier ikke bedriftens overskudd</a:t>
            </a:r>
          </a:p>
        </p:txBody>
      </p:sp>
      <p:sp>
        <p:nvSpPr>
          <p:cNvPr id="3" name="Content Placeholder 2">
            <a:extLst>
              <a:ext uri="{FF2B5EF4-FFF2-40B4-BE49-F238E27FC236}">
                <a16:creationId xmlns:a16="http://schemas.microsoft.com/office/drawing/2014/main" id="{E59A9A17-45EF-31BD-D766-34CA8ACA82CA}"/>
              </a:ext>
            </a:extLst>
          </p:cNvPr>
          <p:cNvSpPr>
            <a:spLocks noGrp="1"/>
          </p:cNvSpPr>
          <p:nvPr>
            <p:ph idx="1"/>
          </p:nvPr>
        </p:nvSpPr>
        <p:spPr>
          <a:xfrm>
            <a:off x="232757" y="1055716"/>
            <a:ext cx="11845636" cy="5802284"/>
          </a:xfrm>
        </p:spPr>
        <p:txBody>
          <a:bodyPr>
            <a:normAutofit/>
          </a:bodyPr>
          <a:lstStyle/>
          <a:p>
            <a:r>
              <a:rPr lang="nb-NO" dirty="0"/>
              <a:t>En mulig tolkning er at aksjonærer mangler råderett over selskapets overskudd (de bestemmer ikke når/hvor mye som skal utbetales i utbytte).</a:t>
            </a:r>
          </a:p>
          <a:p>
            <a:endParaRPr lang="nb-NO" dirty="0"/>
          </a:p>
          <a:p>
            <a:r>
              <a:rPr lang="nb-NO" dirty="0"/>
              <a:t>Men tilbakeholdt overskudd gjenspeiles i verdsettingen av selskapet og dermed verdien til aksjene i en markedsøkonomi.</a:t>
            </a:r>
          </a:p>
          <a:p>
            <a:endParaRPr lang="nb-NO" dirty="0"/>
          </a:p>
          <a:p>
            <a:r>
              <a:rPr lang="nb-NO" dirty="0"/>
              <a:t>Og alle aksjonærer kan realisere eventuelle tilbakeholdte overskudd ved å selge noen av sine aksjer (som har steget i verdi i en markedsøkonomi). </a:t>
            </a:r>
          </a:p>
          <a:p>
            <a:pPr marL="0" indent="0">
              <a:buNone/>
            </a:pPr>
            <a:endParaRPr lang="nb-NO" dirty="0"/>
          </a:p>
          <a:p>
            <a:r>
              <a:rPr lang="nb-NO" dirty="0"/>
              <a:t>Hvis vi er enige med påstand 2 tror vi </a:t>
            </a:r>
            <a:r>
              <a:rPr lang="nb-NO" i="1" dirty="0"/>
              <a:t>ikke på markedsmekanismen!</a:t>
            </a:r>
          </a:p>
          <a:p>
            <a:endParaRPr lang="nb-NO" dirty="0"/>
          </a:p>
          <a:p>
            <a:endParaRPr lang="nb-NO" dirty="0"/>
          </a:p>
        </p:txBody>
      </p:sp>
      <p:sp>
        <p:nvSpPr>
          <p:cNvPr id="4" name="Slide Number Placeholder 3">
            <a:extLst>
              <a:ext uri="{FF2B5EF4-FFF2-40B4-BE49-F238E27FC236}">
                <a16:creationId xmlns:a16="http://schemas.microsoft.com/office/drawing/2014/main" id="{31D1C8EF-B536-3AAD-E424-B3CA18B1EAD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804DD7-8F05-44CF-B2BD-836547C761A8}" type="slidenum">
              <a:rPr kumimoji="0" lang="nb-NO"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nb-NO"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625057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42ACD-4A14-D95B-DF46-25FDF497F6BB}"/>
              </a:ext>
            </a:extLst>
          </p:cNvPr>
          <p:cNvSpPr>
            <a:spLocks noGrp="1"/>
          </p:cNvSpPr>
          <p:nvPr>
            <p:ph type="title"/>
          </p:nvPr>
        </p:nvSpPr>
        <p:spPr>
          <a:xfrm>
            <a:off x="838200" y="115744"/>
            <a:ext cx="10515600" cy="748780"/>
          </a:xfrm>
        </p:spPr>
        <p:txBody>
          <a:bodyPr>
            <a:normAutofit fontScale="90000"/>
          </a:bodyPr>
          <a:lstStyle/>
          <a:p>
            <a:r>
              <a:rPr lang="nb-NO" dirty="0"/>
              <a:t>Påstand 1 og 2 er knyttet til økonomisk ulikhet.</a:t>
            </a:r>
          </a:p>
        </p:txBody>
      </p:sp>
      <p:sp>
        <p:nvSpPr>
          <p:cNvPr id="3" name="Content Placeholder 2">
            <a:extLst>
              <a:ext uri="{FF2B5EF4-FFF2-40B4-BE49-F238E27FC236}">
                <a16:creationId xmlns:a16="http://schemas.microsoft.com/office/drawing/2014/main" id="{36D7B51A-932F-5294-1E20-E214770A2DD0}"/>
              </a:ext>
            </a:extLst>
          </p:cNvPr>
          <p:cNvSpPr>
            <a:spLocks noGrp="1"/>
          </p:cNvSpPr>
          <p:nvPr>
            <p:ph idx="1"/>
          </p:nvPr>
        </p:nvSpPr>
        <p:spPr>
          <a:xfrm>
            <a:off x="520505" y="1163782"/>
            <a:ext cx="11366695" cy="5104621"/>
          </a:xfrm>
        </p:spPr>
        <p:txBody>
          <a:bodyPr/>
          <a:lstStyle/>
          <a:p>
            <a:r>
              <a:rPr lang="nb-NO" sz="3200" dirty="0"/>
              <a:t>Et sentralt prinsipp i norsk skatte- og velferdspolitikk er at de som har </a:t>
            </a:r>
            <a:r>
              <a:rPr lang="nb-NO" sz="3200" b="1" dirty="0"/>
              <a:t>størst økonomisk evne </a:t>
            </a:r>
            <a:r>
              <a:rPr lang="nb-NO" sz="3200" dirty="0"/>
              <a:t>betaler mest skatt (evneprinsippet jf. progressivitet)</a:t>
            </a:r>
          </a:p>
          <a:p>
            <a:endParaRPr lang="nb-NO" sz="3200" dirty="0"/>
          </a:p>
          <a:p>
            <a:r>
              <a:rPr lang="nb-NO" sz="3200" dirty="0"/>
              <a:t>Hvor mye økonomisk ulikhet vi er villige til å akseptere er dypest sett et ideologisk – politisk – spørsmål.</a:t>
            </a:r>
          </a:p>
          <a:p>
            <a:endParaRPr lang="nb-NO" sz="3200" dirty="0"/>
          </a:p>
          <a:p>
            <a:r>
              <a:rPr lang="nb-NO" sz="3200" dirty="0"/>
              <a:t>Men man kan ikke ha egne fakta om statistikk og definisjoner.</a:t>
            </a:r>
          </a:p>
          <a:p>
            <a:endParaRPr lang="nb-NO" dirty="0"/>
          </a:p>
          <a:p>
            <a:endParaRPr lang="nb-NO" dirty="0"/>
          </a:p>
          <a:p>
            <a:endParaRPr lang="nb-NO" dirty="0"/>
          </a:p>
        </p:txBody>
      </p:sp>
      <p:sp>
        <p:nvSpPr>
          <p:cNvPr id="4" name="Slide Number Placeholder 3">
            <a:extLst>
              <a:ext uri="{FF2B5EF4-FFF2-40B4-BE49-F238E27FC236}">
                <a16:creationId xmlns:a16="http://schemas.microsoft.com/office/drawing/2014/main" id="{725F072E-AC42-31F8-DB97-AB45DFEFA7B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804DD7-8F05-44CF-B2BD-836547C761A8}" type="slidenum">
              <a:rPr kumimoji="0" lang="nb-NO"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nb-NO"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555842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82B7B-EF84-D153-9BB1-AD5B39CA00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75A5D3-7A5B-0E5A-80E5-6064660794F2}"/>
              </a:ext>
            </a:extLst>
          </p:cNvPr>
          <p:cNvSpPr>
            <a:spLocks noGrp="1"/>
          </p:cNvSpPr>
          <p:nvPr>
            <p:ph type="title"/>
          </p:nvPr>
        </p:nvSpPr>
        <p:spPr>
          <a:xfrm>
            <a:off x="838200" y="115744"/>
            <a:ext cx="10515600" cy="748780"/>
          </a:xfrm>
        </p:spPr>
        <p:txBody>
          <a:bodyPr>
            <a:normAutofit fontScale="90000"/>
          </a:bodyPr>
          <a:lstStyle/>
          <a:p>
            <a:r>
              <a:rPr lang="nb-NO" dirty="0"/>
              <a:t>Påstand 2 er knyttet til begrepet effektiv skattesats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C14EFB-284E-5DD4-AFE5-8A51E57AF96D}"/>
                  </a:ext>
                </a:extLst>
              </p:cNvPr>
              <p:cNvSpPr>
                <a:spLocks noGrp="1"/>
              </p:cNvSpPr>
              <p:nvPr>
                <p:ph idx="1"/>
              </p:nvPr>
            </p:nvSpPr>
            <p:spPr>
              <a:xfrm>
                <a:off x="838200" y="1271847"/>
                <a:ext cx="11065625" cy="5104621"/>
              </a:xfrm>
            </p:spPr>
            <p:txBody>
              <a:bodyPr>
                <a:normAutofit lnSpcReduction="10000"/>
              </a:bodyPr>
              <a:lstStyle/>
              <a:p>
                <a:r>
                  <a:rPr lang="nb-NO" sz="3000" dirty="0"/>
                  <a:t>Effektiv skattesats er: </a:t>
                </a:r>
                <a14:m>
                  <m:oMath xmlns:m="http://schemas.openxmlformats.org/officeDocument/2006/math">
                    <m:f>
                      <m:fPr>
                        <m:ctrlPr>
                          <a:rPr lang="nb-NO" sz="3000" i="1" smtClean="0">
                            <a:latin typeface="Cambria Math" panose="02040503050406030204" pitchFamily="18" charset="0"/>
                          </a:rPr>
                        </m:ctrlPr>
                      </m:fPr>
                      <m:num>
                        <m:r>
                          <a:rPr lang="en-US" sz="3000" b="0" i="1" smtClean="0">
                            <a:latin typeface="Cambria Math" panose="02040503050406030204" pitchFamily="18" charset="0"/>
                          </a:rPr>
                          <m:t>𝐵𝑒𝑡𝑎𝑙𝑡</m:t>
                        </m:r>
                        <m:r>
                          <a:rPr lang="en-US" sz="3000" b="0" i="1" smtClean="0">
                            <a:latin typeface="Cambria Math" panose="02040503050406030204" pitchFamily="18" charset="0"/>
                          </a:rPr>
                          <m:t> </m:t>
                        </m:r>
                        <m:r>
                          <a:rPr lang="en-US" sz="3000" b="0" i="1" smtClean="0">
                            <a:latin typeface="Cambria Math" panose="02040503050406030204" pitchFamily="18" charset="0"/>
                          </a:rPr>
                          <m:t>𝑠𝑘𝑎𝑡𝑡</m:t>
                        </m:r>
                      </m:num>
                      <m:den>
                        <m:r>
                          <a:rPr lang="en-US" sz="3000" b="0" i="1" smtClean="0">
                            <a:latin typeface="Cambria Math" panose="02040503050406030204" pitchFamily="18" charset="0"/>
                          </a:rPr>
                          <m:t>𝐵𝑟𝑢𝑡𝑡𝑜</m:t>
                        </m:r>
                        <m:r>
                          <a:rPr lang="en-US" sz="3000" b="0" i="1" smtClean="0">
                            <a:latin typeface="Cambria Math" panose="02040503050406030204" pitchFamily="18" charset="0"/>
                          </a:rPr>
                          <m:t> </m:t>
                        </m:r>
                        <m:r>
                          <a:rPr lang="en-US" sz="3000" b="0" i="1" smtClean="0">
                            <a:latin typeface="Cambria Math" panose="02040503050406030204" pitchFamily="18" charset="0"/>
                          </a:rPr>
                          <m:t>𝑖𝑛𝑛𝑡𝑒𝑘𝑡</m:t>
                        </m:r>
                        <m:r>
                          <a:rPr lang="en-US" sz="3000" b="0" i="1" smtClean="0">
                            <a:latin typeface="Cambria Math" panose="02040503050406030204" pitchFamily="18" charset="0"/>
                          </a:rPr>
                          <m:t> </m:t>
                        </m:r>
                        <m:r>
                          <a:rPr lang="en-US" sz="3000" b="0" i="1" smtClean="0">
                            <a:latin typeface="Cambria Math" panose="02040503050406030204" pitchFamily="18" charset="0"/>
                          </a:rPr>
                          <m:t>𝑓</m:t>
                        </m:r>
                        <m:r>
                          <a:rPr lang="en-US" sz="3000" b="0" i="1" smtClean="0">
                            <a:latin typeface="Cambria Math" panose="02040503050406030204" pitchFamily="18" charset="0"/>
                          </a:rPr>
                          <m:t>ø</m:t>
                        </m:r>
                        <m:r>
                          <a:rPr lang="en-US" sz="3000" b="0" i="1" smtClean="0">
                            <a:latin typeface="Cambria Math" panose="02040503050406030204" pitchFamily="18" charset="0"/>
                          </a:rPr>
                          <m:t>𝑟</m:t>
                        </m:r>
                        <m:r>
                          <a:rPr lang="en-US" sz="3000" b="0" i="1" smtClean="0">
                            <a:latin typeface="Cambria Math" panose="02040503050406030204" pitchFamily="18" charset="0"/>
                          </a:rPr>
                          <m:t> </m:t>
                        </m:r>
                        <m:r>
                          <a:rPr lang="en-US" sz="3000" b="0" i="1" smtClean="0">
                            <a:latin typeface="Cambria Math" panose="02040503050406030204" pitchFamily="18" charset="0"/>
                          </a:rPr>
                          <m:t>𝑠𝑘𝑎𝑡𝑡</m:t>
                        </m:r>
                      </m:den>
                    </m:f>
                  </m:oMath>
                </a14:m>
                <a:endParaRPr lang="nb-NO" sz="3000" dirty="0"/>
              </a:p>
              <a:p>
                <a:endParaRPr lang="nb-NO" sz="3000" dirty="0"/>
              </a:p>
              <a:p>
                <a:r>
                  <a:rPr lang="nb-NO" sz="3000" dirty="0"/>
                  <a:t>Hvis overskuddet i bedriften er eierløst inngår det ikke i aksjonærs brutto inntekt og aksjonærs andel av betalt selskapsskatt skal helle rikke telle med!</a:t>
                </a:r>
              </a:p>
              <a:p>
                <a:endParaRPr lang="nb-NO" sz="3000" dirty="0"/>
              </a:p>
              <a:p>
                <a:r>
                  <a:rPr lang="nb-NO" sz="3000" b="1" dirty="0"/>
                  <a:t>Påstand 2</a:t>
                </a:r>
                <a:r>
                  <a:rPr lang="nb-NO" sz="3000" dirty="0"/>
                  <a:t> sier at aksjonærene ikke eier overskuddet i bedriften. Det har implikasjoner for den effektive skattesatsen. </a:t>
                </a:r>
              </a:p>
              <a:p>
                <a:endParaRPr lang="nb-NO" sz="3000" dirty="0"/>
              </a:p>
              <a:p>
                <a:r>
                  <a:rPr lang="nb-NO" sz="3000" dirty="0"/>
                  <a:t>Hvis ikke aksjonærene eier overskuddet i bedriften hvem eier det da? </a:t>
                </a:r>
              </a:p>
              <a:p>
                <a:pPr marL="0" indent="0">
                  <a:buNone/>
                </a:pPr>
                <a:endParaRPr lang="nb-NO" sz="3000" dirty="0"/>
              </a:p>
            </p:txBody>
          </p:sp>
        </mc:Choice>
        <mc:Fallback xmlns="">
          <p:sp>
            <p:nvSpPr>
              <p:cNvPr id="3" name="Content Placeholder 2">
                <a:extLst>
                  <a:ext uri="{FF2B5EF4-FFF2-40B4-BE49-F238E27FC236}">
                    <a16:creationId xmlns:a16="http://schemas.microsoft.com/office/drawing/2014/main" id="{46C14EFB-284E-5DD4-AFE5-8A51E57AF96D}"/>
                  </a:ext>
                </a:extLst>
              </p:cNvPr>
              <p:cNvSpPr>
                <a:spLocks noGrp="1" noRot="1" noChangeAspect="1" noMove="1" noResize="1" noEditPoints="1" noAdjustHandles="1" noChangeArrowheads="1" noChangeShapeType="1" noTextEdit="1"/>
              </p:cNvSpPr>
              <p:nvPr>
                <p:ph idx="1"/>
              </p:nvPr>
            </p:nvSpPr>
            <p:spPr>
              <a:xfrm>
                <a:off x="838200" y="1271847"/>
                <a:ext cx="11065625" cy="5104621"/>
              </a:xfrm>
              <a:blipFill>
                <a:blip r:embed="rId2"/>
                <a:stretch>
                  <a:fillRect l="-1157" t="-1314" r="-606" b="-3584"/>
                </a:stretch>
              </a:blipFill>
            </p:spPr>
            <p:txBody>
              <a:bodyPr/>
              <a:lstStyle/>
              <a:p>
                <a:r>
                  <a:rPr lang="nb-NO">
                    <a:noFill/>
                  </a:rPr>
                  <a:t> </a:t>
                </a:r>
              </a:p>
            </p:txBody>
          </p:sp>
        </mc:Fallback>
      </mc:AlternateContent>
      <p:sp>
        <p:nvSpPr>
          <p:cNvPr id="4" name="Slide Number Placeholder 3">
            <a:extLst>
              <a:ext uri="{FF2B5EF4-FFF2-40B4-BE49-F238E27FC236}">
                <a16:creationId xmlns:a16="http://schemas.microsoft.com/office/drawing/2014/main" id="{77FF4663-4B97-11BA-DFC7-CC529D990B1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804DD7-8F05-44CF-B2BD-836547C761A8}" type="slidenum">
              <a:rPr kumimoji="0" lang="nb-NO"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nb-NO"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86530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B60540A-29E8-D54B-1027-812C6FDCD297}"/>
              </a:ext>
            </a:extLst>
          </p:cNvPr>
          <p:cNvSpPr>
            <a:spLocks noGrp="1"/>
          </p:cNvSpPr>
          <p:nvPr>
            <p:ph type="body" idx="1"/>
          </p:nvPr>
        </p:nvSpPr>
        <p:spPr>
          <a:xfrm>
            <a:off x="465515" y="151621"/>
            <a:ext cx="5630486" cy="823912"/>
          </a:xfrm>
        </p:spPr>
        <p:txBody>
          <a:bodyPr>
            <a:normAutofit lnSpcReduction="10000"/>
          </a:bodyPr>
          <a:lstStyle/>
          <a:p>
            <a:r>
              <a:rPr lang="nb-NO" sz="2800" dirty="0">
                <a:solidFill>
                  <a:srgbClr val="FF0000"/>
                </a:solidFill>
              </a:rPr>
              <a:t>Pia har et bankinnskudd på kr 20 mill. som gir 1 mill. i renteinntekt</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E00B4811-E8F9-CAB7-0E48-9A209FFCBFC4}"/>
                  </a:ext>
                </a:extLst>
              </p:cNvPr>
              <p:cNvSpPr>
                <a:spLocks noGrp="1"/>
              </p:cNvSpPr>
              <p:nvPr>
                <p:ph sz="half" idx="2"/>
              </p:nvPr>
            </p:nvSpPr>
            <p:spPr>
              <a:xfrm>
                <a:off x="465514" y="1155469"/>
                <a:ext cx="5532062" cy="5034194"/>
              </a:xfrm>
            </p:spPr>
            <p:txBody>
              <a:bodyPr>
                <a:normAutofit fontScale="92500" lnSpcReduction="10000"/>
              </a:bodyPr>
              <a:lstStyle/>
              <a:p>
                <a:r>
                  <a:rPr lang="nb-NO" dirty="0">
                    <a:solidFill>
                      <a:srgbClr val="FF0000"/>
                    </a:solidFill>
                  </a:rPr>
                  <a:t>Pia betaler 22% i skatt → </a:t>
                </a:r>
                <a:r>
                  <a:rPr lang="nb-NO" sz="2800" dirty="0">
                    <a:solidFill>
                      <a:srgbClr val="FF0000"/>
                    </a:solidFill>
                  </a:rPr>
                  <a:t>kr 220 000</a:t>
                </a:r>
              </a:p>
              <a:p>
                <a:endParaRPr lang="nb-NO" dirty="0">
                  <a:solidFill>
                    <a:srgbClr val="FF0000"/>
                  </a:solidFill>
                </a:endParaRPr>
              </a:p>
              <a:p>
                <a:r>
                  <a:rPr lang="nb-NO" dirty="0">
                    <a:solidFill>
                      <a:srgbClr val="FF0000"/>
                    </a:solidFill>
                  </a:rPr>
                  <a:t>Pia beholder pengene i banken</a:t>
                </a:r>
              </a:p>
              <a:p>
                <a:pPr marL="0" indent="0">
                  <a:buNone/>
                </a:pPr>
                <a:endParaRPr lang="nb-NO" dirty="0">
                  <a:solidFill>
                    <a:srgbClr val="FF0000"/>
                  </a:solidFill>
                </a:endParaRPr>
              </a:p>
              <a:p>
                <a:pPr marL="0" indent="0">
                  <a:buNone/>
                </a:pPr>
                <a:r>
                  <a:rPr lang="nb-NO" dirty="0">
                    <a:solidFill>
                      <a:srgbClr val="FF0000"/>
                    </a:solidFill>
                  </a:rPr>
                  <a:t>Effektiv skattesats </a:t>
                </a:r>
                <a14:m>
                  <m:oMath xmlns:m="http://schemas.openxmlformats.org/officeDocument/2006/math">
                    <m:f>
                      <m:fPr>
                        <m:ctrlPr>
                          <a:rPr lang="nb-NO"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220 000</m:t>
                        </m:r>
                      </m:num>
                      <m:den>
                        <m:r>
                          <a:rPr lang="en-US" b="0" i="1" smtClean="0">
                            <a:solidFill>
                              <a:srgbClr val="FF0000"/>
                            </a:solidFill>
                            <a:latin typeface="Cambria Math" panose="02040503050406030204" pitchFamily="18" charset="0"/>
                          </a:rPr>
                          <m:t>1 000 000</m:t>
                        </m:r>
                      </m:den>
                    </m:f>
                    <m:r>
                      <a:rPr lang="en-US" b="0" i="1" smtClean="0">
                        <a:solidFill>
                          <a:srgbClr val="FF0000"/>
                        </a:solidFill>
                        <a:latin typeface="Cambria Math" panose="02040503050406030204" pitchFamily="18" charset="0"/>
                      </a:rPr>
                      <m:t>=22%</m:t>
                    </m:r>
                  </m:oMath>
                </a14:m>
                <a:endParaRPr lang="nb-NO" dirty="0">
                  <a:solidFill>
                    <a:srgbClr val="FF0000"/>
                  </a:solidFill>
                </a:endParaRPr>
              </a:p>
              <a:p>
                <a:endParaRPr lang="nb-NO" dirty="0">
                  <a:solidFill>
                    <a:srgbClr val="FF0000"/>
                  </a:solidFill>
                </a:endParaRPr>
              </a:p>
              <a:p>
                <a:r>
                  <a:rPr lang="nb-NO" dirty="0">
                    <a:solidFill>
                      <a:srgbClr val="FF0000"/>
                    </a:solidFill>
                  </a:rPr>
                  <a:t>Pias renteinntekt registreres på henne i den offisielle statistikken til SSB fordi hun eier bankkontoen (innskuddet)</a:t>
                </a:r>
              </a:p>
            </p:txBody>
          </p:sp>
        </mc:Choice>
        <mc:Fallback xmlns="">
          <p:sp>
            <p:nvSpPr>
              <p:cNvPr id="4" name="Content Placeholder 3">
                <a:extLst>
                  <a:ext uri="{FF2B5EF4-FFF2-40B4-BE49-F238E27FC236}">
                    <a16:creationId xmlns:a16="http://schemas.microsoft.com/office/drawing/2014/main" id="{E00B4811-E8F9-CAB7-0E48-9A209FFCBFC4}"/>
                  </a:ext>
                </a:extLst>
              </p:cNvPr>
              <p:cNvSpPr>
                <a:spLocks noGrp="1" noRot="1" noChangeAspect="1" noMove="1" noResize="1" noEditPoints="1" noAdjustHandles="1" noChangeArrowheads="1" noChangeShapeType="1" noTextEdit="1"/>
              </p:cNvSpPr>
              <p:nvPr>
                <p:ph sz="half" idx="2"/>
              </p:nvPr>
            </p:nvSpPr>
            <p:spPr>
              <a:xfrm>
                <a:off x="465514" y="1155469"/>
                <a:ext cx="5532062" cy="5034194"/>
              </a:xfrm>
              <a:blipFill>
                <a:blip r:embed="rId2"/>
                <a:stretch>
                  <a:fillRect l="-1982" t="-2545" r="-661"/>
                </a:stretch>
              </a:blipFill>
            </p:spPr>
            <p:txBody>
              <a:bodyPr/>
              <a:lstStyle/>
              <a:p>
                <a:r>
                  <a:rPr lang="nb-NO">
                    <a:noFill/>
                  </a:rPr>
                  <a:t> </a:t>
                </a:r>
              </a:p>
            </p:txBody>
          </p:sp>
        </mc:Fallback>
      </mc:AlternateContent>
      <p:sp>
        <p:nvSpPr>
          <p:cNvPr id="5" name="Text Placeholder 4">
            <a:extLst>
              <a:ext uri="{FF2B5EF4-FFF2-40B4-BE49-F238E27FC236}">
                <a16:creationId xmlns:a16="http://schemas.microsoft.com/office/drawing/2014/main" id="{6CA4005D-0A38-4E76-17DD-A9BB99361260}"/>
              </a:ext>
            </a:extLst>
          </p:cNvPr>
          <p:cNvSpPr>
            <a:spLocks noGrp="1"/>
          </p:cNvSpPr>
          <p:nvPr>
            <p:ph type="body" sz="quarter" idx="3"/>
          </p:nvPr>
        </p:nvSpPr>
        <p:spPr>
          <a:xfrm>
            <a:off x="6263640" y="151621"/>
            <a:ext cx="5532060" cy="823912"/>
          </a:xfrm>
        </p:spPr>
        <p:txBody>
          <a:bodyPr>
            <a:normAutofit lnSpcReduction="10000"/>
          </a:bodyPr>
          <a:lstStyle/>
          <a:p>
            <a:r>
              <a:rPr lang="nb-NO" sz="2800" dirty="0"/>
              <a:t>Nico eier en bedrift med et overskudd på 1 mill</a:t>
            </a:r>
            <a:r>
              <a:rPr lang="nb-NO" dirty="0"/>
              <a:t>. </a:t>
            </a:r>
            <a:r>
              <a:rPr lang="nb-NO" sz="2800" dirty="0"/>
              <a:t>før skatt</a:t>
            </a:r>
            <a:endParaRPr lang="nb-NO" dirty="0"/>
          </a:p>
        </p:txBody>
      </p:sp>
      <p:sp>
        <p:nvSpPr>
          <p:cNvPr id="6" name="Content Placeholder 5">
            <a:extLst>
              <a:ext uri="{FF2B5EF4-FFF2-40B4-BE49-F238E27FC236}">
                <a16:creationId xmlns:a16="http://schemas.microsoft.com/office/drawing/2014/main" id="{BF58A0AE-C567-10A1-C722-C01AE8F94FD1}"/>
              </a:ext>
            </a:extLst>
          </p:cNvPr>
          <p:cNvSpPr>
            <a:spLocks noGrp="1"/>
          </p:cNvSpPr>
          <p:nvPr>
            <p:ph sz="quarter" idx="4"/>
          </p:nvPr>
        </p:nvSpPr>
        <p:spPr>
          <a:xfrm>
            <a:off x="6330140" y="1138843"/>
            <a:ext cx="5532061" cy="5034194"/>
          </a:xfrm>
        </p:spPr>
        <p:txBody>
          <a:bodyPr>
            <a:normAutofit fontScale="92500" lnSpcReduction="10000"/>
          </a:bodyPr>
          <a:lstStyle/>
          <a:p>
            <a:r>
              <a:rPr lang="nb-NO" dirty="0"/>
              <a:t>Selskapsskatt 22% → kr </a:t>
            </a:r>
            <a:r>
              <a:rPr lang="nb-NO" sz="2800" dirty="0"/>
              <a:t>220 000  </a:t>
            </a:r>
          </a:p>
          <a:p>
            <a:endParaRPr lang="nb-NO" dirty="0"/>
          </a:p>
          <a:p>
            <a:r>
              <a:rPr lang="nb-NO" dirty="0"/>
              <a:t>Nico tar ikke ut skattepliktig utbytte</a:t>
            </a:r>
          </a:p>
          <a:p>
            <a:endParaRPr lang="nb-NO" dirty="0"/>
          </a:p>
          <a:p>
            <a:r>
              <a:rPr lang="nb-NO" dirty="0"/>
              <a:t>Hvis vi godtar påstand 2 om at Nicos ikke eier ikke overskuddet i selskapet, er </a:t>
            </a:r>
            <a:r>
              <a:rPr lang="nb-NO" dirty="0" err="1"/>
              <a:t>NICos</a:t>
            </a:r>
            <a:r>
              <a:rPr lang="nb-NO" dirty="0"/>
              <a:t> effektive </a:t>
            </a:r>
            <a:r>
              <a:rPr lang="nb-NO" dirty="0" err="1"/>
              <a:t>skattesast</a:t>
            </a:r>
            <a:r>
              <a:rPr lang="nb-NO" dirty="0"/>
              <a:t> «ikke-eksisterende»</a:t>
            </a:r>
          </a:p>
          <a:p>
            <a:endParaRPr lang="nb-NO" dirty="0"/>
          </a:p>
          <a:p>
            <a:r>
              <a:rPr lang="nb-NO" dirty="0"/>
              <a:t>I Norge registreres inntektene Nico får fra selskapet i form av utbytte når han mottar det personlig.</a:t>
            </a:r>
          </a:p>
        </p:txBody>
      </p:sp>
      <p:sp>
        <p:nvSpPr>
          <p:cNvPr id="2" name="Slide Number Placeholder 1">
            <a:extLst>
              <a:ext uri="{FF2B5EF4-FFF2-40B4-BE49-F238E27FC236}">
                <a16:creationId xmlns:a16="http://schemas.microsoft.com/office/drawing/2014/main" id="{17F3834D-07AC-966E-9C30-B19D30ED53C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804DD7-8F05-44CF-B2BD-836547C761A8}" type="slidenum">
              <a:rPr kumimoji="0" lang="nb-NO"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nb-NO"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89522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anim calcmode="lin" valueType="num">
                                      <p:cBhvr additive="base">
                                        <p:cTn id="11"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 calcmode="lin" valueType="num">
                                      <p:cBhvr additive="base">
                                        <p:cTn id="17"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 calcmode="lin" valueType="num">
                                      <p:cBhvr additive="base">
                                        <p:cTn id="23"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6">
                                            <p:txEl>
                                              <p:pRg st="6" end="6"/>
                                            </p:txEl>
                                          </p:spTgt>
                                        </p:tgtEl>
                                        <p:attrNameLst>
                                          <p:attrName>style.visibility</p:attrName>
                                        </p:attrNameLst>
                                      </p:cBhvr>
                                      <p:to>
                                        <p:strVal val="visible"/>
                                      </p:to>
                                    </p:set>
                                    <p:anim calcmode="lin" valueType="num">
                                      <p:cBhvr additive="base">
                                        <p:cTn id="29"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59D8D2-82F8-9B0D-9406-25832C1B325D}"/>
              </a:ext>
            </a:extLst>
          </p:cNvPr>
          <p:cNvSpPr>
            <a:spLocks noGrp="1"/>
          </p:cNvSpPr>
          <p:nvPr>
            <p:ph idx="1"/>
          </p:nvPr>
        </p:nvSpPr>
        <p:spPr>
          <a:xfrm>
            <a:off x="182880" y="274320"/>
            <a:ext cx="11637818" cy="6242858"/>
          </a:xfrm>
        </p:spPr>
        <p:txBody>
          <a:bodyPr>
            <a:normAutofit fontScale="92500" lnSpcReduction="20000"/>
          </a:bodyPr>
          <a:lstStyle/>
          <a:p>
            <a:r>
              <a:rPr lang="nb-NO" sz="3200" b="1" dirty="0"/>
              <a:t>Økonomer mener </a:t>
            </a:r>
          </a:p>
          <a:p>
            <a:pPr lvl="1"/>
            <a:r>
              <a:rPr lang="nb-NO" sz="3200" dirty="0"/>
              <a:t>vi skal ta hensyn til eierinntekter som er opparbeidet i selskaper</a:t>
            </a:r>
          </a:p>
          <a:p>
            <a:pPr lvl="1"/>
            <a:r>
              <a:rPr lang="nb-NO" sz="3200" dirty="0"/>
              <a:t>vi skal ta hensyn til at aksjonærer har betalt skatt gjennom selskaper. </a:t>
            </a:r>
          </a:p>
          <a:p>
            <a:pPr lvl="1"/>
            <a:r>
              <a:rPr lang="nb-NO" sz="3200" dirty="0"/>
              <a:t>Personlige aksjonærer som ikke har personinntekt (lønn) er ikke nullskatteytere fordi de har betalt skatt gjennom sin eierandel i selskaper som betaler skatt</a:t>
            </a:r>
          </a:p>
          <a:p>
            <a:endParaRPr lang="nb-NO" sz="3200" dirty="0"/>
          </a:p>
          <a:p>
            <a:r>
              <a:rPr lang="nb-NO" sz="3200" b="1" dirty="0"/>
              <a:t>Pensjonsrettigheter. </a:t>
            </a:r>
            <a:r>
              <a:rPr lang="nb-NO" sz="3200" dirty="0"/>
              <a:t> Noen vil inkludere opptjente pensjons-rettigheter i brutto inntekt. </a:t>
            </a:r>
          </a:p>
          <a:p>
            <a:pPr lvl="1"/>
            <a:r>
              <a:rPr lang="nb-NO" sz="2800" dirty="0"/>
              <a:t>Men pensjon er som lønn; Vi inkluderer pensjon (og lønn) så lenge vi lever/jobber og mottar disse godene.</a:t>
            </a:r>
          </a:p>
          <a:p>
            <a:endParaRPr lang="nb-NO" sz="3200" dirty="0"/>
          </a:p>
          <a:p>
            <a:r>
              <a:rPr lang="nb-NO" sz="3200" dirty="0"/>
              <a:t>Vi </a:t>
            </a:r>
            <a:r>
              <a:rPr lang="nb-NO" sz="3200" i="1" dirty="0"/>
              <a:t>kan ikke </a:t>
            </a:r>
            <a:r>
              <a:rPr lang="nb-NO" sz="3200" dirty="0"/>
              <a:t>legge til nåverdien av fremtidig lønn eller pensjon i brutto inntekt. Tidshorisonten kan ikke tallfestes og utbetalingene er usikre.</a:t>
            </a:r>
          </a:p>
        </p:txBody>
      </p:sp>
      <p:sp>
        <p:nvSpPr>
          <p:cNvPr id="2" name="Slide Number Placeholder 1">
            <a:extLst>
              <a:ext uri="{FF2B5EF4-FFF2-40B4-BE49-F238E27FC236}">
                <a16:creationId xmlns:a16="http://schemas.microsoft.com/office/drawing/2014/main" id="{D904B2A4-D816-260A-6B13-93B80E708B9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804DD7-8F05-44CF-B2BD-836547C761A8}" type="slidenum">
              <a:rPr kumimoji="0" lang="nb-NO"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nb-NO"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707001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3FD76-3256-9205-4F55-79522C26F727}"/>
              </a:ext>
            </a:extLst>
          </p:cNvPr>
          <p:cNvSpPr>
            <a:spLocks noGrp="1"/>
          </p:cNvSpPr>
          <p:nvPr>
            <p:ph type="title"/>
          </p:nvPr>
        </p:nvSpPr>
        <p:spPr>
          <a:xfrm>
            <a:off x="182880" y="93070"/>
            <a:ext cx="10515600" cy="763140"/>
          </a:xfrm>
        </p:spPr>
        <p:txBody>
          <a:bodyPr>
            <a:normAutofit/>
          </a:bodyPr>
          <a:lstStyle/>
          <a:p>
            <a:r>
              <a:rPr lang="nb-NO" sz="4000" dirty="0"/>
              <a:t>Fakta om Norge</a:t>
            </a:r>
          </a:p>
        </p:txBody>
      </p:sp>
      <p:sp>
        <p:nvSpPr>
          <p:cNvPr id="3" name="Content Placeholder 2">
            <a:extLst>
              <a:ext uri="{FF2B5EF4-FFF2-40B4-BE49-F238E27FC236}">
                <a16:creationId xmlns:a16="http://schemas.microsoft.com/office/drawing/2014/main" id="{B6958CEB-6160-4201-4A58-C5BEF352EAFA}"/>
              </a:ext>
            </a:extLst>
          </p:cNvPr>
          <p:cNvSpPr>
            <a:spLocks noGrp="1"/>
          </p:cNvSpPr>
          <p:nvPr>
            <p:ph idx="1"/>
          </p:nvPr>
        </p:nvSpPr>
        <p:spPr>
          <a:xfrm>
            <a:off x="182880" y="939338"/>
            <a:ext cx="11662756" cy="5586153"/>
          </a:xfrm>
        </p:spPr>
        <p:txBody>
          <a:bodyPr>
            <a:normAutofit/>
          </a:bodyPr>
          <a:lstStyle/>
          <a:p>
            <a:r>
              <a:rPr lang="nb-NO" sz="3000" dirty="0"/>
              <a:t>Spørsmål: har </a:t>
            </a:r>
            <a:r>
              <a:rPr lang="nb-NO" sz="3000" dirty="0" err="1"/>
              <a:t>formuesulikheten</a:t>
            </a:r>
            <a:r>
              <a:rPr lang="nb-NO" sz="3000" dirty="0"/>
              <a:t> har økt mye de siste 40 årene? </a:t>
            </a:r>
          </a:p>
          <a:p>
            <a:endParaRPr lang="nb-NO" sz="3000" dirty="0">
              <a:solidFill>
                <a:srgbClr val="FF0000"/>
              </a:solidFill>
            </a:endParaRPr>
          </a:p>
          <a:p>
            <a:r>
              <a:rPr lang="nb-NO" sz="3000" dirty="0">
                <a:solidFill>
                  <a:srgbClr val="FF0000"/>
                </a:solidFill>
              </a:rPr>
              <a:t>Bare i en kort periode fra 1950 til1970 falt </a:t>
            </a:r>
            <a:r>
              <a:rPr lang="nb-NO" sz="3000" dirty="0" err="1">
                <a:solidFill>
                  <a:srgbClr val="FF0000"/>
                </a:solidFill>
              </a:rPr>
              <a:t>formuesulikheten</a:t>
            </a:r>
            <a:r>
              <a:rPr lang="nb-NO" sz="3000" dirty="0">
                <a:solidFill>
                  <a:srgbClr val="FF0000"/>
                </a:solidFill>
              </a:rPr>
              <a:t> til et merkbart lavere nivå. Etter det har den økt hvert eneste år!</a:t>
            </a:r>
          </a:p>
          <a:p>
            <a:endParaRPr lang="nb-NO" dirty="0"/>
          </a:p>
          <a:p>
            <a:pPr marL="0" indent="0">
              <a:buNone/>
            </a:pPr>
            <a:endParaRPr lang="nb-NO" dirty="0"/>
          </a:p>
          <a:p>
            <a:endParaRPr lang="nb-NO" dirty="0"/>
          </a:p>
          <a:p>
            <a:endParaRPr lang="nb-NO" dirty="0"/>
          </a:p>
        </p:txBody>
      </p:sp>
      <p:sp>
        <p:nvSpPr>
          <p:cNvPr id="4" name="Slide Number Placeholder 3">
            <a:extLst>
              <a:ext uri="{FF2B5EF4-FFF2-40B4-BE49-F238E27FC236}">
                <a16:creationId xmlns:a16="http://schemas.microsoft.com/office/drawing/2014/main" id="{65C6CB02-9AC7-70B3-785D-F5D641C4C4C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804DD7-8F05-44CF-B2BD-836547C761A8}" type="slidenum">
              <a:rPr kumimoji="0" lang="nb-NO"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nb-NO"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984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1BC146A-DA58-DB7F-A409-0ADB41E4C75B}"/>
              </a:ext>
            </a:extLst>
          </p:cNvPr>
          <p:cNvPicPr>
            <a:picLocks noChangeAspect="1"/>
          </p:cNvPicPr>
          <p:nvPr/>
        </p:nvPicPr>
        <p:blipFill>
          <a:blip r:embed="rId2"/>
          <a:stretch>
            <a:fillRect/>
          </a:stretch>
        </p:blipFill>
        <p:spPr>
          <a:xfrm>
            <a:off x="1116281" y="273132"/>
            <a:ext cx="8956601" cy="5847855"/>
          </a:xfrm>
          <a:prstGeom prst="rect">
            <a:avLst/>
          </a:prstGeom>
        </p:spPr>
      </p:pic>
      <p:sp>
        <p:nvSpPr>
          <p:cNvPr id="3" name="TextBox 2">
            <a:extLst>
              <a:ext uri="{FF2B5EF4-FFF2-40B4-BE49-F238E27FC236}">
                <a16:creationId xmlns:a16="http://schemas.microsoft.com/office/drawing/2014/main" id="{942CEBA4-512C-CC15-EB48-CC981A38ACE9}"/>
              </a:ext>
            </a:extLst>
          </p:cNvPr>
          <p:cNvSpPr txBox="1"/>
          <p:nvPr/>
        </p:nvSpPr>
        <p:spPr>
          <a:xfrm>
            <a:off x="1254803" y="6305797"/>
            <a:ext cx="484119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b-NO" sz="1800" b="0" i="0" u="none" strike="noStrike" kern="1200" cap="none" spc="0" normalizeH="0" baseline="0" noProof="0" dirty="0">
                <a:ln>
                  <a:noFill/>
                </a:ln>
                <a:solidFill>
                  <a:prstClr val="black"/>
                </a:solidFill>
                <a:effectLst/>
                <a:uLnTx/>
                <a:uFillTx/>
                <a:latin typeface="Aptos" panose="02110004020202020204"/>
                <a:ea typeface="+mn-ea"/>
                <a:cs typeface="+mn-cs"/>
              </a:rPr>
              <a:t>Kilder: Aaberge mfl. (2020), Aaberge mfl. (2024)</a:t>
            </a:r>
          </a:p>
        </p:txBody>
      </p:sp>
      <p:sp>
        <p:nvSpPr>
          <p:cNvPr id="4" name="Slide Number Placeholder 3">
            <a:extLst>
              <a:ext uri="{FF2B5EF4-FFF2-40B4-BE49-F238E27FC236}">
                <a16:creationId xmlns:a16="http://schemas.microsoft.com/office/drawing/2014/main" id="{F2A6B83D-80E3-4E60-1F25-AB3F40C85A5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804DD7-8F05-44CF-B2BD-836547C761A8}" type="slidenum">
              <a:rPr kumimoji="0" lang="nb-NO"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nb-NO"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057337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62B2B0D-4857-51C3-961F-4C35DE5F433B}"/>
              </a:ext>
            </a:extLst>
          </p:cNvPr>
          <p:cNvPicPr>
            <a:picLocks noChangeAspect="1"/>
          </p:cNvPicPr>
          <p:nvPr/>
        </p:nvPicPr>
        <p:blipFill>
          <a:blip r:embed="rId2"/>
          <a:stretch>
            <a:fillRect/>
          </a:stretch>
        </p:blipFill>
        <p:spPr>
          <a:xfrm>
            <a:off x="112440" y="83128"/>
            <a:ext cx="8126471" cy="6691744"/>
          </a:xfrm>
          <a:prstGeom prst="rect">
            <a:avLst/>
          </a:prstGeom>
        </p:spPr>
      </p:pic>
      <p:sp>
        <p:nvSpPr>
          <p:cNvPr id="4" name="TextBox 3">
            <a:extLst>
              <a:ext uri="{FF2B5EF4-FFF2-40B4-BE49-F238E27FC236}">
                <a16:creationId xmlns:a16="http://schemas.microsoft.com/office/drawing/2014/main" id="{D6438E46-B682-081B-1B9C-323A8CF21A5F}"/>
              </a:ext>
            </a:extLst>
          </p:cNvPr>
          <p:cNvSpPr txBox="1"/>
          <p:nvPr/>
        </p:nvSpPr>
        <p:spPr>
          <a:xfrm>
            <a:off x="7937369" y="83128"/>
            <a:ext cx="4144853" cy="63709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b-NO" sz="2400" b="0" i="0" u="none" strike="noStrike" kern="1200" cap="none" spc="0" normalizeH="0" baseline="0" noProof="0" dirty="0">
                <a:ln>
                  <a:noFill/>
                </a:ln>
                <a:solidFill>
                  <a:prstClr val="black"/>
                </a:solidFill>
                <a:effectLst/>
                <a:uLnTx/>
                <a:uFillTx/>
                <a:latin typeface="Aptos" panose="02110004020202020204"/>
                <a:ea typeface="+mn-ea"/>
                <a:cs typeface="+mn-cs"/>
              </a:rPr>
              <a:t>Mellom 25 og 30 prosent av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b-NO" sz="2400" b="0" i="0" u="none" strike="noStrike" kern="1200" cap="none" spc="0" normalizeH="0" baseline="0" noProof="0" dirty="0">
                <a:ln>
                  <a:noFill/>
                </a:ln>
                <a:solidFill>
                  <a:prstClr val="black"/>
                </a:solidFill>
                <a:effectLst/>
                <a:uLnTx/>
                <a:uFillTx/>
                <a:latin typeface="Aptos" panose="02110004020202020204"/>
                <a:ea typeface="+mn-ea"/>
                <a:cs typeface="+mn-cs"/>
              </a:rPr>
              <a:t>markedsinntekten tilfaller én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b-NO" sz="2400" b="0" i="0" u="none" strike="noStrike" kern="1200" cap="none" spc="0" normalizeH="0" baseline="0" noProof="0" dirty="0">
                <a:ln>
                  <a:noFill/>
                </a:ln>
                <a:solidFill>
                  <a:prstClr val="black"/>
                </a:solidFill>
                <a:effectLst/>
                <a:uLnTx/>
                <a:uFillTx/>
                <a:latin typeface="Aptos" panose="02110004020202020204"/>
                <a:ea typeface="+mn-ea"/>
                <a:cs typeface="+mn-cs"/>
              </a:rPr>
              <a:t>prosent av den norske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b-NO" sz="2400" b="0" i="0" u="none" strike="noStrike" kern="1200" cap="none" spc="0" normalizeH="0" baseline="0" noProof="0" dirty="0">
                <a:ln>
                  <a:noFill/>
                </a:ln>
                <a:solidFill>
                  <a:prstClr val="black"/>
                </a:solidFill>
                <a:effectLst/>
                <a:uLnTx/>
                <a:uFillTx/>
                <a:latin typeface="Aptos" panose="02110004020202020204"/>
                <a:ea typeface="+mn-ea"/>
                <a:cs typeface="+mn-cs"/>
              </a:rPr>
              <a:t>befolkningen.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b-NO" sz="24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b-NO" sz="24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b-NO" sz="2400" b="0" i="0" u="none" strike="noStrike" kern="1200" cap="none" spc="0" normalizeH="0" baseline="0" noProof="0" dirty="0">
                <a:ln>
                  <a:noFill/>
                </a:ln>
                <a:solidFill>
                  <a:prstClr val="black"/>
                </a:solidFill>
                <a:effectLst/>
                <a:uLnTx/>
                <a:uFillTx/>
                <a:latin typeface="Aptos" panose="02110004020202020204"/>
                <a:ea typeface="+mn-ea"/>
                <a:cs typeface="+mn-cs"/>
              </a:rPr>
              <a:t>De rikeste (1%) utgjør rundt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b-NO" sz="2400" b="0" i="0" u="none" strike="noStrike" kern="1200" cap="none" spc="0" normalizeH="0" baseline="0" noProof="0" dirty="0">
                <a:ln>
                  <a:noFill/>
                </a:ln>
                <a:solidFill>
                  <a:prstClr val="black"/>
                </a:solidFill>
                <a:effectLst/>
                <a:uLnTx/>
                <a:uFillTx/>
                <a:latin typeface="Aptos" panose="02110004020202020204"/>
                <a:ea typeface="+mn-ea"/>
                <a:cs typeface="+mn-cs"/>
              </a:rPr>
              <a:t>40 000 personer, mens de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b-NO" sz="2400" b="0" i="0" u="none" strike="noStrike" kern="1200" cap="none" spc="0" normalizeH="0" baseline="0" noProof="0" dirty="0">
                <a:ln>
                  <a:noFill/>
                </a:ln>
                <a:solidFill>
                  <a:prstClr val="black"/>
                </a:solidFill>
                <a:effectLst/>
                <a:uLnTx/>
                <a:uFillTx/>
                <a:latin typeface="Aptos" panose="02110004020202020204"/>
                <a:ea typeface="+mn-ea"/>
                <a:cs typeface="+mn-cs"/>
              </a:rPr>
              <a:t>superrike (0,01%) utgjør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b-NO" sz="2400" b="0" i="0" u="none" strike="noStrike" kern="1200" cap="none" spc="0" normalizeH="0" baseline="0" noProof="0" dirty="0">
                <a:ln>
                  <a:noFill/>
                </a:ln>
                <a:solidFill>
                  <a:prstClr val="black"/>
                </a:solidFill>
                <a:effectLst/>
                <a:uLnTx/>
                <a:uFillTx/>
                <a:latin typeface="Aptos" panose="02110004020202020204"/>
                <a:ea typeface="+mn-ea"/>
                <a:cs typeface="+mn-cs"/>
              </a:rPr>
              <a:t>400 personer.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b-NO" sz="24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b-NO" sz="2400" b="0" i="0" u="none" strike="noStrike" kern="1200" cap="none" spc="0" normalizeH="0" baseline="0" noProof="0" dirty="0">
                <a:ln>
                  <a:noFill/>
                </a:ln>
                <a:solidFill>
                  <a:prstClr val="black"/>
                </a:solidFill>
                <a:effectLst/>
                <a:uLnTx/>
                <a:uFillTx/>
                <a:latin typeface="Aptos" panose="02110004020202020204"/>
                <a:ea typeface="+mn-ea"/>
                <a:cs typeface="+mn-cs"/>
              </a:rPr>
              <a:t>Konsekvensene av økte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b-NO" sz="2400" b="0" i="0" u="none" strike="noStrike" kern="1200" cap="none" spc="0" normalizeH="0" baseline="0" noProof="0" dirty="0">
                <a:ln>
                  <a:noFill/>
                </a:ln>
                <a:solidFill>
                  <a:prstClr val="black"/>
                </a:solidFill>
                <a:effectLst/>
                <a:uLnTx/>
                <a:uFillTx/>
                <a:latin typeface="Aptos" panose="02110004020202020204"/>
                <a:ea typeface="+mn-ea"/>
                <a:cs typeface="+mn-cs"/>
              </a:rPr>
              <a:t>økonomiske forskjeller er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b-NO" sz="2400" b="0" i="0" u="none" strike="noStrike" kern="1200" cap="none" spc="0" normalizeH="0" baseline="0" noProof="0" dirty="0">
                <a:ln>
                  <a:noFill/>
                </a:ln>
                <a:solidFill>
                  <a:prstClr val="black"/>
                </a:solidFill>
                <a:effectLst/>
                <a:uLnTx/>
                <a:uFillTx/>
                <a:latin typeface="Aptos" panose="02110004020202020204"/>
                <a:ea typeface="+mn-ea"/>
                <a:cs typeface="+mn-cs"/>
              </a:rPr>
              <a:t>disse ­personene får mye makt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b-NO" sz="2400" b="0" i="0" u="none" strike="noStrike" kern="1200" cap="none" spc="0" normalizeH="0" baseline="0" noProof="0" dirty="0">
                <a:ln>
                  <a:noFill/>
                </a:ln>
                <a:solidFill>
                  <a:prstClr val="black"/>
                </a:solidFill>
                <a:effectLst/>
                <a:uLnTx/>
                <a:uFillTx/>
                <a:latin typeface="Aptos" panose="02110004020202020204"/>
                <a:ea typeface="+mn-ea"/>
                <a:cs typeface="+mn-cs"/>
              </a:rPr>
              <a:t> – og at posisjoner  ­arves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b-NO" sz="2400" b="0" i="0" u="none" strike="noStrike" kern="1200" cap="none" spc="0" normalizeH="0" baseline="0" noProof="0" dirty="0">
                <a:ln>
                  <a:noFill/>
                </a:ln>
                <a:solidFill>
                  <a:prstClr val="black"/>
                </a:solidFill>
                <a:effectLst/>
                <a:uLnTx/>
                <a:uFillTx/>
                <a:latin typeface="Aptos" panose="02110004020202020204"/>
                <a:ea typeface="+mn-ea"/>
                <a:cs typeface="+mn-cs"/>
              </a:rPr>
              <a:t>skattefritt da vi ikke har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b-NO" sz="2400" b="0" i="0" u="none" strike="noStrike" kern="1200" cap="none" spc="0" normalizeH="0" baseline="0" noProof="0" dirty="0">
                <a:ln>
                  <a:noFill/>
                </a:ln>
                <a:solidFill>
                  <a:prstClr val="black"/>
                </a:solidFill>
                <a:effectLst/>
                <a:uLnTx/>
                <a:uFillTx/>
                <a:latin typeface="Aptos" panose="02110004020202020204"/>
                <a:ea typeface="+mn-ea"/>
                <a:cs typeface="+mn-cs"/>
              </a:rPr>
              <a:t>arveavgift</a:t>
            </a:r>
            <a:endParaRPr kumimoji="0" lang="nb-NO" sz="3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 name="Slide Number Placeholder 1">
            <a:extLst>
              <a:ext uri="{FF2B5EF4-FFF2-40B4-BE49-F238E27FC236}">
                <a16:creationId xmlns:a16="http://schemas.microsoft.com/office/drawing/2014/main" id="{CBDAE2FB-7F0B-FADC-07F7-0DEE0E1EC8F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804DD7-8F05-44CF-B2BD-836547C761A8}" type="slidenum">
              <a:rPr kumimoji="0" lang="nb-NO"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nb-NO"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505568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C82EC-735E-9963-6FFD-BDEA5E4BCAB4}"/>
              </a:ext>
            </a:extLst>
          </p:cNvPr>
          <p:cNvSpPr>
            <a:spLocks noGrp="1"/>
          </p:cNvSpPr>
          <p:nvPr>
            <p:ph type="title"/>
          </p:nvPr>
        </p:nvSpPr>
        <p:spPr/>
        <p:txBody>
          <a:bodyPr/>
          <a:lstStyle/>
          <a:p>
            <a:r>
              <a:rPr lang="nb-NO" dirty="0"/>
              <a:t>Referanser til denne delen av forelesningen</a:t>
            </a:r>
          </a:p>
        </p:txBody>
      </p:sp>
      <p:sp>
        <p:nvSpPr>
          <p:cNvPr id="3" name="Content Placeholder 2">
            <a:extLst>
              <a:ext uri="{FF2B5EF4-FFF2-40B4-BE49-F238E27FC236}">
                <a16:creationId xmlns:a16="http://schemas.microsoft.com/office/drawing/2014/main" id="{0AAE23F6-2CB3-F912-568B-6810A02BD897}"/>
              </a:ext>
            </a:extLst>
          </p:cNvPr>
          <p:cNvSpPr>
            <a:spLocks noGrp="1"/>
          </p:cNvSpPr>
          <p:nvPr>
            <p:ph idx="1"/>
          </p:nvPr>
        </p:nvSpPr>
        <p:spPr/>
        <p:txBody>
          <a:bodyPr>
            <a:normAutofit fontScale="92500" lnSpcReduction="10000"/>
          </a:bodyPr>
          <a:lstStyle/>
          <a:p>
            <a:r>
              <a:rPr lang="nb-NO" dirty="0"/>
              <a:t>Aaberge, R., Modalsli, J.H. &amp; Vestad, O.L. (2020). Ulikheten – betydelig større enn statistikken viser.” SSB rapporter 2020/13, Statistisk sentralbyrå.</a:t>
            </a:r>
          </a:p>
          <a:p>
            <a:endParaRPr lang="nb-NO" dirty="0"/>
          </a:p>
          <a:p>
            <a:r>
              <a:rPr lang="nb-NO" dirty="0"/>
              <a:t>Aaberge, R., Mogstad, M., Vestad, O.L., &amp; Vestre, A. (2021). Økonomisk ulikhet i Norge i det 21. århundre. SSB rapporter 2021/33, Statistisk sentralbyrå.</a:t>
            </a:r>
          </a:p>
          <a:p>
            <a:endParaRPr lang="nb-NO" dirty="0"/>
          </a:p>
          <a:p>
            <a:r>
              <a:rPr lang="nb-NO" dirty="0"/>
              <a:t>Aaberge, </a:t>
            </a:r>
            <a:r>
              <a:rPr lang="en-US" dirty="0"/>
              <a:t>R., Langørgen, A., &amp; Lindgren, P. Y. (2024). </a:t>
            </a:r>
            <a:r>
              <a:rPr lang="en-US" i="1" dirty="0"/>
              <a:t>A European equivalence scale for public in-kind transfers</a:t>
            </a:r>
            <a:r>
              <a:rPr lang="en-US" dirty="0"/>
              <a:t>. </a:t>
            </a:r>
            <a:r>
              <a:rPr lang="en-US" i="1" dirty="0"/>
              <a:t>The Journal of Economic Inequality</a:t>
            </a:r>
            <a:r>
              <a:rPr lang="en-US" dirty="0"/>
              <a:t>, 22, 1–32</a:t>
            </a:r>
            <a:endParaRPr lang="nb-NO" dirty="0"/>
          </a:p>
          <a:p>
            <a:endParaRPr lang="nb-NO" dirty="0"/>
          </a:p>
        </p:txBody>
      </p:sp>
      <p:sp>
        <p:nvSpPr>
          <p:cNvPr id="4" name="Slide Number Placeholder 3">
            <a:extLst>
              <a:ext uri="{FF2B5EF4-FFF2-40B4-BE49-F238E27FC236}">
                <a16:creationId xmlns:a16="http://schemas.microsoft.com/office/drawing/2014/main" id="{57B36D0D-A84F-0C0E-6C40-7FF74F20AAB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804DD7-8F05-44CF-B2BD-836547C761A8}" type="slidenum">
              <a:rPr kumimoji="0" lang="nb-NO"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nb-NO"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898187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40BEA-ECE6-433D-7F03-DDD94B8C4A8B}"/>
              </a:ext>
            </a:extLst>
          </p:cNvPr>
          <p:cNvSpPr>
            <a:spLocks noGrp="1"/>
          </p:cNvSpPr>
          <p:nvPr>
            <p:ph type="title"/>
          </p:nvPr>
        </p:nvSpPr>
        <p:spPr>
          <a:xfrm>
            <a:off x="923041" y="148308"/>
            <a:ext cx="10515600" cy="756665"/>
          </a:xfrm>
        </p:spPr>
        <p:txBody>
          <a:bodyPr/>
          <a:lstStyle/>
          <a:p>
            <a:r>
              <a:rPr lang="nb-NO" dirty="0"/>
              <a:t>Hvorfor er pengemakt politisk makt (i) </a:t>
            </a:r>
          </a:p>
        </p:txBody>
      </p:sp>
      <p:sp>
        <p:nvSpPr>
          <p:cNvPr id="3" name="Content Placeholder 2">
            <a:extLst>
              <a:ext uri="{FF2B5EF4-FFF2-40B4-BE49-F238E27FC236}">
                <a16:creationId xmlns:a16="http://schemas.microsoft.com/office/drawing/2014/main" id="{916BEF5B-E3FE-468C-26E8-0F9CF895DC4D}"/>
              </a:ext>
            </a:extLst>
          </p:cNvPr>
          <p:cNvSpPr>
            <a:spLocks noGrp="1"/>
          </p:cNvSpPr>
          <p:nvPr>
            <p:ph idx="1"/>
          </p:nvPr>
        </p:nvSpPr>
        <p:spPr>
          <a:xfrm>
            <a:off x="367645" y="1266922"/>
            <a:ext cx="11349873" cy="5271990"/>
          </a:xfrm>
        </p:spPr>
        <p:txBody>
          <a:bodyPr>
            <a:normAutofit/>
          </a:bodyPr>
          <a:lstStyle/>
          <a:p>
            <a:r>
              <a:rPr lang="nb-NO" dirty="0"/>
              <a:t>«Stemmer teller, men ressurser avgjør» er Stein Rokkans berømte spissformulering om norsk politikk</a:t>
            </a:r>
          </a:p>
          <a:p>
            <a:endParaRPr lang="nb-NO" dirty="0"/>
          </a:p>
          <a:p>
            <a:r>
              <a:rPr lang="nb-NO" dirty="0"/>
              <a:t>Selv om velgerne bestemmer sammensetningen av Stortinget (stemmene teller), avgjøres de viktigste politiske beslutningene i praksis gjennom maktkamp mellom mektige interesseorganisasjoner (ressursene avgjør)</a:t>
            </a:r>
          </a:p>
          <a:p>
            <a:endParaRPr lang="nb-NO" dirty="0"/>
          </a:p>
          <a:p>
            <a:r>
              <a:rPr lang="nb-NO" dirty="0"/>
              <a:t>Rokkans poeng var at de store interessegruppene (arbeidsliv, næringsliv) ofte har mer innflytelse bak kulissene enn velgerne åpent uttrykker i stemmeseddelen</a:t>
            </a:r>
          </a:p>
        </p:txBody>
      </p:sp>
      <p:sp>
        <p:nvSpPr>
          <p:cNvPr id="4" name="Slide Number Placeholder 3">
            <a:extLst>
              <a:ext uri="{FF2B5EF4-FFF2-40B4-BE49-F238E27FC236}">
                <a16:creationId xmlns:a16="http://schemas.microsoft.com/office/drawing/2014/main" id="{807465A1-1105-A49C-B6DE-97F606A140C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804DD7-8F05-44CF-B2BD-836547C761A8}" type="slidenum">
              <a:rPr kumimoji="0" lang="nb-NO"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nb-NO"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206824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0CE87-DE78-5B73-8AA6-D10E17E399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DF804A-BA8C-C12C-1733-639455E6244D}"/>
              </a:ext>
            </a:extLst>
          </p:cNvPr>
          <p:cNvSpPr>
            <a:spLocks noGrp="1"/>
          </p:cNvSpPr>
          <p:nvPr>
            <p:ph type="title"/>
          </p:nvPr>
        </p:nvSpPr>
        <p:spPr>
          <a:xfrm>
            <a:off x="923041" y="148308"/>
            <a:ext cx="10515600" cy="756665"/>
          </a:xfrm>
        </p:spPr>
        <p:txBody>
          <a:bodyPr/>
          <a:lstStyle/>
          <a:p>
            <a:r>
              <a:rPr lang="nb-NO" dirty="0"/>
              <a:t>Hvorfor er pengemakt politisk makt (ii) </a:t>
            </a:r>
          </a:p>
        </p:txBody>
      </p:sp>
      <p:sp>
        <p:nvSpPr>
          <p:cNvPr id="3" name="Content Placeholder 2">
            <a:extLst>
              <a:ext uri="{FF2B5EF4-FFF2-40B4-BE49-F238E27FC236}">
                <a16:creationId xmlns:a16="http://schemas.microsoft.com/office/drawing/2014/main" id="{28013D05-9E58-39B8-360D-176D417049E3}"/>
              </a:ext>
            </a:extLst>
          </p:cNvPr>
          <p:cNvSpPr>
            <a:spLocks noGrp="1"/>
          </p:cNvSpPr>
          <p:nvPr>
            <p:ph idx="1"/>
          </p:nvPr>
        </p:nvSpPr>
        <p:spPr>
          <a:xfrm>
            <a:off x="367645" y="1084360"/>
            <a:ext cx="10986155" cy="5271990"/>
          </a:xfrm>
        </p:spPr>
        <p:txBody>
          <a:bodyPr>
            <a:normAutofit/>
          </a:bodyPr>
          <a:lstStyle/>
          <a:p>
            <a:r>
              <a:rPr lang="nb-NO" dirty="0"/>
              <a:t>Gilens og Page er kjent for studien «Testing </a:t>
            </a:r>
            <a:r>
              <a:rPr lang="nb-NO" dirty="0" err="1"/>
              <a:t>Theories</a:t>
            </a:r>
            <a:r>
              <a:rPr lang="nb-NO" dirty="0"/>
              <a:t> of American </a:t>
            </a:r>
            <a:r>
              <a:rPr lang="nb-NO" dirty="0" err="1"/>
              <a:t>Politics</a:t>
            </a:r>
            <a:r>
              <a:rPr lang="nb-NO" dirty="0"/>
              <a:t>: Elites, </a:t>
            </a:r>
            <a:r>
              <a:rPr lang="nb-NO" dirty="0" err="1"/>
              <a:t>Interest</a:t>
            </a:r>
            <a:r>
              <a:rPr lang="nb-NO" dirty="0"/>
              <a:t> Groups, and </a:t>
            </a:r>
            <a:r>
              <a:rPr lang="nb-NO" dirty="0" err="1"/>
              <a:t>Average</a:t>
            </a:r>
            <a:r>
              <a:rPr lang="nb-NO" dirty="0"/>
              <a:t> Citizens,» publisert i 2009. </a:t>
            </a:r>
          </a:p>
          <a:p>
            <a:endParaRPr lang="nb-NO" dirty="0"/>
          </a:p>
          <a:p>
            <a:r>
              <a:rPr lang="nb-NO" dirty="0"/>
              <a:t>Studien undersøker de hvordan politikk og beslutninger i USA påvirkes av ulike grupper i samfunnet, inkludert eliter, interessegrupper og vanlige borgere.</a:t>
            </a:r>
          </a:p>
          <a:p>
            <a:endParaRPr lang="nb-NO" dirty="0"/>
          </a:p>
          <a:p>
            <a:r>
              <a:rPr lang="nb-NO" dirty="0"/>
              <a:t>Gilens og Page fant at politiske beslutninger oftere reflekterer interessene til de økonomisk privilegerte (eliter) og interessegrupper enn de gjennomsnittlige borgerne. </a:t>
            </a:r>
          </a:p>
          <a:p>
            <a:pPr marL="0" indent="0">
              <a:buNone/>
            </a:pPr>
            <a:endParaRPr lang="nb-NO" dirty="0"/>
          </a:p>
        </p:txBody>
      </p:sp>
      <p:sp>
        <p:nvSpPr>
          <p:cNvPr id="4" name="Slide Number Placeholder 3">
            <a:extLst>
              <a:ext uri="{FF2B5EF4-FFF2-40B4-BE49-F238E27FC236}">
                <a16:creationId xmlns:a16="http://schemas.microsoft.com/office/drawing/2014/main" id="{5DEE43B6-842E-E2A3-8743-0AA9F75D9B1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804DD7-8F05-44CF-B2BD-836547C761A8}" type="slidenum">
              <a:rPr kumimoji="0" lang="nb-NO"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nb-NO"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728487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2EC2F-6FE9-138E-AB80-F283730238F0}"/>
              </a:ext>
            </a:extLst>
          </p:cNvPr>
          <p:cNvSpPr>
            <a:spLocks noGrp="1"/>
          </p:cNvSpPr>
          <p:nvPr>
            <p:ph type="title"/>
          </p:nvPr>
        </p:nvSpPr>
        <p:spPr>
          <a:xfrm>
            <a:off x="838200" y="18255"/>
            <a:ext cx="10515600" cy="1067595"/>
          </a:xfrm>
        </p:spPr>
        <p:txBody>
          <a:bodyPr/>
          <a:lstStyle/>
          <a:p>
            <a:r>
              <a:rPr lang="nb-NO" dirty="0"/>
              <a:t>Hvorfor er pengemakt </a:t>
            </a:r>
            <a:r>
              <a:rPr lang="nb-NO"/>
              <a:t>politisk makt (iii) </a:t>
            </a:r>
            <a:endParaRPr lang="nb-NO" dirty="0"/>
          </a:p>
        </p:txBody>
      </p:sp>
      <p:sp>
        <p:nvSpPr>
          <p:cNvPr id="3" name="Content Placeholder 2">
            <a:extLst>
              <a:ext uri="{FF2B5EF4-FFF2-40B4-BE49-F238E27FC236}">
                <a16:creationId xmlns:a16="http://schemas.microsoft.com/office/drawing/2014/main" id="{C949F82F-4AB9-C852-9DC7-6E0995F1D95F}"/>
              </a:ext>
            </a:extLst>
          </p:cNvPr>
          <p:cNvSpPr>
            <a:spLocks noGrp="1"/>
          </p:cNvSpPr>
          <p:nvPr>
            <p:ph idx="1"/>
          </p:nvPr>
        </p:nvSpPr>
        <p:spPr>
          <a:xfrm>
            <a:off x="448887" y="1257300"/>
            <a:ext cx="11646131" cy="4919663"/>
          </a:xfrm>
        </p:spPr>
        <p:txBody>
          <a:bodyPr/>
          <a:lstStyle/>
          <a:p>
            <a:r>
              <a:rPr lang="nb-NO" sz="3600" dirty="0"/>
              <a:t>Finansiering av politikk</a:t>
            </a:r>
          </a:p>
          <a:p>
            <a:r>
              <a:rPr lang="nb-NO" sz="3600" dirty="0"/>
              <a:t>Eierskap i medier</a:t>
            </a:r>
          </a:p>
          <a:p>
            <a:r>
              <a:rPr lang="nb-NO" sz="3600" dirty="0"/>
              <a:t>Personlig tilgang til beslutningstakere</a:t>
            </a:r>
          </a:p>
          <a:p>
            <a:r>
              <a:rPr lang="nb-NO" sz="3600" dirty="0"/>
              <a:t>Profesjonelle nettverk (NHO, </a:t>
            </a:r>
            <a:r>
              <a:rPr lang="nb-NO" sz="3600" dirty="0" err="1"/>
              <a:t>FinansNorge</a:t>
            </a:r>
            <a:r>
              <a:rPr lang="nb-NO" sz="3600" dirty="0"/>
              <a:t>, LO)</a:t>
            </a:r>
          </a:p>
          <a:p>
            <a:r>
              <a:rPr lang="nb-NO" sz="3600" dirty="0"/>
              <a:t>Rike er overrepresentert i politiske partiers toppledelse</a:t>
            </a:r>
          </a:p>
          <a:p>
            <a:pPr marL="457200" lvl="1" indent="0">
              <a:buNone/>
            </a:pPr>
            <a:endParaRPr lang="nb-NO" dirty="0"/>
          </a:p>
        </p:txBody>
      </p:sp>
      <p:sp>
        <p:nvSpPr>
          <p:cNvPr id="4" name="Slide Number Placeholder 3">
            <a:extLst>
              <a:ext uri="{FF2B5EF4-FFF2-40B4-BE49-F238E27FC236}">
                <a16:creationId xmlns:a16="http://schemas.microsoft.com/office/drawing/2014/main" id="{37AA78EC-B176-FC0C-944C-4411C28AEC4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804DD7-8F05-44CF-B2BD-836547C761A8}" type="slidenum">
              <a:rPr kumimoji="0" lang="nb-NO"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nb-NO"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794970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hart with numbers and a bar chart&#10;&#10;AI-generated content may be incorrect.">
            <a:extLst>
              <a:ext uri="{FF2B5EF4-FFF2-40B4-BE49-F238E27FC236}">
                <a16:creationId xmlns:a16="http://schemas.microsoft.com/office/drawing/2014/main" id="{417A813A-7A77-8E5F-C870-1A278FC39760}"/>
              </a:ext>
            </a:extLst>
          </p:cNvPr>
          <p:cNvPicPr>
            <a:picLocks noChangeAspect="1"/>
          </p:cNvPicPr>
          <p:nvPr/>
        </p:nvPicPr>
        <p:blipFill>
          <a:blip r:embed="rId2"/>
          <a:stretch>
            <a:fillRect/>
          </a:stretch>
        </p:blipFill>
        <p:spPr>
          <a:xfrm>
            <a:off x="1874520" y="15347"/>
            <a:ext cx="7955280" cy="7107595"/>
          </a:xfrm>
          <a:prstGeom prst="rect">
            <a:avLst/>
          </a:prstGeom>
        </p:spPr>
      </p:pic>
      <p:sp>
        <p:nvSpPr>
          <p:cNvPr id="2" name="Slide Number Placeholder 1">
            <a:extLst>
              <a:ext uri="{FF2B5EF4-FFF2-40B4-BE49-F238E27FC236}">
                <a16:creationId xmlns:a16="http://schemas.microsoft.com/office/drawing/2014/main" id="{445D6DC0-4B70-A5D1-E6AE-8F3369E9625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804DD7-8F05-44CF-B2BD-836547C761A8}" type="slidenum">
              <a:rPr kumimoji="0" lang="nb-NO"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nb-NO"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423E643D-0268-908E-BD8D-350BF6FE3F93}"/>
              </a:ext>
            </a:extLst>
          </p:cNvPr>
          <p:cNvSpPr txBox="1"/>
          <p:nvPr/>
        </p:nvSpPr>
        <p:spPr>
          <a:xfrm>
            <a:off x="5852160" y="320512"/>
            <a:ext cx="444724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b-NO" sz="2800" b="1" i="0" u="none" strike="noStrike" kern="1200" cap="none" spc="0" normalizeH="0" baseline="0" noProof="0" dirty="0">
                <a:ln>
                  <a:noFill/>
                </a:ln>
                <a:solidFill>
                  <a:prstClr val="black"/>
                </a:solidFill>
                <a:effectLst/>
                <a:uLnTx/>
                <a:uFillTx/>
                <a:latin typeface="Aptos" panose="02110004020202020204"/>
                <a:ea typeface="+mn-ea"/>
                <a:cs typeface="+mn-cs"/>
              </a:rPr>
              <a:t>for politikere på Stortinget</a:t>
            </a:r>
          </a:p>
        </p:txBody>
      </p:sp>
      <p:sp>
        <p:nvSpPr>
          <p:cNvPr id="5" name="TextBox 4">
            <a:extLst>
              <a:ext uri="{FF2B5EF4-FFF2-40B4-BE49-F238E27FC236}">
                <a16:creationId xmlns:a16="http://schemas.microsoft.com/office/drawing/2014/main" id="{6BDB947F-2B22-0322-2FB2-995BF6937A50}"/>
              </a:ext>
            </a:extLst>
          </p:cNvPr>
          <p:cNvSpPr txBox="1"/>
          <p:nvPr/>
        </p:nvSpPr>
        <p:spPr>
          <a:xfrm>
            <a:off x="9907571" y="1338606"/>
            <a:ext cx="2157257"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b-NO" sz="2400" b="0" i="0" u="none" strike="noStrike" kern="1200" cap="none" spc="0" normalizeH="0" baseline="0" noProof="0" dirty="0">
                <a:ln>
                  <a:noFill/>
                </a:ln>
                <a:solidFill>
                  <a:prstClr val="black"/>
                </a:solidFill>
                <a:effectLst/>
                <a:uLnTx/>
                <a:uFillTx/>
                <a:latin typeface="Aptos" panose="02110004020202020204"/>
                <a:ea typeface="+mn-ea"/>
                <a:cs typeface="+mn-cs"/>
              </a:rPr>
              <a:t>Tallene angir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b-NO" sz="2400" b="0" i="0" u="none" strike="noStrike" kern="1200" cap="none" spc="0" normalizeH="0" baseline="0" noProof="0" dirty="0">
                <a:ln>
                  <a:noFill/>
                </a:ln>
                <a:solidFill>
                  <a:prstClr val="black"/>
                </a:solidFill>
                <a:effectLst/>
                <a:uLnTx/>
                <a:uFillTx/>
                <a:latin typeface="Aptos" panose="02110004020202020204"/>
                <a:ea typeface="+mn-ea"/>
                <a:cs typeface="+mn-cs"/>
              </a:rPr>
              <a:t>ligningsformue</a:t>
            </a:r>
          </a:p>
        </p:txBody>
      </p:sp>
    </p:spTree>
    <p:extLst>
      <p:ext uri="{BB962C8B-B14F-4D97-AF65-F5344CB8AC3E}">
        <p14:creationId xmlns:p14="http://schemas.microsoft.com/office/powerpoint/2010/main" val="19211714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621CDB-5A08-26DD-BAC0-32E737F01847}"/>
              </a:ext>
            </a:extLst>
          </p:cNvPr>
          <p:cNvSpPr>
            <a:spLocks noGrp="1"/>
          </p:cNvSpPr>
          <p:nvPr>
            <p:ph idx="1"/>
          </p:nvPr>
        </p:nvSpPr>
        <p:spPr>
          <a:xfrm>
            <a:off x="171450" y="205740"/>
            <a:ext cx="11182350" cy="6452755"/>
          </a:xfrm>
        </p:spPr>
        <p:txBody>
          <a:bodyPr>
            <a:normAutofit/>
          </a:bodyPr>
          <a:lstStyle/>
          <a:p>
            <a:pPr marL="0" indent="0">
              <a:buNone/>
            </a:pPr>
            <a:r>
              <a:rPr lang="nb-NO" b="1" dirty="0"/>
              <a:t>PENGEMAKT FINANSIERER POLITIKK</a:t>
            </a:r>
          </a:p>
          <a:p>
            <a:r>
              <a:rPr lang="nb-NO" b="1" dirty="0"/>
              <a:t>Valgkampbidrag: De rike</a:t>
            </a:r>
            <a:r>
              <a:rPr lang="nb-NO" dirty="0"/>
              <a:t> har donert store summer til borgerlig side i valgkampen i 2025. </a:t>
            </a:r>
            <a:r>
              <a:rPr lang="nb-NO" b="1" dirty="0"/>
              <a:t>LO</a:t>
            </a:r>
            <a:r>
              <a:rPr lang="nb-NO" dirty="0"/>
              <a:t> donerte stores summer til venstresiden</a:t>
            </a:r>
          </a:p>
          <a:p>
            <a:r>
              <a:rPr lang="nb-NO" b="1" dirty="0" err="1"/>
              <a:t>Lobbying</a:t>
            </a:r>
            <a:r>
              <a:rPr lang="nb-NO" b="1" dirty="0"/>
              <a:t>:</a:t>
            </a:r>
            <a:r>
              <a:rPr lang="nb-NO" dirty="0"/>
              <a:t> Betale lobbyister for å påvirke lovgivning</a:t>
            </a:r>
          </a:p>
          <a:p>
            <a:r>
              <a:rPr lang="nb-NO" b="1" dirty="0"/>
              <a:t>Tenketanker:</a:t>
            </a:r>
            <a:r>
              <a:rPr lang="nb-NO" dirty="0"/>
              <a:t> Finansierer forskningsinstitusjoner som former politisk debatt, skrive kronikker </a:t>
            </a:r>
            <a:r>
              <a:rPr lang="nb-NO" dirty="0" err="1"/>
              <a:t>feks</a:t>
            </a:r>
            <a:r>
              <a:rPr lang="nb-NO" dirty="0"/>
              <a:t>. (</a:t>
            </a:r>
            <a:r>
              <a:rPr lang="nb-NO" dirty="0" err="1"/>
              <a:t>Civita</a:t>
            </a:r>
            <a:r>
              <a:rPr lang="nb-NO" dirty="0"/>
              <a:t>, Agenda </a:t>
            </a:r>
            <a:r>
              <a:rPr lang="nb-NO" dirty="0" err="1"/>
              <a:t>etc</a:t>
            </a:r>
            <a:r>
              <a:rPr lang="nb-NO" dirty="0"/>
              <a:t>) </a:t>
            </a:r>
          </a:p>
          <a:p>
            <a:endParaRPr lang="nb-NO" dirty="0"/>
          </a:p>
          <a:p>
            <a:pPr marL="0" indent="0">
              <a:buNone/>
            </a:pPr>
            <a:r>
              <a:rPr lang="nb-NO" b="1" dirty="0"/>
              <a:t>PENGEMAKT GIR EIERSKAP I MEDIER</a:t>
            </a:r>
          </a:p>
          <a:p>
            <a:r>
              <a:rPr lang="nb-NO" dirty="0"/>
              <a:t>Kontrollerer aviser, TV-kanaler og sosiale medier som kan  forme den offentlige debatten (hvilke saker som får oppmerksomhet)</a:t>
            </a:r>
          </a:p>
          <a:p>
            <a:r>
              <a:rPr lang="nb-NO" dirty="0"/>
              <a:t>Rupert Murdoch (FOX News), Jeff </a:t>
            </a:r>
            <a:r>
              <a:rPr lang="nb-NO" dirty="0" err="1"/>
              <a:t>Bezos</a:t>
            </a:r>
            <a:r>
              <a:rPr lang="nb-NO" dirty="0"/>
              <a:t> (Washington Post), </a:t>
            </a:r>
            <a:r>
              <a:rPr lang="nb-NO" dirty="0" err="1"/>
              <a:t>Elon</a:t>
            </a:r>
            <a:r>
              <a:rPr lang="nb-NO" dirty="0"/>
              <a:t> </a:t>
            </a:r>
            <a:r>
              <a:rPr lang="nb-NO" dirty="0" err="1"/>
              <a:t>Musk</a:t>
            </a:r>
            <a:r>
              <a:rPr lang="nb-NO" dirty="0"/>
              <a:t> (</a:t>
            </a:r>
            <a:r>
              <a:rPr lang="nb-NO" dirty="0" err="1"/>
              <a:t>X</a:t>
            </a:r>
            <a:r>
              <a:rPr lang="nb-NO" dirty="0"/>
              <a:t>/</a:t>
            </a:r>
            <a:r>
              <a:rPr lang="nb-NO" dirty="0" err="1"/>
              <a:t>Twitter</a:t>
            </a:r>
            <a:r>
              <a:rPr lang="nb-NO" dirty="0"/>
              <a:t>)</a:t>
            </a:r>
          </a:p>
        </p:txBody>
      </p:sp>
      <p:sp>
        <p:nvSpPr>
          <p:cNvPr id="2" name="Slide Number Placeholder 1">
            <a:extLst>
              <a:ext uri="{FF2B5EF4-FFF2-40B4-BE49-F238E27FC236}">
                <a16:creationId xmlns:a16="http://schemas.microsoft.com/office/drawing/2014/main" id="{4F2F222F-5BF5-8F31-D1F6-0EA1526343C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804DD7-8F05-44CF-B2BD-836547C761A8}" type="slidenum">
              <a:rPr kumimoji="0" lang="nb-NO"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nb-NO"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829314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FD537-DC9D-CDF4-09EF-5B70A0FAB10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65F60C-8CE3-ABDF-F5A2-BD920E262F1F}"/>
              </a:ext>
            </a:extLst>
          </p:cNvPr>
          <p:cNvSpPr>
            <a:spLocks noGrp="1"/>
          </p:cNvSpPr>
          <p:nvPr>
            <p:ph idx="1"/>
          </p:nvPr>
        </p:nvSpPr>
        <p:spPr>
          <a:xfrm>
            <a:off x="171450" y="205740"/>
            <a:ext cx="11182350" cy="6452755"/>
          </a:xfrm>
        </p:spPr>
        <p:txBody>
          <a:bodyPr>
            <a:normAutofit/>
          </a:bodyPr>
          <a:lstStyle/>
          <a:p>
            <a:pPr marL="0" indent="0">
              <a:buNone/>
            </a:pPr>
            <a:r>
              <a:rPr lang="nb-NO" b="1" dirty="0"/>
              <a:t>PENGEMAKT GIR STRUKTURELL MAKT </a:t>
            </a:r>
          </a:p>
          <a:p>
            <a:endParaRPr lang="nb-NO" b="1" dirty="0"/>
          </a:p>
          <a:p>
            <a:r>
              <a:rPr lang="nb-NO" b="1" dirty="0"/>
              <a:t>Trusler: </a:t>
            </a:r>
            <a:r>
              <a:rPr lang="nb-NO" dirty="0"/>
              <a:t>Flytte virksomhet/kapital eller flytte ut hvis politikken ikke passer (politikere blir redde for arbeidsledighet, reduserte skatteinntekter mm.)</a:t>
            </a:r>
          </a:p>
          <a:p>
            <a:pPr marL="0" indent="0">
              <a:buNone/>
            </a:pPr>
            <a:endParaRPr lang="nb-NO" dirty="0"/>
          </a:p>
          <a:p>
            <a:pPr marL="0" indent="0">
              <a:buNone/>
            </a:pPr>
            <a:r>
              <a:rPr lang="nb-NO" b="1" dirty="0"/>
              <a:t>PENGEMAKT GIR OFTE IDEOLOGISK OG KULTURELL INNFLYTELSE</a:t>
            </a:r>
          </a:p>
          <a:p>
            <a:r>
              <a:rPr lang="nb-NO" dirty="0"/>
              <a:t>Rike har ofte bedre utdanning (BI, NHH), «eksperter» på økonomi</a:t>
            </a:r>
          </a:p>
          <a:p>
            <a:r>
              <a:rPr lang="nb-NO" dirty="0"/>
              <a:t>Blir oftere invitert som «nøytrale» kommentatorer</a:t>
            </a:r>
          </a:p>
          <a:p>
            <a:r>
              <a:rPr lang="nb-NO" dirty="0"/>
              <a:t>Snakker det «rette språket» og mestrer bedre spillereglene, og kan ansette folk for å få frem «budskapet».</a:t>
            </a:r>
          </a:p>
        </p:txBody>
      </p:sp>
      <p:sp>
        <p:nvSpPr>
          <p:cNvPr id="2" name="Slide Number Placeholder 1">
            <a:extLst>
              <a:ext uri="{FF2B5EF4-FFF2-40B4-BE49-F238E27FC236}">
                <a16:creationId xmlns:a16="http://schemas.microsoft.com/office/drawing/2014/main" id="{66521724-A64F-DF65-8D3A-3B7C87E3C53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804DD7-8F05-44CF-B2BD-836547C761A8}" type="slidenum">
              <a:rPr kumimoji="0" lang="nb-NO"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nb-NO"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54683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E5ED2D-DC61-BE35-5742-CE7636ACC204}"/>
              </a:ext>
            </a:extLst>
          </p:cNvPr>
          <p:cNvSpPr>
            <a:spLocks noGrp="1"/>
          </p:cNvSpPr>
          <p:nvPr>
            <p:ph idx="1"/>
          </p:nvPr>
        </p:nvSpPr>
        <p:spPr>
          <a:xfrm>
            <a:off x="174567" y="166254"/>
            <a:ext cx="11853949" cy="6350923"/>
          </a:xfrm>
        </p:spPr>
        <p:txBody>
          <a:bodyPr>
            <a:normAutofit/>
          </a:bodyPr>
          <a:lstStyle/>
          <a:p>
            <a:pPr marL="0" indent="0">
              <a:buNone/>
            </a:pPr>
            <a:r>
              <a:rPr lang="nb-NO" b="1" dirty="0"/>
              <a:t>KONKRETE NORSKE EKSEMPLER PÅ PENGEMAKT OG POLITIKK</a:t>
            </a:r>
            <a:endParaRPr lang="nb-NO" dirty="0"/>
          </a:p>
          <a:p>
            <a:endParaRPr lang="nb-NO" sz="3200" dirty="0"/>
          </a:p>
          <a:p>
            <a:r>
              <a:rPr lang="nb-NO" sz="3200" b="1" dirty="0"/>
              <a:t>Formuesskatten og Stortingsvalget i 2025</a:t>
            </a:r>
          </a:p>
          <a:p>
            <a:pPr lvl="1"/>
            <a:r>
              <a:rPr lang="nb-NO" sz="2800" dirty="0"/>
              <a:t>Dominert av </a:t>
            </a:r>
            <a:r>
              <a:rPr lang="nb-NO" sz="2800" dirty="0" err="1"/>
              <a:t>op</a:t>
            </a:r>
            <a:r>
              <a:rPr lang="nb-NO" sz="2800" dirty="0"/>
              <a:t>-eds fra rike og tankesmier mot formuesskatten</a:t>
            </a:r>
          </a:p>
          <a:p>
            <a:pPr lvl="1"/>
            <a:r>
              <a:rPr lang="nb-NO" sz="2800" dirty="0"/>
              <a:t>Vanlige folk har ikke samme plattformer for å snakke ned skatten på lønn</a:t>
            </a:r>
          </a:p>
          <a:p>
            <a:pPr marL="0" indent="0">
              <a:buNone/>
            </a:pPr>
            <a:endParaRPr lang="nb-NO" sz="3200" dirty="0"/>
          </a:p>
          <a:p>
            <a:r>
              <a:rPr lang="nb-NO" sz="3200" b="1" dirty="0"/>
              <a:t>Olje- og oljeservice og havbruksnæringen </a:t>
            </a:r>
          </a:p>
          <a:p>
            <a:pPr lvl="1"/>
            <a:r>
              <a:rPr lang="nb-NO" sz="2800" dirty="0"/>
              <a:t>Olje- og havbrukslobbyen stor innflytelse på politikken</a:t>
            </a:r>
          </a:p>
          <a:p>
            <a:pPr lvl="2"/>
            <a:r>
              <a:rPr lang="nb-NO" sz="2400" dirty="0">
                <a:hlinkClick r:id="rId2"/>
              </a:rPr>
              <a:t>Oljepakken </a:t>
            </a:r>
            <a:r>
              <a:rPr lang="nb-NO" sz="2400" dirty="0"/>
              <a:t>ble for gunstig (fagforeningene spilte på lag med næringen) </a:t>
            </a:r>
          </a:p>
          <a:p>
            <a:pPr lvl="2"/>
            <a:r>
              <a:rPr lang="nb-NO" sz="2400" dirty="0"/>
              <a:t>Grunnrenteskatten på havbruk gav lite </a:t>
            </a:r>
            <a:r>
              <a:rPr lang="nb-NO" sz="2400" dirty="0">
                <a:hlinkClick r:id="rId3"/>
              </a:rPr>
              <a:t>inntekt</a:t>
            </a:r>
            <a:endParaRPr lang="nb-NO" sz="2400" dirty="0"/>
          </a:p>
          <a:p>
            <a:pPr lvl="2"/>
            <a:r>
              <a:rPr lang="nb-NO" sz="2400" dirty="0"/>
              <a:t>Prisrådet for havbruksnæringen legges ned</a:t>
            </a:r>
          </a:p>
        </p:txBody>
      </p:sp>
      <p:sp>
        <p:nvSpPr>
          <p:cNvPr id="2" name="Slide Number Placeholder 1">
            <a:extLst>
              <a:ext uri="{FF2B5EF4-FFF2-40B4-BE49-F238E27FC236}">
                <a16:creationId xmlns:a16="http://schemas.microsoft.com/office/drawing/2014/main" id="{038A84DF-3B2D-C98E-8C9C-6D25883F10E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804DD7-8F05-44CF-B2BD-836547C761A8}" type="slidenum">
              <a:rPr kumimoji="0" lang="nb-NO"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nb-NO"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695890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2C0E98-8347-B21A-46EF-29A5B6A6F63F}"/>
              </a:ext>
            </a:extLst>
          </p:cNvPr>
          <p:cNvSpPr>
            <a:spLocks noGrp="1"/>
          </p:cNvSpPr>
          <p:nvPr>
            <p:ph idx="1"/>
          </p:nvPr>
        </p:nvSpPr>
        <p:spPr>
          <a:xfrm>
            <a:off x="202019" y="404037"/>
            <a:ext cx="11913781" cy="5772926"/>
          </a:xfrm>
        </p:spPr>
        <p:txBody>
          <a:bodyPr>
            <a:normAutofit fontScale="92500" lnSpcReduction="20000"/>
          </a:bodyPr>
          <a:lstStyle/>
          <a:p>
            <a:r>
              <a:rPr lang="nb-NO" sz="4000" dirty="0"/>
              <a:t>Økt ulikhet i Norge gir de rikeste mer makt fordi de får adgang til media i større grad enn «vanlige» folk. </a:t>
            </a:r>
          </a:p>
          <a:p>
            <a:endParaRPr lang="nb-NO" sz="4000" dirty="0"/>
          </a:p>
          <a:p>
            <a:r>
              <a:rPr lang="nb-NO" sz="4000" dirty="0"/>
              <a:t>Media har ikke kompetanse til å unngå å bli mikrofonstativ for lobbygrupper</a:t>
            </a:r>
          </a:p>
          <a:p>
            <a:endParaRPr lang="nb-NO" sz="4000" dirty="0"/>
          </a:p>
          <a:p>
            <a:r>
              <a:rPr lang="nb-NO" sz="4000" dirty="0"/>
              <a:t>La oss se på </a:t>
            </a:r>
            <a:r>
              <a:rPr lang="nb-NO" sz="4000" i="1" dirty="0"/>
              <a:t>et influenser-eksempel som fikk enorm oppmerksomhet i mange aviser</a:t>
            </a:r>
            <a:r>
              <a:rPr lang="nb-NO" sz="4000" dirty="0"/>
              <a:t>. </a:t>
            </a:r>
          </a:p>
          <a:p>
            <a:endParaRPr lang="nb-NO" sz="4000" dirty="0"/>
          </a:p>
          <a:p>
            <a:r>
              <a:rPr lang="nb-NO" sz="4000" dirty="0"/>
              <a:t>Eksemplet viser hvor viktig det er å kunne sentrale skatteregler som bestemmer rammevilkår.</a:t>
            </a:r>
          </a:p>
        </p:txBody>
      </p:sp>
      <p:sp>
        <p:nvSpPr>
          <p:cNvPr id="2" name="Slide Number Placeholder 1">
            <a:extLst>
              <a:ext uri="{FF2B5EF4-FFF2-40B4-BE49-F238E27FC236}">
                <a16:creationId xmlns:a16="http://schemas.microsoft.com/office/drawing/2014/main" id="{59B7ECC0-F68F-D170-8739-B09DE1A7D16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5CB3275-7683-45B1-BE98-49385135165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56354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232C0F-08AC-D566-4A65-F053D50D393A}"/>
              </a:ext>
            </a:extLst>
          </p:cNvPr>
          <p:cNvPicPr>
            <a:picLocks noChangeAspect="1"/>
          </p:cNvPicPr>
          <p:nvPr/>
        </p:nvPicPr>
        <p:blipFill>
          <a:blip r:embed="rId3"/>
          <a:stretch>
            <a:fillRect/>
          </a:stretch>
        </p:blipFill>
        <p:spPr>
          <a:xfrm>
            <a:off x="554689" y="145106"/>
            <a:ext cx="11346063" cy="4086548"/>
          </a:xfrm>
          <a:prstGeom prst="rect">
            <a:avLst/>
          </a:prstGeom>
        </p:spPr>
      </p:pic>
      <p:pic>
        <p:nvPicPr>
          <p:cNvPr id="5" name="Picture 4">
            <a:extLst>
              <a:ext uri="{FF2B5EF4-FFF2-40B4-BE49-F238E27FC236}">
                <a16:creationId xmlns:a16="http://schemas.microsoft.com/office/drawing/2014/main" id="{E649EDC2-99B4-35B2-CD30-61175EE3503D}"/>
              </a:ext>
            </a:extLst>
          </p:cNvPr>
          <p:cNvPicPr>
            <a:picLocks noChangeAspect="1"/>
          </p:cNvPicPr>
          <p:nvPr/>
        </p:nvPicPr>
        <p:blipFill>
          <a:blip r:embed="rId4"/>
          <a:stretch>
            <a:fillRect/>
          </a:stretch>
        </p:blipFill>
        <p:spPr>
          <a:xfrm>
            <a:off x="1278238" y="4410635"/>
            <a:ext cx="5452680" cy="2447365"/>
          </a:xfrm>
          <a:prstGeom prst="rect">
            <a:avLst/>
          </a:prstGeom>
        </p:spPr>
      </p:pic>
      <p:sp>
        <p:nvSpPr>
          <p:cNvPr id="7" name="TextBox 6">
            <a:extLst>
              <a:ext uri="{FF2B5EF4-FFF2-40B4-BE49-F238E27FC236}">
                <a16:creationId xmlns:a16="http://schemas.microsoft.com/office/drawing/2014/main" id="{FCA23327-E712-A796-B578-2301E49FD56E}"/>
              </a:ext>
            </a:extLst>
          </p:cNvPr>
          <p:cNvSpPr txBox="1"/>
          <p:nvPr/>
        </p:nvSpPr>
        <p:spPr>
          <a:xfrm>
            <a:off x="6061978" y="4665239"/>
            <a:ext cx="6096000" cy="369332"/>
          </a:xfrm>
          <a:prstGeom prst="rect">
            <a:avLst/>
          </a:prstGeom>
          <a:noFill/>
        </p:spPr>
        <p:txBody>
          <a:bodyPr wrap="square">
            <a:spAutoFit/>
          </a:bodyPr>
          <a:lstStyle/>
          <a:p>
            <a:r>
              <a:rPr lang="nb-NO" dirty="0"/>
              <a:t>Onsdag 20. november 2024</a:t>
            </a:r>
          </a:p>
        </p:txBody>
      </p:sp>
    </p:spTree>
    <p:extLst>
      <p:ext uri="{BB962C8B-B14F-4D97-AF65-F5344CB8AC3E}">
        <p14:creationId xmlns:p14="http://schemas.microsoft.com/office/powerpoint/2010/main" val="16605974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6EB86-35E3-3865-F625-F8C7467438F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8078736-99D1-858A-C28D-E1A4CA5B2536}"/>
              </a:ext>
            </a:extLst>
          </p:cNvPr>
          <p:cNvSpPr txBox="1"/>
          <p:nvPr/>
        </p:nvSpPr>
        <p:spPr>
          <a:xfrm>
            <a:off x="138735" y="170767"/>
            <a:ext cx="11826493" cy="1292662"/>
          </a:xfrm>
          <a:prstGeom prst="rect">
            <a:avLst/>
          </a:prstGeom>
          <a:noFill/>
        </p:spPr>
        <p:txBody>
          <a:bodyPr wrap="square">
            <a:spAutoFit/>
          </a:bodyPr>
          <a:lstStyle/>
          <a:p>
            <a:r>
              <a:rPr lang="nb-NO" sz="2600" dirty="0"/>
              <a:t>«</a:t>
            </a:r>
            <a:r>
              <a:rPr lang="nb-NO" sz="2600" i="1" dirty="0"/>
              <a:t>Hvis mitt norske selskap </a:t>
            </a:r>
            <a:r>
              <a:rPr lang="nb-NO" sz="2600" i="1" dirty="0" err="1"/>
              <a:t>Abonera</a:t>
            </a:r>
            <a:r>
              <a:rPr lang="nb-NO" sz="2600" i="1" dirty="0"/>
              <a:t> skulle få inn investorer som betalte ti millioner for 10 prosent av aksjene </a:t>
            </a:r>
            <a:r>
              <a:rPr lang="nb-NO" sz="2600" i="1" dirty="0">
                <a:solidFill>
                  <a:srgbClr val="FF0000"/>
                </a:solidFill>
              </a:rPr>
              <a:t>basert på en verdsettelse på 100 millioner </a:t>
            </a:r>
            <a:r>
              <a:rPr lang="nb-NO" sz="2600" i="1" dirty="0"/>
              <a:t>– måtte jeg personlig betalt nesten</a:t>
            </a:r>
            <a:r>
              <a:rPr lang="nb-NO" sz="2600" i="1" dirty="0">
                <a:solidFill>
                  <a:srgbClr val="FF0000"/>
                </a:solidFill>
              </a:rPr>
              <a:t> en halv million kroner i formuesskatt</a:t>
            </a:r>
            <a:r>
              <a:rPr lang="nb-NO" sz="2600" i="1" dirty="0"/>
              <a:t> om jeg eide 50 prosent av aksjene</a:t>
            </a:r>
            <a:r>
              <a:rPr lang="nb-NO" sz="2600" dirty="0"/>
              <a:t>.»</a:t>
            </a:r>
          </a:p>
        </p:txBody>
      </p:sp>
      <p:pic>
        <p:nvPicPr>
          <p:cNvPr id="4" name="Picture 3">
            <a:extLst>
              <a:ext uri="{FF2B5EF4-FFF2-40B4-BE49-F238E27FC236}">
                <a16:creationId xmlns:a16="http://schemas.microsoft.com/office/drawing/2014/main" id="{A81409EF-7FEA-FD10-4B5E-E06B07C660ED}"/>
              </a:ext>
            </a:extLst>
          </p:cNvPr>
          <p:cNvPicPr>
            <a:picLocks noChangeAspect="1"/>
          </p:cNvPicPr>
          <p:nvPr/>
        </p:nvPicPr>
        <p:blipFill>
          <a:blip r:embed="rId2"/>
          <a:stretch>
            <a:fillRect/>
          </a:stretch>
        </p:blipFill>
        <p:spPr>
          <a:xfrm>
            <a:off x="855462" y="1461034"/>
            <a:ext cx="4096867" cy="1841152"/>
          </a:xfrm>
          <a:prstGeom prst="rect">
            <a:avLst/>
          </a:prstGeom>
        </p:spPr>
      </p:pic>
      <p:sp>
        <p:nvSpPr>
          <p:cNvPr id="2" name="TextBox 1">
            <a:extLst>
              <a:ext uri="{FF2B5EF4-FFF2-40B4-BE49-F238E27FC236}">
                <a16:creationId xmlns:a16="http://schemas.microsoft.com/office/drawing/2014/main" id="{C714D75A-2CCB-D3EC-551C-B98D9A16813B}"/>
              </a:ext>
            </a:extLst>
          </p:cNvPr>
          <p:cNvSpPr txBox="1"/>
          <p:nvPr/>
        </p:nvSpPr>
        <p:spPr>
          <a:xfrm>
            <a:off x="3431512" y="2646648"/>
            <a:ext cx="459165" cy="369332"/>
          </a:xfrm>
          <a:prstGeom prst="rect">
            <a:avLst/>
          </a:prstGeom>
          <a:noFill/>
        </p:spPr>
        <p:txBody>
          <a:bodyPr wrap="none" rtlCol="0">
            <a:spAutoFit/>
          </a:bodyPr>
          <a:lstStyle/>
          <a:p>
            <a:r>
              <a:rPr lang="nb-NO" dirty="0"/>
              <a:t>VG</a:t>
            </a:r>
          </a:p>
        </p:txBody>
      </p:sp>
      <p:sp>
        <p:nvSpPr>
          <p:cNvPr id="6" name="TextBox 5">
            <a:extLst>
              <a:ext uri="{FF2B5EF4-FFF2-40B4-BE49-F238E27FC236}">
                <a16:creationId xmlns:a16="http://schemas.microsoft.com/office/drawing/2014/main" id="{B163E00C-FD9A-39BD-DE37-3ADDA11089F8}"/>
              </a:ext>
            </a:extLst>
          </p:cNvPr>
          <p:cNvSpPr txBox="1"/>
          <p:nvPr/>
        </p:nvSpPr>
        <p:spPr>
          <a:xfrm>
            <a:off x="211015" y="3299791"/>
            <a:ext cx="11545555" cy="3539430"/>
          </a:xfrm>
          <a:prstGeom prst="rect">
            <a:avLst/>
          </a:prstGeom>
          <a:noFill/>
        </p:spPr>
        <p:txBody>
          <a:bodyPr wrap="square" rtlCol="0">
            <a:spAutoFit/>
          </a:bodyPr>
          <a:lstStyle/>
          <a:p>
            <a:r>
              <a:rPr lang="nb-NO" sz="2800" b="1" dirty="0"/>
              <a:t>Regnestykket til Anine er slik:</a:t>
            </a:r>
          </a:p>
          <a:p>
            <a:r>
              <a:rPr lang="nb-NO" sz="2800" dirty="0"/>
              <a:t>Investoren eier 10% av 100 mill.  Anine eier 50% av 90 mill. </a:t>
            </a:r>
            <a:r>
              <a:rPr lang="nb-NO" sz="2800" dirty="0" err="1"/>
              <a:t>dvs</a:t>
            </a:r>
            <a:r>
              <a:rPr lang="nb-NO" sz="2800" dirty="0"/>
              <a:t> 45 mill. eller 45% av selskapets markedsverdi på 100 mill.</a:t>
            </a:r>
          </a:p>
          <a:p>
            <a:endParaRPr lang="nb-NO" sz="2800" dirty="0"/>
          </a:p>
          <a:p>
            <a:r>
              <a:rPr lang="nb-NO" sz="2800" dirty="0"/>
              <a:t>Hennes formuesskatt blir: 45 mill.*1,1% = kr 495 000</a:t>
            </a:r>
          </a:p>
          <a:p>
            <a:endParaRPr lang="nb-NO" sz="2800" dirty="0"/>
          </a:p>
          <a:p>
            <a:r>
              <a:rPr lang="nb-NO" sz="2800" dirty="0"/>
              <a:t>Merk: Formuesskattesatsen er 1,1% for formue over 20 millioner og 1% for formue under 20 millioner. Det gis bunnfradrag på 1,7 millioner</a:t>
            </a:r>
          </a:p>
        </p:txBody>
      </p:sp>
    </p:spTree>
    <p:extLst>
      <p:ext uri="{BB962C8B-B14F-4D97-AF65-F5344CB8AC3E}">
        <p14:creationId xmlns:p14="http://schemas.microsoft.com/office/powerpoint/2010/main" val="32906629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11434-558B-BC03-9689-C6C9A6844412}"/>
              </a:ext>
            </a:extLst>
          </p:cNvPr>
          <p:cNvSpPr>
            <a:spLocks noGrp="1"/>
          </p:cNvSpPr>
          <p:nvPr>
            <p:ph type="title"/>
          </p:nvPr>
        </p:nvSpPr>
        <p:spPr>
          <a:xfrm>
            <a:off x="568569" y="-88110"/>
            <a:ext cx="10515600" cy="1325563"/>
          </a:xfrm>
        </p:spPr>
        <p:txBody>
          <a:bodyPr>
            <a:normAutofit/>
          </a:bodyPr>
          <a:lstStyle/>
          <a:p>
            <a:r>
              <a:rPr lang="nb-NO" sz="3600" dirty="0"/>
              <a:t>Hva er feil ved Anines beregning av formuesskatten?</a:t>
            </a:r>
          </a:p>
        </p:txBody>
      </p:sp>
      <p:sp>
        <p:nvSpPr>
          <p:cNvPr id="3" name="Content Placeholder 2">
            <a:extLst>
              <a:ext uri="{FF2B5EF4-FFF2-40B4-BE49-F238E27FC236}">
                <a16:creationId xmlns:a16="http://schemas.microsoft.com/office/drawing/2014/main" id="{233E650E-E598-8017-EA84-0202FB0648F1}"/>
              </a:ext>
            </a:extLst>
          </p:cNvPr>
          <p:cNvSpPr>
            <a:spLocks noGrp="1"/>
          </p:cNvSpPr>
          <p:nvPr>
            <p:ph idx="1"/>
          </p:nvPr>
        </p:nvSpPr>
        <p:spPr>
          <a:xfrm>
            <a:off x="298937" y="1134035"/>
            <a:ext cx="11614639" cy="5042928"/>
          </a:xfrm>
        </p:spPr>
        <p:txBody>
          <a:bodyPr>
            <a:normAutofit lnSpcReduction="10000"/>
          </a:bodyPr>
          <a:lstStyle/>
          <a:p>
            <a:r>
              <a:rPr lang="nb-NO" dirty="0"/>
              <a:t>Hun forutsetter at formuesverdien av selskapet er markedsverdien dvs. 100 mill. slik den ville vært om selskapet var børsnotert.</a:t>
            </a:r>
          </a:p>
          <a:p>
            <a:endParaRPr lang="nb-NO" dirty="0"/>
          </a:p>
          <a:p>
            <a:pPr>
              <a:buFont typeface="Calibri" panose="020F0502020204030204" pitchFamily="34" charset="0"/>
              <a:buChar char="→"/>
            </a:pPr>
            <a:r>
              <a:rPr lang="nb-NO" dirty="0"/>
              <a:t> Men Anines selskap er </a:t>
            </a:r>
            <a:r>
              <a:rPr lang="nb-NO" i="1" dirty="0"/>
              <a:t>et ikke-børsnotert selskap og </a:t>
            </a:r>
            <a:r>
              <a:rPr lang="nb-NO" i="1" dirty="0">
                <a:solidFill>
                  <a:srgbClr val="FF0000"/>
                </a:solidFill>
              </a:rPr>
              <a:t>har ikke andre aktiva enn innskuddet på 10 millioner </a:t>
            </a:r>
            <a:r>
              <a:rPr lang="nb-NO" i="1" dirty="0"/>
              <a:t>i hennes eksempel og </a:t>
            </a:r>
            <a:r>
              <a:rPr lang="nb-NO" i="1" dirty="0">
                <a:solidFill>
                  <a:srgbClr val="FF0000"/>
                </a:solidFill>
              </a:rPr>
              <a:t>ingen gjeld</a:t>
            </a:r>
            <a:r>
              <a:rPr lang="nb-NO" i="1" dirty="0"/>
              <a:t>. </a:t>
            </a:r>
          </a:p>
          <a:p>
            <a:endParaRPr lang="nb-NO" dirty="0"/>
          </a:p>
          <a:p>
            <a:r>
              <a:rPr lang="nb-NO" dirty="0"/>
              <a:t>Ikke børsnoterte selskaper verdsettes etter bokført verdi: </a:t>
            </a:r>
          </a:p>
          <a:p>
            <a:pPr lvl="1"/>
            <a:r>
              <a:rPr lang="nb-NO" sz="2800" dirty="0"/>
              <a:t>Aktiva (10 mill. i innskudd) – gjeld (0)= 10 mill.</a:t>
            </a:r>
          </a:p>
          <a:p>
            <a:pPr lvl="1"/>
            <a:r>
              <a:rPr lang="nb-NO" sz="2800" dirty="0"/>
              <a:t>Anine eier 45% av 10 millioner ikke 45% av 100 millioner.!</a:t>
            </a:r>
          </a:p>
          <a:p>
            <a:endParaRPr lang="nb-NO" dirty="0"/>
          </a:p>
          <a:p>
            <a:r>
              <a:rPr lang="nb-NO" dirty="0"/>
              <a:t>Og hun har ikke tatt hensyn til aksjerabatten eller bunnfradrag!</a:t>
            </a:r>
          </a:p>
        </p:txBody>
      </p:sp>
    </p:spTree>
    <p:extLst>
      <p:ext uri="{BB962C8B-B14F-4D97-AF65-F5344CB8AC3E}">
        <p14:creationId xmlns:p14="http://schemas.microsoft.com/office/powerpoint/2010/main" val="42414397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E6D0EF-66B4-E73C-710E-3E62F656C394}"/>
              </a:ext>
            </a:extLst>
          </p:cNvPr>
          <p:cNvSpPr>
            <a:spLocks noGrp="1"/>
          </p:cNvSpPr>
          <p:nvPr>
            <p:ph idx="1"/>
          </p:nvPr>
        </p:nvSpPr>
        <p:spPr>
          <a:xfrm>
            <a:off x="152399" y="125506"/>
            <a:ext cx="11775141" cy="6051457"/>
          </a:xfrm>
        </p:spPr>
        <p:txBody>
          <a:bodyPr>
            <a:normAutofit/>
          </a:bodyPr>
          <a:lstStyle/>
          <a:p>
            <a:r>
              <a:rPr lang="nb-NO" sz="3000" dirty="0"/>
              <a:t>Anines aksjeformue er 45% av 10 mill. = 4,5 mill. </a:t>
            </a:r>
          </a:p>
          <a:p>
            <a:r>
              <a:rPr lang="nb-NO" sz="3000" dirty="0"/>
              <a:t>Anine har et bunnfradrag på 1,7 mill. (2025) </a:t>
            </a:r>
          </a:p>
          <a:p>
            <a:r>
              <a:rPr lang="nb-NO" sz="3000" dirty="0"/>
              <a:t>Det gis 20% rabatt på aksjeformuen:</a:t>
            </a:r>
          </a:p>
          <a:p>
            <a:r>
              <a:rPr lang="nb-NO" sz="3000" dirty="0"/>
              <a:t> Formuesskatten blir: (4,5 mill.*(100% - 20%) - 1,7 mill.)*1% = 19 000 kr</a:t>
            </a:r>
          </a:p>
          <a:p>
            <a:r>
              <a:rPr lang="nb-NO" sz="3000" b="1" dirty="0">
                <a:solidFill>
                  <a:srgbClr val="FF0000"/>
                </a:solidFill>
              </a:rPr>
              <a:t>Fra 500 000 i formueskatt til 19 000! </a:t>
            </a:r>
          </a:p>
          <a:p>
            <a:endParaRPr lang="nb-NO" sz="3000" dirty="0"/>
          </a:p>
          <a:p>
            <a:r>
              <a:rPr lang="nb-NO" sz="3000" dirty="0"/>
              <a:t>Anines oppslag ble brukt av de borgerlige partiene, konservative tenketanker mm. for å synliggjøre hvor skadelig formuesskatten var</a:t>
            </a:r>
          </a:p>
          <a:p>
            <a:r>
              <a:rPr lang="nb-NO" sz="3000"/>
              <a:t>En grunder </a:t>
            </a:r>
            <a:r>
              <a:rPr lang="nb-NO" sz="3000" dirty="0"/>
              <a:t>skrev innlegg i VG og avdekket hva sannheten var og Stang la seg flat: </a:t>
            </a:r>
            <a:r>
              <a:rPr lang="nb-NO" sz="3000" dirty="0">
                <a:hlinkClick r:id="rId2"/>
              </a:rPr>
              <a:t>https://www.vg.no/nyheter/i/yEV9dr/stangs-skattemisforstaaelse</a:t>
            </a:r>
            <a:endParaRPr lang="nb-NO" sz="3000" dirty="0"/>
          </a:p>
          <a:p>
            <a:pPr marL="0" indent="0">
              <a:buNone/>
            </a:pPr>
            <a:r>
              <a:rPr lang="nb-NO" sz="3000" dirty="0"/>
              <a:t> </a:t>
            </a:r>
          </a:p>
          <a:p>
            <a:endParaRPr lang="nb-NO" dirty="0"/>
          </a:p>
        </p:txBody>
      </p:sp>
    </p:spTree>
    <p:extLst>
      <p:ext uri="{BB962C8B-B14F-4D97-AF65-F5344CB8AC3E}">
        <p14:creationId xmlns:p14="http://schemas.microsoft.com/office/powerpoint/2010/main" val="2071279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 calcmode="lin" valueType="num">
                                      <p:cBhvr additive="base">
                                        <p:cTn id="1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 calcmode="lin" valueType="num">
                                      <p:cBhvr additive="base">
                                        <p:cTn id="2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 calcmode="lin" valueType="num">
                                      <p:cBhvr additive="base">
                                        <p:cTn id="2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D81DA-8297-4181-E9B3-106B29916937}"/>
              </a:ext>
            </a:extLst>
          </p:cNvPr>
          <p:cNvSpPr>
            <a:spLocks noGrp="1"/>
          </p:cNvSpPr>
          <p:nvPr>
            <p:ph type="title"/>
          </p:nvPr>
        </p:nvSpPr>
        <p:spPr>
          <a:xfrm>
            <a:off x="838200" y="184255"/>
            <a:ext cx="10515600" cy="669855"/>
          </a:xfrm>
        </p:spPr>
        <p:txBody>
          <a:bodyPr>
            <a:normAutofit/>
          </a:bodyPr>
          <a:lstStyle/>
          <a:p>
            <a:r>
              <a:rPr lang="nb-NO" sz="3200" dirty="0"/>
              <a:t>Noen kommentarer til eksemplet med VG-oppslaget til Anine</a:t>
            </a:r>
          </a:p>
        </p:txBody>
      </p:sp>
      <p:sp>
        <p:nvSpPr>
          <p:cNvPr id="3" name="Content Placeholder 2">
            <a:extLst>
              <a:ext uri="{FF2B5EF4-FFF2-40B4-BE49-F238E27FC236}">
                <a16:creationId xmlns:a16="http://schemas.microsoft.com/office/drawing/2014/main" id="{44C7A857-A982-9B8C-6F4B-F1A4F8350A93}"/>
              </a:ext>
            </a:extLst>
          </p:cNvPr>
          <p:cNvSpPr>
            <a:spLocks noGrp="1"/>
          </p:cNvSpPr>
          <p:nvPr>
            <p:ph idx="1"/>
          </p:nvPr>
        </p:nvSpPr>
        <p:spPr>
          <a:xfrm>
            <a:off x="331596" y="1095270"/>
            <a:ext cx="11615894" cy="5081693"/>
          </a:xfrm>
        </p:spPr>
        <p:txBody>
          <a:bodyPr>
            <a:normAutofit/>
          </a:bodyPr>
          <a:lstStyle/>
          <a:p>
            <a:r>
              <a:rPr lang="nb-NO" dirty="0"/>
              <a:t>Hvis Anines selskap hadde vært børsnotert og aksjemarkedet hadde verdsatt hennes selskap til 100 millioner ville hennes eksempel vært riktig.</a:t>
            </a:r>
          </a:p>
          <a:p>
            <a:endParaRPr lang="nb-NO" dirty="0"/>
          </a:p>
          <a:p>
            <a:r>
              <a:rPr lang="nb-NO" dirty="0"/>
              <a:t>Smarte investorer tar sine selskaper </a:t>
            </a:r>
            <a:r>
              <a:rPr lang="nb-NO" i="1" dirty="0">
                <a:solidFill>
                  <a:srgbClr val="FF0000"/>
                </a:solidFill>
              </a:rPr>
              <a:t>av børs </a:t>
            </a:r>
            <a:r>
              <a:rPr lang="nb-NO" dirty="0"/>
              <a:t>hvis de ønsker å spare formuesskatt fordi formuesverdien da blir betydelig lavere.</a:t>
            </a:r>
          </a:p>
          <a:p>
            <a:endParaRPr lang="nb-NO" dirty="0"/>
          </a:p>
          <a:p>
            <a:r>
              <a:rPr lang="nb-NO" dirty="0"/>
              <a:t>I eksemplet til Anine røres ikke investorpengene </a:t>
            </a:r>
            <a:r>
              <a:rPr lang="nb-NO" dirty="0" err="1"/>
              <a:t>dvs</a:t>
            </a:r>
            <a:r>
              <a:rPr lang="nb-NO" dirty="0"/>
              <a:t> de står på bok hele året. I virkeligheten ville innskuddet på kr 10 </a:t>
            </a:r>
            <a:r>
              <a:rPr lang="nb-NO" dirty="0" err="1"/>
              <a:t>mill</a:t>
            </a:r>
            <a:r>
              <a:rPr lang="nb-NO" dirty="0"/>
              <a:t> blitt helt eller delvis brukt opp  i løpet av året å betale driftsutgifter (lønn mm) og utviklingskostnader i selskapet slik at formuesverdien ville vært betydelig lavere enn 10 mill. </a:t>
            </a:r>
          </a:p>
        </p:txBody>
      </p:sp>
    </p:spTree>
    <p:extLst>
      <p:ext uri="{BB962C8B-B14F-4D97-AF65-F5344CB8AC3E}">
        <p14:creationId xmlns:p14="http://schemas.microsoft.com/office/powerpoint/2010/main" val="2167630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E1C7C-4F3C-33D6-6A38-B1A6D53B218D}"/>
              </a:ext>
            </a:extLst>
          </p:cNvPr>
          <p:cNvSpPr>
            <a:spLocks noGrp="1"/>
          </p:cNvSpPr>
          <p:nvPr>
            <p:ph type="title"/>
          </p:nvPr>
        </p:nvSpPr>
        <p:spPr/>
        <p:txBody>
          <a:bodyPr/>
          <a:lstStyle/>
          <a:p>
            <a:r>
              <a:rPr lang="nb-NO" dirty="0"/>
              <a:t>Disposisjon videre i dag</a:t>
            </a:r>
          </a:p>
        </p:txBody>
      </p:sp>
      <p:sp>
        <p:nvSpPr>
          <p:cNvPr id="3" name="Content Placeholder 2">
            <a:extLst>
              <a:ext uri="{FF2B5EF4-FFF2-40B4-BE49-F238E27FC236}">
                <a16:creationId xmlns:a16="http://schemas.microsoft.com/office/drawing/2014/main" id="{13E78AAA-A9DC-172C-5980-AF53B327123F}"/>
              </a:ext>
            </a:extLst>
          </p:cNvPr>
          <p:cNvSpPr>
            <a:spLocks noGrp="1"/>
          </p:cNvSpPr>
          <p:nvPr>
            <p:ph idx="1"/>
          </p:nvPr>
        </p:nvSpPr>
        <p:spPr>
          <a:xfrm>
            <a:off x="838199" y="1825625"/>
            <a:ext cx="10959905" cy="4351338"/>
          </a:xfrm>
        </p:spPr>
        <p:txBody>
          <a:bodyPr>
            <a:normAutofit fontScale="92500" lnSpcReduction="10000"/>
          </a:bodyPr>
          <a:lstStyle/>
          <a:p>
            <a:pPr marL="742950" indent="-742950">
              <a:buFont typeface="+mj-lt"/>
              <a:buAutoNum type="arabicPeriod"/>
            </a:pPr>
            <a:r>
              <a:rPr lang="nb-NO" sz="3600" dirty="0"/>
              <a:t>Aksjegevinst eller renteinntekt? </a:t>
            </a:r>
          </a:p>
          <a:p>
            <a:pPr marL="742950" indent="-742950">
              <a:buFont typeface="+mj-lt"/>
              <a:buAutoNum type="arabicPeriod"/>
            </a:pPr>
            <a:endParaRPr lang="nb-NO" sz="3600" dirty="0"/>
          </a:p>
          <a:p>
            <a:pPr marL="742950" indent="-742950">
              <a:buFont typeface="+mj-lt"/>
              <a:buAutoNum type="arabicPeriod"/>
            </a:pPr>
            <a:r>
              <a:rPr lang="nb-NO" sz="3600" dirty="0"/>
              <a:t>Verdien av skattefradrag</a:t>
            </a:r>
          </a:p>
          <a:p>
            <a:pPr marL="742950" indent="-742950">
              <a:buFont typeface="+mj-lt"/>
              <a:buAutoNum type="arabicPeriod"/>
            </a:pPr>
            <a:endParaRPr lang="nb-NO" sz="3600" dirty="0"/>
          </a:p>
          <a:p>
            <a:pPr marL="742950" indent="-742950">
              <a:buFont typeface="+mj-lt"/>
              <a:buAutoNum type="arabicPeriod"/>
            </a:pPr>
            <a:r>
              <a:rPr lang="nb-NO" sz="3600" dirty="0"/>
              <a:t>Den amerikanske drømmen. I Norge eller USA?</a:t>
            </a:r>
          </a:p>
          <a:p>
            <a:pPr marL="742950" indent="-742950">
              <a:buFont typeface="+mj-lt"/>
              <a:buAutoNum type="arabicPeriod"/>
            </a:pPr>
            <a:endParaRPr lang="nb-NO" sz="3600" dirty="0"/>
          </a:p>
          <a:p>
            <a:pPr marL="742950" indent="-742950">
              <a:buFont typeface="+mj-lt"/>
              <a:buAutoNum type="arabicPeriod"/>
            </a:pPr>
            <a:r>
              <a:rPr lang="nb-NO" sz="3600" dirty="0"/>
              <a:t>Tilbakeholdt utbytte i selskap eller motta utbytte? Hva er best for aksjonær?</a:t>
            </a:r>
          </a:p>
        </p:txBody>
      </p:sp>
    </p:spTree>
    <p:extLst>
      <p:ext uri="{BB962C8B-B14F-4D97-AF65-F5344CB8AC3E}">
        <p14:creationId xmlns:p14="http://schemas.microsoft.com/office/powerpoint/2010/main" val="6969792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68169-9DD8-5600-ACF0-CD4B05C1C7E4}"/>
              </a:ext>
            </a:extLst>
          </p:cNvPr>
          <p:cNvSpPr>
            <a:spLocks noGrp="1"/>
          </p:cNvSpPr>
          <p:nvPr>
            <p:ph type="title"/>
          </p:nvPr>
        </p:nvSpPr>
        <p:spPr>
          <a:xfrm>
            <a:off x="838200" y="365126"/>
            <a:ext cx="10515600" cy="862096"/>
          </a:xfrm>
        </p:spPr>
        <p:txBody>
          <a:bodyPr>
            <a:noAutofit/>
          </a:bodyPr>
          <a:lstStyle/>
          <a:p>
            <a:r>
              <a:rPr lang="nb-NO" b="1" dirty="0">
                <a:latin typeface="+mn-lt"/>
              </a:rPr>
              <a:t>1. Aksjegevinst eller renteinntekt?</a:t>
            </a:r>
            <a:br>
              <a:rPr lang="nb-NO" b="1" dirty="0"/>
            </a:br>
            <a:endParaRPr lang="nb-NO" b="1" dirty="0"/>
          </a:p>
        </p:txBody>
      </p:sp>
      <p:sp>
        <p:nvSpPr>
          <p:cNvPr id="3" name="Content Placeholder 2">
            <a:extLst>
              <a:ext uri="{FF2B5EF4-FFF2-40B4-BE49-F238E27FC236}">
                <a16:creationId xmlns:a16="http://schemas.microsoft.com/office/drawing/2014/main" id="{F182CEB8-57F0-0E5C-9ADE-25745B1E2185}"/>
              </a:ext>
            </a:extLst>
          </p:cNvPr>
          <p:cNvSpPr>
            <a:spLocks noGrp="1"/>
          </p:cNvSpPr>
          <p:nvPr>
            <p:ph idx="1"/>
          </p:nvPr>
        </p:nvSpPr>
        <p:spPr>
          <a:xfrm>
            <a:off x="381000" y="1591259"/>
            <a:ext cx="11430000" cy="4901616"/>
          </a:xfrm>
        </p:spPr>
        <p:txBody>
          <a:bodyPr>
            <a:normAutofit/>
          </a:bodyPr>
          <a:lstStyle/>
          <a:p>
            <a:r>
              <a:rPr lang="nb-NO" sz="3600" dirty="0"/>
              <a:t>Kr 100.000 i renter</a:t>
            </a:r>
          </a:p>
          <a:p>
            <a:endParaRPr lang="nb-NO" sz="3600" dirty="0"/>
          </a:p>
          <a:p>
            <a:pPr marL="0" indent="0">
              <a:buNone/>
            </a:pPr>
            <a:r>
              <a:rPr lang="nb-NO" sz="3600" dirty="0"/>
              <a:t>Eller</a:t>
            </a:r>
          </a:p>
          <a:p>
            <a:pPr marL="0" indent="0">
              <a:buNone/>
            </a:pPr>
            <a:endParaRPr lang="nb-NO" sz="3600" dirty="0"/>
          </a:p>
          <a:p>
            <a:r>
              <a:rPr lang="nb-NO" sz="3600" dirty="0"/>
              <a:t>kr 125.482 i aksjegevinst? </a:t>
            </a:r>
          </a:p>
          <a:p>
            <a:endParaRPr lang="nb-NO" sz="3600" dirty="0"/>
          </a:p>
          <a:p>
            <a:r>
              <a:rPr lang="nb-NO" sz="3600" dirty="0"/>
              <a:t>Hva skal vi velge? La oss se vekk fra at aksjekurser kan gå opp eller ned.</a:t>
            </a:r>
          </a:p>
          <a:p>
            <a:endParaRPr lang="nb-NO" sz="3200" dirty="0"/>
          </a:p>
          <a:p>
            <a:pPr marL="0" indent="0">
              <a:buNone/>
            </a:pPr>
            <a:endParaRPr lang="nb-NO" sz="3200" dirty="0"/>
          </a:p>
        </p:txBody>
      </p:sp>
    </p:spTree>
    <p:extLst>
      <p:ext uri="{BB962C8B-B14F-4D97-AF65-F5344CB8AC3E}">
        <p14:creationId xmlns:p14="http://schemas.microsoft.com/office/powerpoint/2010/main" val="9904818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320057-E7DF-3D82-6B01-0E243E7E3663}"/>
              </a:ext>
            </a:extLst>
          </p:cNvPr>
          <p:cNvSpPr>
            <a:spLocks noGrp="1"/>
          </p:cNvSpPr>
          <p:nvPr>
            <p:ph idx="1"/>
          </p:nvPr>
        </p:nvSpPr>
        <p:spPr>
          <a:xfrm>
            <a:off x="445167" y="511126"/>
            <a:ext cx="11413897" cy="5665837"/>
          </a:xfrm>
        </p:spPr>
        <p:txBody>
          <a:bodyPr>
            <a:normAutofit/>
          </a:bodyPr>
          <a:lstStyle/>
          <a:p>
            <a:r>
              <a:rPr lang="nb-NO" sz="3600" dirty="0"/>
              <a:t>Skatt på renteinntekt er 22%. Du sitter du igjen med:</a:t>
            </a:r>
          </a:p>
          <a:p>
            <a:pPr lvl="1"/>
            <a:r>
              <a:rPr lang="nb-NO" sz="3600" dirty="0"/>
              <a:t>100 000 × (1 − 0,22) = </a:t>
            </a:r>
            <a:r>
              <a:rPr lang="nb-NO" sz="3600" b="1" dirty="0"/>
              <a:t>78 000 kr</a:t>
            </a:r>
            <a:endParaRPr lang="nb-NO" sz="3600" dirty="0"/>
          </a:p>
          <a:p>
            <a:endParaRPr lang="nb-NO" sz="3600" dirty="0"/>
          </a:p>
          <a:p>
            <a:r>
              <a:rPr lang="nb-NO" sz="3600" dirty="0"/>
              <a:t>Skatt på aksjegevinst er 37,84%. Du sitter du igjen med:</a:t>
            </a:r>
          </a:p>
          <a:p>
            <a:pPr lvl="1"/>
            <a:r>
              <a:rPr lang="nb-NO" sz="3600" dirty="0"/>
              <a:t>125.482(100%-37,84%) = </a:t>
            </a:r>
            <a:r>
              <a:rPr lang="nb-NO" sz="3600" b="1" dirty="0"/>
              <a:t>78.000 </a:t>
            </a:r>
          </a:p>
          <a:p>
            <a:endParaRPr lang="nb-NO" sz="3600" dirty="0"/>
          </a:p>
          <a:p>
            <a:r>
              <a:rPr lang="nb-NO" sz="3600" dirty="0"/>
              <a:t>Vi er indifferente!</a:t>
            </a:r>
          </a:p>
        </p:txBody>
      </p:sp>
    </p:spTree>
    <p:extLst>
      <p:ext uri="{BB962C8B-B14F-4D97-AF65-F5344CB8AC3E}">
        <p14:creationId xmlns:p14="http://schemas.microsoft.com/office/powerpoint/2010/main" val="27340636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C4AAF-9558-1F06-D43B-2DAFCA7C4049}"/>
              </a:ext>
            </a:extLst>
          </p:cNvPr>
          <p:cNvSpPr>
            <a:spLocks noGrp="1"/>
          </p:cNvSpPr>
          <p:nvPr>
            <p:ph type="title"/>
          </p:nvPr>
        </p:nvSpPr>
        <p:spPr/>
        <p:txBody>
          <a:bodyPr/>
          <a:lstStyle/>
          <a:p>
            <a:r>
              <a:rPr lang="nb-NO" dirty="0"/>
              <a:t>Jeg har sett bort fra </a:t>
            </a:r>
          </a:p>
        </p:txBody>
      </p:sp>
      <p:sp>
        <p:nvSpPr>
          <p:cNvPr id="3" name="Content Placeholder 2">
            <a:extLst>
              <a:ext uri="{FF2B5EF4-FFF2-40B4-BE49-F238E27FC236}">
                <a16:creationId xmlns:a16="http://schemas.microsoft.com/office/drawing/2014/main" id="{6E2570F1-E2BD-9EEF-4221-D5062AFBDA86}"/>
              </a:ext>
            </a:extLst>
          </p:cNvPr>
          <p:cNvSpPr>
            <a:spLocks noGrp="1"/>
          </p:cNvSpPr>
          <p:nvPr>
            <p:ph idx="1"/>
          </p:nvPr>
        </p:nvSpPr>
        <p:spPr>
          <a:xfrm>
            <a:off x="838199" y="1825625"/>
            <a:ext cx="10964779" cy="4351338"/>
          </a:xfrm>
        </p:spPr>
        <p:txBody>
          <a:bodyPr>
            <a:normAutofit/>
          </a:bodyPr>
          <a:lstStyle/>
          <a:p>
            <a:r>
              <a:rPr lang="nb-NO" sz="3600" dirty="0"/>
              <a:t>Skjermingsfradrag for utbytte (mer om det siden)</a:t>
            </a:r>
          </a:p>
          <a:p>
            <a:endParaRPr lang="nb-NO" sz="3600" dirty="0"/>
          </a:p>
          <a:p>
            <a:r>
              <a:rPr lang="nb-NO" sz="3600" dirty="0"/>
              <a:t>Forventet utvikling i realavkastning på aksjer </a:t>
            </a:r>
            <a:r>
              <a:rPr lang="nb-NO" sz="3600" dirty="0" err="1"/>
              <a:t>vs</a:t>
            </a:r>
            <a:r>
              <a:rPr lang="nb-NO" sz="3600" dirty="0"/>
              <a:t> bankinnskudd</a:t>
            </a:r>
          </a:p>
          <a:p>
            <a:endParaRPr lang="nb-NO" sz="3600" dirty="0"/>
          </a:p>
          <a:p>
            <a:r>
              <a:rPr lang="nb-NO" sz="3600" dirty="0"/>
              <a:t>Risiko for tap eller gevinst aksjer</a:t>
            </a:r>
          </a:p>
        </p:txBody>
      </p:sp>
    </p:spTree>
    <p:extLst>
      <p:ext uri="{BB962C8B-B14F-4D97-AF65-F5344CB8AC3E}">
        <p14:creationId xmlns:p14="http://schemas.microsoft.com/office/powerpoint/2010/main" val="34524066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B82AD-AB53-8D27-AEE7-8658F919F97D}"/>
              </a:ext>
            </a:extLst>
          </p:cNvPr>
          <p:cNvSpPr>
            <a:spLocks noGrp="1"/>
          </p:cNvSpPr>
          <p:nvPr>
            <p:ph type="title"/>
          </p:nvPr>
        </p:nvSpPr>
        <p:spPr/>
        <p:txBody>
          <a:bodyPr/>
          <a:lstStyle/>
          <a:p>
            <a:r>
              <a:rPr lang="nb-NO" b="1" dirty="0"/>
              <a:t>2</a:t>
            </a:r>
            <a:r>
              <a:rPr lang="nb-NO" dirty="0"/>
              <a:t>. </a:t>
            </a:r>
            <a:r>
              <a:rPr lang="nb-NO" b="1" dirty="0"/>
              <a:t>Verdien av skattefradrag</a:t>
            </a:r>
          </a:p>
        </p:txBody>
      </p:sp>
      <p:sp>
        <p:nvSpPr>
          <p:cNvPr id="3" name="Content Placeholder 2">
            <a:extLst>
              <a:ext uri="{FF2B5EF4-FFF2-40B4-BE49-F238E27FC236}">
                <a16:creationId xmlns:a16="http://schemas.microsoft.com/office/drawing/2014/main" id="{7FC4A7B0-230E-D663-29AB-DFC2E343F0FC}"/>
              </a:ext>
            </a:extLst>
          </p:cNvPr>
          <p:cNvSpPr>
            <a:spLocks noGrp="1"/>
          </p:cNvSpPr>
          <p:nvPr>
            <p:ph idx="1"/>
          </p:nvPr>
        </p:nvSpPr>
        <p:spPr>
          <a:xfrm>
            <a:off x="468923" y="1825625"/>
            <a:ext cx="10884877" cy="4667250"/>
          </a:xfrm>
        </p:spPr>
        <p:txBody>
          <a:bodyPr>
            <a:normAutofit fontScale="92500" lnSpcReduction="20000"/>
          </a:bodyPr>
          <a:lstStyle/>
          <a:p>
            <a:r>
              <a:rPr lang="nb-NO" sz="3600" dirty="0"/>
              <a:t>Pia tjener kr 600.000 i året i hvert år i 3 år. </a:t>
            </a:r>
          </a:p>
          <a:p>
            <a:endParaRPr lang="nb-NO" sz="3600" dirty="0"/>
          </a:p>
          <a:p>
            <a:r>
              <a:rPr lang="nb-NO" sz="3600" dirty="0"/>
              <a:t>Hvert år kan hun trekke fra kr 100.000 i minstefradrag. </a:t>
            </a:r>
          </a:p>
          <a:p>
            <a:endParaRPr lang="nb-NO" sz="3600" dirty="0"/>
          </a:p>
          <a:p>
            <a:r>
              <a:rPr lang="nb-NO" sz="3600" dirty="0"/>
              <a:t>Sylvi Listhaug er blitt statsminister og tilbyr Pia følgende valg: </a:t>
            </a:r>
          </a:p>
          <a:p>
            <a:pPr lvl="1"/>
            <a:r>
              <a:rPr lang="nb-NO" sz="3200" dirty="0"/>
              <a:t>Trekke fra alle minstefradragene mot inntekten første år </a:t>
            </a:r>
          </a:p>
          <a:p>
            <a:pPr marL="457200" lvl="1" indent="0">
              <a:buNone/>
            </a:pPr>
            <a:r>
              <a:rPr lang="nb-NO" sz="3200" dirty="0">
                <a:solidFill>
                  <a:srgbClr val="FF0000"/>
                </a:solidFill>
              </a:rPr>
              <a:t>eller </a:t>
            </a:r>
          </a:p>
          <a:p>
            <a:pPr lvl="1"/>
            <a:r>
              <a:rPr lang="nb-NO" sz="3200" dirty="0"/>
              <a:t>spre dem over tre år (dagens ordning). </a:t>
            </a:r>
          </a:p>
          <a:p>
            <a:endParaRPr lang="nb-NO" sz="3600" dirty="0"/>
          </a:p>
          <a:p>
            <a:r>
              <a:rPr lang="nb-NO" sz="3600" dirty="0"/>
              <a:t>Hva bør Pia gjøre?</a:t>
            </a:r>
          </a:p>
          <a:p>
            <a:endParaRPr lang="nb-NO" dirty="0"/>
          </a:p>
        </p:txBody>
      </p:sp>
    </p:spTree>
    <p:extLst>
      <p:ext uri="{BB962C8B-B14F-4D97-AF65-F5344CB8AC3E}">
        <p14:creationId xmlns:p14="http://schemas.microsoft.com/office/powerpoint/2010/main" val="17133146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4D28A-4ACB-480D-2EF5-9BC61B50EF0A}"/>
              </a:ext>
            </a:extLst>
          </p:cNvPr>
          <p:cNvSpPr>
            <a:spLocks noGrp="1"/>
          </p:cNvSpPr>
          <p:nvPr>
            <p:ph type="title"/>
          </p:nvPr>
        </p:nvSpPr>
        <p:spPr>
          <a:xfrm>
            <a:off x="286043" y="365125"/>
            <a:ext cx="11619914" cy="1325563"/>
          </a:xfrm>
        </p:spPr>
        <p:txBody>
          <a:bodyPr>
            <a:noAutofit/>
          </a:bodyPr>
          <a:lstStyle/>
          <a:p>
            <a:r>
              <a:rPr lang="nb-NO" sz="3600" b="1" dirty="0"/>
              <a:t>Pia betaler 34% i skatt og bruker en diskonteringsfaktor på 4%</a:t>
            </a:r>
            <a:br>
              <a:rPr lang="nb-NO" sz="3600" dirty="0"/>
            </a:br>
            <a:endParaRPr lang="nb-NO" sz="36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2D43E30-EF7A-04FD-45BD-981176CCE89C}"/>
                  </a:ext>
                </a:extLst>
              </p:cNvPr>
              <p:cNvSpPr>
                <a:spLocks noGrp="1"/>
              </p:cNvSpPr>
              <p:nvPr>
                <p:ph idx="1"/>
              </p:nvPr>
            </p:nvSpPr>
            <p:spPr>
              <a:xfrm>
                <a:off x="248529" y="1875692"/>
                <a:ext cx="11657428" cy="4301271"/>
              </a:xfrm>
            </p:spPr>
            <p:txBody>
              <a:bodyPr/>
              <a:lstStyle/>
              <a:p>
                <a:r>
                  <a:rPr lang="nb-NO" sz="3600" b="1" dirty="0"/>
                  <a:t>Dagens ordning:</a:t>
                </a:r>
              </a:p>
              <a:p>
                <a:endParaRPr lang="nb-NO" sz="3600" dirty="0"/>
              </a:p>
              <a:p>
                <a:r>
                  <a:rPr lang="nb-NO" sz="3600" dirty="0"/>
                  <a:t>Skattebesparelse i hvert år: 34% × 100 000 = 34 000 kr</a:t>
                </a:r>
              </a:p>
              <a:p>
                <a:endParaRPr lang="nb-NO" sz="3600" dirty="0"/>
              </a:p>
              <a:p>
                <a:r>
                  <a:rPr lang="nb-NO" sz="3600" dirty="0"/>
                  <a:t>Nåverdi av fradragene over tre år:</a:t>
                </a:r>
              </a:p>
              <a:p>
                <a:endParaRPr lang="nb-NO" sz="3600" dirty="0"/>
              </a:p>
              <a:p>
                <a:pPr marL="0" indent="0">
                  <a:buNone/>
                </a:pPr>
                <a14:m>
                  <m:oMathPara xmlns:m="http://schemas.openxmlformats.org/officeDocument/2006/math">
                    <m:oMathParaPr>
                      <m:jc m:val="centerGroup"/>
                    </m:oMathParaPr>
                    <m:oMath xmlns:m="http://schemas.openxmlformats.org/officeDocument/2006/math">
                      <m:r>
                        <m:rPr>
                          <m:nor/>
                        </m:rPr>
                        <a:rPr lang="nb-NO" sz="3600" dirty="0"/>
                        <m:t>NPV</m:t>
                      </m:r>
                      <m:r>
                        <m:rPr>
                          <m:nor/>
                        </m:rPr>
                        <a:rPr lang="nb-NO" sz="3600" dirty="0"/>
                        <m:t> = 34 000/1,04 + 34 000/1,04² + 34 000/1,04³≈ </m:t>
                      </m:r>
                      <m:r>
                        <m:rPr>
                          <m:nor/>
                        </m:rPr>
                        <a:rPr lang="nb-NO" sz="3600" b="1" dirty="0"/>
                        <m:t>94 353 </m:t>
                      </m:r>
                      <m:r>
                        <m:rPr>
                          <m:nor/>
                        </m:rPr>
                        <a:rPr lang="nb-NO" sz="3600" b="1" dirty="0"/>
                        <m:t>kr</m:t>
                      </m:r>
                    </m:oMath>
                  </m:oMathPara>
                </a14:m>
                <a:endParaRPr lang="en-US" sz="3600" dirty="0"/>
              </a:p>
              <a:p>
                <a:pPr marL="0" indent="0">
                  <a:buNone/>
                </a:pPr>
                <a:endParaRPr lang="nb-NO" dirty="0"/>
              </a:p>
            </p:txBody>
          </p:sp>
        </mc:Choice>
        <mc:Fallback xmlns="">
          <p:sp>
            <p:nvSpPr>
              <p:cNvPr id="3" name="Content Placeholder 2">
                <a:extLst>
                  <a:ext uri="{FF2B5EF4-FFF2-40B4-BE49-F238E27FC236}">
                    <a16:creationId xmlns:a16="http://schemas.microsoft.com/office/drawing/2014/main" id="{A2D43E30-EF7A-04FD-45BD-981176CCE89C}"/>
                  </a:ext>
                </a:extLst>
              </p:cNvPr>
              <p:cNvSpPr>
                <a:spLocks noGrp="1" noRot="1" noChangeAspect="1" noMove="1" noResize="1" noEditPoints="1" noAdjustHandles="1" noChangeArrowheads="1" noChangeShapeType="1" noTextEdit="1"/>
              </p:cNvSpPr>
              <p:nvPr>
                <p:ph idx="1"/>
              </p:nvPr>
            </p:nvSpPr>
            <p:spPr>
              <a:xfrm>
                <a:off x="248529" y="1875692"/>
                <a:ext cx="11657428" cy="4301271"/>
              </a:xfrm>
              <a:blipFill>
                <a:blip r:embed="rId2"/>
                <a:stretch>
                  <a:fillRect l="-1464" t="-3546"/>
                </a:stretch>
              </a:blipFill>
            </p:spPr>
            <p:txBody>
              <a:bodyPr/>
              <a:lstStyle/>
              <a:p>
                <a:r>
                  <a:rPr lang="nb-NO">
                    <a:noFill/>
                  </a:rPr>
                  <a:t> </a:t>
                </a:r>
              </a:p>
            </p:txBody>
          </p:sp>
        </mc:Fallback>
      </mc:AlternateContent>
    </p:spTree>
    <p:extLst>
      <p:ext uri="{BB962C8B-B14F-4D97-AF65-F5344CB8AC3E}">
        <p14:creationId xmlns:p14="http://schemas.microsoft.com/office/powerpoint/2010/main" val="17708471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9299B-D9EC-FF35-5511-D17D3B480DE2}"/>
              </a:ext>
            </a:extLst>
          </p:cNvPr>
          <p:cNvSpPr>
            <a:spLocks noGrp="1"/>
          </p:cNvSpPr>
          <p:nvPr>
            <p:ph type="title"/>
          </p:nvPr>
        </p:nvSpPr>
        <p:spPr/>
        <p:txBody>
          <a:bodyPr>
            <a:normAutofit/>
          </a:bodyPr>
          <a:lstStyle/>
          <a:p>
            <a:r>
              <a:rPr lang="nb-NO" sz="3600" b="1" dirty="0"/>
              <a:t>Listhaugs tilbud</a:t>
            </a:r>
            <a:r>
              <a:rPr lang="nb-NO" sz="3600" dirty="0"/>
              <a:t> </a:t>
            </a:r>
            <a:br>
              <a:rPr lang="nb-NO" sz="3600" dirty="0"/>
            </a:br>
            <a:r>
              <a:rPr lang="nb-NO" sz="3600" dirty="0"/>
              <a:t>(</a:t>
            </a:r>
            <a:r>
              <a:rPr lang="nb-NO" sz="3200" dirty="0"/>
              <a:t>alle tre minstefradragene (300 000 kr) trekkes fra i år 1)</a:t>
            </a:r>
            <a:endParaRPr lang="nb-NO" sz="36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1E6070B-BABE-CF6D-9044-8DE5482BE4D3}"/>
                  </a:ext>
                </a:extLst>
              </p:cNvPr>
              <p:cNvSpPr>
                <a:spLocks noGrp="1"/>
              </p:cNvSpPr>
              <p:nvPr>
                <p:ph idx="1"/>
              </p:nvPr>
            </p:nvSpPr>
            <p:spPr/>
            <p:txBody>
              <a:bodyPr>
                <a:normAutofit/>
              </a:bodyPr>
              <a:lstStyle/>
              <a:p>
                <a:r>
                  <a:rPr lang="nb-NO" sz="3200" dirty="0"/>
                  <a:t>Skattebesparelse i år 1: 0,34 × 300 000 = 102 000 kr</a:t>
                </a:r>
              </a:p>
              <a:p>
                <a:endParaRPr lang="nb-NO" sz="3200" dirty="0"/>
              </a:p>
              <a:p>
                <a:pPr marL="0" indent="0">
                  <a:buNone/>
                </a:pPr>
                <a14:m>
                  <m:oMathPara xmlns:m="http://schemas.openxmlformats.org/officeDocument/2006/math">
                    <m:oMathParaPr>
                      <m:jc m:val="centerGroup"/>
                    </m:oMathParaPr>
                    <m:oMath xmlns:m="http://schemas.openxmlformats.org/officeDocument/2006/math">
                      <m:r>
                        <m:rPr>
                          <m:nor/>
                        </m:rPr>
                        <a:rPr lang="nb-NO" sz="3200" dirty="0"/>
                        <m:t>NPV</m:t>
                      </m:r>
                      <m:r>
                        <m:rPr>
                          <m:nor/>
                        </m:rPr>
                        <a:rPr lang="nb-NO" sz="3200" dirty="0"/>
                        <m:t> = 102 000/1,04 ≈ </m:t>
                      </m:r>
                      <m:r>
                        <m:rPr>
                          <m:nor/>
                        </m:rPr>
                        <a:rPr lang="nb-NO" sz="3200" b="1" dirty="0"/>
                        <m:t>98 077 </m:t>
                      </m:r>
                      <m:r>
                        <m:rPr>
                          <m:nor/>
                        </m:rPr>
                        <a:rPr lang="nb-NO" sz="3200" b="1" dirty="0"/>
                        <m:t>kr</m:t>
                      </m:r>
                    </m:oMath>
                  </m:oMathPara>
                </a14:m>
                <a:endParaRPr lang="nb-NO" sz="3200" dirty="0"/>
              </a:p>
              <a:p>
                <a:pPr marL="0" indent="0">
                  <a:buNone/>
                </a:pPr>
                <a:endParaRPr lang="nb-NO" sz="3200" dirty="0"/>
              </a:p>
              <a:p>
                <a:pPr marL="0" indent="0">
                  <a:buNone/>
                </a:pPr>
                <a:r>
                  <a:rPr lang="nb-NO" sz="3200" dirty="0"/>
                  <a:t>Pia bør </a:t>
                </a:r>
                <a:r>
                  <a:rPr lang="nb-NO" sz="3200" b="1" dirty="0"/>
                  <a:t>takke ja til Listhaugs tilbud</a:t>
                </a:r>
                <a:r>
                  <a:rPr lang="nb-NO" sz="3200" dirty="0"/>
                  <a:t>. Differansen er ca. 3 700</a:t>
                </a:r>
              </a:p>
              <a:p>
                <a:pPr marL="0" indent="0">
                  <a:buNone/>
                </a:pPr>
                <a:endParaRPr lang="nb-NO" sz="3200" dirty="0"/>
              </a:p>
              <a:p>
                <a:r>
                  <a:rPr lang="nb-NO" sz="3200" b="1" dirty="0">
                    <a:solidFill>
                      <a:srgbClr val="FF0000"/>
                    </a:solidFill>
                  </a:rPr>
                  <a:t>Det er alltid bedre å ta et skattefradrag med en gang hvis du har inntekt som overstiger fradragets verdi </a:t>
                </a:r>
              </a:p>
            </p:txBody>
          </p:sp>
        </mc:Choice>
        <mc:Fallback xmlns="">
          <p:sp>
            <p:nvSpPr>
              <p:cNvPr id="3" name="Content Placeholder 2">
                <a:extLst>
                  <a:ext uri="{FF2B5EF4-FFF2-40B4-BE49-F238E27FC236}">
                    <a16:creationId xmlns:a16="http://schemas.microsoft.com/office/drawing/2014/main" id="{D1E6070B-BABE-CF6D-9044-8DE5482BE4D3}"/>
                  </a:ext>
                </a:extLst>
              </p:cNvPr>
              <p:cNvSpPr>
                <a:spLocks noGrp="1" noRot="1" noChangeAspect="1" noMove="1" noResize="1" noEditPoints="1" noAdjustHandles="1" noChangeArrowheads="1" noChangeShapeType="1" noTextEdit="1"/>
              </p:cNvSpPr>
              <p:nvPr>
                <p:ph idx="1"/>
              </p:nvPr>
            </p:nvSpPr>
            <p:spPr>
              <a:blipFill>
                <a:blip r:embed="rId2"/>
                <a:stretch>
                  <a:fillRect l="-1507" t="-2941" r="-2145" b="-2101"/>
                </a:stretch>
              </a:blipFill>
            </p:spPr>
            <p:txBody>
              <a:bodyPr/>
              <a:lstStyle/>
              <a:p>
                <a:r>
                  <a:rPr lang="nb-NO">
                    <a:noFill/>
                  </a:rPr>
                  <a:t> </a:t>
                </a:r>
              </a:p>
            </p:txBody>
          </p:sp>
        </mc:Fallback>
      </mc:AlternateContent>
    </p:spTree>
    <p:extLst>
      <p:ext uri="{BB962C8B-B14F-4D97-AF65-F5344CB8AC3E}">
        <p14:creationId xmlns:p14="http://schemas.microsoft.com/office/powerpoint/2010/main" val="22975226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4D059-AAA9-8BA7-E24B-5ACD65B8CFD4}"/>
              </a:ext>
            </a:extLst>
          </p:cNvPr>
          <p:cNvSpPr>
            <a:spLocks noGrp="1"/>
          </p:cNvSpPr>
          <p:nvPr>
            <p:ph type="title"/>
          </p:nvPr>
        </p:nvSpPr>
        <p:spPr>
          <a:xfrm>
            <a:off x="838200" y="204762"/>
            <a:ext cx="10515600" cy="952549"/>
          </a:xfrm>
        </p:spPr>
        <p:txBody>
          <a:bodyPr>
            <a:normAutofit/>
          </a:bodyPr>
          <a:lstStyle/>
          <a:p>
            <a:r>
              <a:rPr lang="nb-NO" sz="3600" dirty="0"/>
              <a:t>To forhold som kunne snu konklusjonen:</a:t>
            </a:r>
          </a:p>
        </p:txBody>
      </p:sp>
      <p:sp>
        <p:nvSpPr>
          <p:cNvPr id="3" name="Content Placeholder 2">
            <a:extLst>
              <a:ext uri="{FF2B5EF4-FFF2-40B4-BE49-F238E27FC236}">
                <a16:creationId xmlns:a16="http://schemas.microsoft.com/office/drawing/2014/main" id="{7DA23A22-FB3D-32C5-4243-53352CD9BE78}"/>
              </a:ext>
            </a:extLst>
          </p:cNvPr>
          <p:cNvSpPr>
            <a:spLocks noGrp="1"/>
          </p:cNvSpPr>
          <p:nvPr>
            <p:ph idx="1"/>
          </p:nvPr>
        </p:nvSpPr>
        <p:spPr>
          <a:xfrm>
            <a:off x="487681" y="1359876"/>
            <a:ext cx="11127544" cy="5040923"/>
          </a:xfrm>
        </p:spPr>
        <p:txBody>
          <a:bodyPr>
            <a:normAutofit fontScale="92500" lnSpcReduction="10000"/>
          </a:bodyPr>
          <a:lstStyle/>
          <a:p>
            <a:r>
              <a:rPr lang="nb-NO" b="1" dirty="0"/>
              <a:t>Hvis marginalskatten i år 1 er lavere enn i år 2 og 3</a:t>
            </a:r>
            <a:r>
              <a:rPr lang="nb-NO" dirty="0"/>
              <a:t> </a:t>
            </a:r>
          </a:p>
          <a:p>
            <a:endParaRPr lang="nb-NO" dirty="0"/>
          </a:p>
          <a:p>
            <a:r>
              <a:rPr lang="nb-NO" dirty="0"/>
              <a:t>Hvis for eksempel hvis Pia har en lavere inntekt i år 1, kan en del av fradragene i Listhaugs tilbud "gå til spille" mot en lavere sats. Da kan dagens ordning være bedre. </a:t>
            </a:r>
          </a:p>
          <a:p>
            <a:endParaRPr lang="nb-NO" b="1" dirty="0"/>
          </a:p>
          <a:p>
            <a:r>
              <a:rPr lang="nb-NO" b="1" dirty="0"/>
              <a:t>Hvis 300 000 kr i fradrag i år 1 (Sylvis forslag) overstiger Pias skattepliktige inntekt det året</a:t>
            </a:r>
            <a:r>
              <a:rPr lang="nb-NO" dirty="0"/>
              <a:t>, blir overskytende fradrag verdiløst (med mindre det kan fremføres).  Da vinner dagens ordning.</a:t>
            </a:r>
          </a:p>
          <a:p>
            <a:endParaRPr lang="nb-NO" dirty="0"/>
          </a:p>
          <a:p>
            <a:r>
              <a:rPr lang="nb-NO" dirty="0"/>
              <a:t>Med inntekt på 600 000 kr hvert år og samme marginalsats gjennom alle tre årene er ingen av disse forbeholdene aktuelle, og Pia bør ta tilbudet.</a:t>
            </a:r>
          </a:p>
        </p:txBody>
      </p:sp>
    </p:spTree>
    <p:extLst>
      <p:ext uri="{BB962C8B-B14F-4D97-AF65-F5344CB8AC3E}">
        <p14:creationId xmlns:p14="http://schemas.microsoft.com/office/powerpoint/2010/main" val="14386309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E1347-48E7-B093-63CC-6B75469D91DC}"/>
              </a:ext>
            </a:extLst>
          </p:cNvPr>
          <p:cNvSpPr>
            <a:spLocks noGrp="1"/>
          </p:cNvSpPr>
          <p:nvPr>
            <p:ph type="title"/>
          </p:nvPr>
        </p:nvSpPr>
        <p:spPr/>
        <p:txBody>
          <a:bodyPr>
            <a:normAutofit/>
          </a:bodyPr>
          <a:lstStyle/>
          <a:p>
            <a:r>
              <a:rPr lang="nb-NO" sz="3600" b="1" dirty="0">
                <a:latin typeface="+mn-lt"/>
              </a:rPr>
              <a:t>3.  Den amerikanske drømmen? I USA eller Norge? </a:t>
            </a:r>
            <a:br>
              <a:rPr lang="nb-NO" sz="3600" dirty="0">
                <a:solidFill>
                  <a:srgbClr val="FF0000"/>
                </a:solidFill>
              </a:rPr>
            </a:br>
            <a:endParaRPr lang="nb-NO" sz="3600" dirty="0">
              <a:latin typeface="Amasis MT Pro Black" panose="020F0502020204030204" pitchFamily="18" charset="0"/>
            </a:endParaRPr>
          </a:p>
        </p:txBody>
      </p:sp>
      <p:pic>
        <p:nvPicPr>
          <p:cNvPr id="5" name="Content Placeholder 4">
            <a:extLst>
              <a:ext uri="{FF2B5EF4-FFF2-40B4-BE49-F238E27FC236}">
                <a16:creationId xmlns:a16="http://schemas.microsoft.com/office/drawing/2014/main" id="{6002ABA4-475B-E905-55BE-DDE28B1F89BF}"/>
              </a:ext>
            </a:extLst>
          </p:cNvPr>
          <p:cNvPicPr>
            <a:picLocks noGrp="1" noChangeAspect="1"/>
          </p:cNvPicPr>
          <p:nvPr>
            <p:ph sz="half" idx="4294967295"/>
          </p:nvPr>
        </p:nvPicPr>
        <p:blipFill>
          <a:blip r:embed="rId2"/>
          <a:stretch>
            <a:fillRect/>
          </a:stretch>
        </p:blipFill>
        <p:spPr>
          <a:xfrm>
            <a:off x="1245268" y="1475168"/>
            <a:ext cx="9462837" cy="5314118"/>
          </a:xfrm>
          <a:prstGeom prst="rect">
            <a:avLst/>
          </a:prstGeom>
        </p:spPr>
      </p:pic>
    </p:spTree>
    <p:extLst>
      <p:ext uri="{BB962C8B-B14F-4D97-AF65-F5344CB8AC3E}">
        <p14:creationId xmlns:p14="http://schemas.microsoft.com/office/powerpoint/2010/main" val="10033664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6">
            <a:extLst>
              <a:ext uri="{FF2B5EF4-FFF2-40B4-BE49-F238E27FC236}">
                <a16:creationId xmlns:a16="http://schemas.microsoft.com/office/drawing/2014/main" id="{01F9B743-76FA-AC3D-1F8C-5484252340A5}"/>
              </a:ext>
            </a:extLst>
          </p:cNvPr>
          <p:cNvGraphicFramePr>
            <a:graphicFrameLocks/>
          </p:cNvGraphicFramePr>
          <p:nvPr/>
        </p:nvGraphicFramePr>
        <p:xfrm>
          <a:off x="4439266" y="471949"/>
          <a:ext cx="7494234" cy="6192890"/>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FCA59633-0653-1009-617F-A4278D564AA4}"/>
              </a:ext>
            </a:extLst>
          </p:cNvPr>
          <p:cNvSpPr txBox="1"/>
          <p:nvPr/>
        </p:nvSpPr>
        <p:spPr>
          <a:xfrm rot="10800000" flipV="1">
            <a:off x="258501" y="1720840"/>
            <a:ext cx="4180764" cy="3416320"/>
          </a:xfrm>
          <a:prstGeom prst="rect">
            <a:avLst/>
          </a:prstGeom>
          <a:noFill/>
        </p:spPr>
        <p:txBody>
          <a:bodyPr wrap="square">
            <a:spAutoFit/>
          </a:bodyPr>
          <a:lstStyle/>
          <a:p>
            <a:pPr lvl="0">
              <a:defRPr/>
            </a:pPr>
            <a:r>
              <a:rPr kumimoji="0" lang="en-US" sz="2400" b="0"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Moene (2015): Fire ganger </a:t>
            </a:r>
            <a:r>
              <a:rPr kumimoji="0" lang="en-US" sz="2400" b="0" i="0" u="none" strike="noStrike" kern="1200" cap="none" spc="0" normalizeH="0" baseline="0" noProof="0" dirty="0" err="1">
                <a:ln>
                  <a:noFill/>
                </a:ln>
                <a:solidFill>
                  <a:schemeClr val="accent2">
                    <a:lumMod val="75000"/>
                  </a:schemeClr>
                </a:solidFill>
                <a:effectLst/>
                <a:uLnTx/>
                <a:uFillTx/>
                <a:latin typeface="Calibri" panose="020F0502020204030204"/>
                <a:ea typeface="+mn-ea"/>
                <a:cs typeface="+mn-cs"/>
              </a:rPr>
              <a:t>så</a:t>
            </a:r>
            <a:r>
              <a:rPr kumimoji="0" lang="en-US" sz="2400" b="0"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 mange </a:t>
            </a:r>
            <a:r>
              <a:rPr kumimoji="0" lang="en-US" sz="2400" b="0" i="0" u="none" strike="noStrike" kern="1200" cap="none" spc="0" normalizeH="0" baseline="0" noProof="0" dirty="0" err="1">
                <a:ln>
                  <a:noFill/>
                </a:ln>
                <a:solidFill>
                  <a:schemeClr val="accent2">
                    <a:lumMod val="75000"/>
                  </a:schemeClr>
                </a:solidFill>
                <a:effectLst/>
                <a:uLnTx/>
                <a:uFillTx/>
                <a:latin typeface="Calibri" panose="020F0502020204030204"/>
                <a:ea typeface="+mn-ea"/>
                <a:cs typeface="+mn-cs"/>
              </a:rPr>
              <a:t>rike</a:t>
            </a:r>
            <a:r>
              <a:rPr kumimoji="0" lang="en-US" sz="2400" b="0"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 i Norge </a:t>
            </a:r>
            <a:r>
              <a:rPr kumimoji="0" lang="nb-NO" sz="2400" b="0" i="0" u="none" strike="noStrike" kern="1200" cap="none" spc="0" normalizeH="0" baseline="0" dirty="0">
                <a:ln>
                  <a:noFill/>
                </a:ln>
                <a:solidFill>
                  <a:schemeClr val="accent2">
                    <a:lumMod val="75000"/>
                  </a:schemeClr>
                </a:solidFill>
                <a:effectLst/>
                <a:uLnTx/>
                <a:uFillTx/>
                <a:latin typeface="Calibri" panose="020F0502020204030204"/>
                <a:ea typeface="+mn-ea"/>
                <a:cs typeface="+mn-cs"/>
              </a:rPr>
              <a:t>(inntekt 30-100 mill. USD</a:t>
            </a:r>
            <a:r>
              <a:rPr lang="nb-NO" sz="2400" dirty="0">
                <a:solidFill>
                  <a:schemeClr val="accent2">
                    <a:lumMod val="75000"/>
                  </a:schemeClr>
                </a:solidFill>
              </a:rPr>
              <a:t>)</a:t>
            </a:r>
            <a:endParaRPr kumimoji="0" lang="nb-NO" sz="2400" b="0" i="0" u="none" strike="noStrike" kern="1200" cap="none" spc="0" normalizeH="0" baseline="0" dirty="0">
              <a:ln>
                <a:noFill/>
              </a:ln>
              <a:solidFill>
                <a:schemeClr val="accent2">
                  <a:lumMod val="75000"/>
                </a:scheme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nb-NO" sz="2400" dirty="0">
              <a:solidFill>
                <a:schemeClr val="accent2">
                  <a:lumMod val="75000"/>
                </a:schemeClr>
              </a:solidFill>
              <a:latin typeface="Calibri" panose="020F0502020204030204"/>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nb-NO" sz="2400" dirty="0">
              <a:solidFill>
                <a:prstClr val="black"/>
              </a:solidFill>
              <a:latin typeface="Calibri" panose="020F0502020204030204"/>
            </a:endParaRPr>
          </a:p>
          <a:p>
            <a:pPr lvl="0">
              <a:defRPr/>
            </a:pPr>
            <a:r>
              <a:rPr kumimoji="0" lang="nb-NO" sz="2400" b="0" i="0" u="none" strike="noStrike" kern="1200" cap="none" spc="0" normalizeH="0" baseline="0" noProof="0" dirty="0">
                <a:ln>
                  <a:noFill/>
                </a:ln>
                <a:solidFill>
                  <a:srgbClr val="0070C0"/>
                </a:solidFill>
                <a:effectLst/>
                <a:uLnTx/>
                <a:uFillTx/>
                <a:latin typeface="Calibri" panose="020F0502020204030204"/>
                <a:ea typeface="+mn-ea"/>
                <a:cs typeface="+mn-cs"/>
              </a:rPr>
              <a:t>Dobbelt så mange superrike i Norge </a:t>
            </a:r>
            <a:r>
              <a:rPr lang="nb-NO" sz="2400" dirty="0">
                <a:solidFill>
                  <a:srgbClr val="0070C0"/>
                </a:solidFill>
              </a:rPr>
              <a:t> (inntekt over USD 100 mill.)</a:t>
            </a:r>
            <a:endParaRPr lang="en-US" sz="2400" dirty="0">
              <a:solidFill>
                <a:prstClr val="black"/>
              </a:solidFill>
              <a:latin typeface="Calibri" panose="020F0502020204030204"/>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6" name="Straight Arrow Connector 5">
            <a:extLst>
              <a:ext uri="{FF2B5EF4-FFF2-40B4-BE49-F238E27FC236}">
                <a16:creationId xmlns:a16="http://schemas.microsoft.com/office/drawing/2014/main" id="{59B34C5F-2677-FF40-F313-6A219518AE25}"/>
              </a:ext>
            </a:extLst>
          </p:cNvPr>
          <p:cNvCxnSpPr/>
          <p:nvPr/>
        </p:nvCxnSpPr>
        <p:spPr>
          <a:xfrm>
            <a:off x="4336026" y="2020529"/>
            <a:ext cx="5250426" cy="973394"/>
          </a:xfrm>
          <a:prstGeom prst="straightConnector1">
            <a:avLst/>
          </a:prstGeom>
          <a:ln w="38100">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728CB8A7-084C-E26E-0D60-E11BB87A2CFF}"/>
              </a:ext>
            </a:extLst>
          </p:cNvPr>
          <p:cNvCxnSpPr>
            <a:cxnSpLocks/>
          </p:cNvCxnSpPr>
          <p:nvPr/>
        </p:nvCxnSpPr>
        <p:spPr>
          <a:xfrm>
            <a:off x="2885768" y="4542503"/>
            <a:ext cx="2654420" cy="54048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85C9E0A6-7C11-EDD2-2602-5C77C306F5E8}"/>
              </a:ext>
            </a:extLst>
          </p:cNvPr>
          <p:cNvCxnSpPr>
            <a:cxnSpLocks/>
          </p:cNvCxnSpPr>
          <p:nvPr/>
        </p:nvCxnSpPr>
        <p:spPr>
          <a:xfrm>
            <a:off x="4008474" y="4178595"/>
            <a:ext cx="5092996" cy="36390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330DF431-CF76-3D02-C779-0FB73091E6A2}"/>
              </a:ext>
            </a:extLst>
          </p:cNvPr>
          <p:cNvCxnSpPr>
            <a:cxnSpLocks/>
          </p:cNvCxnSpPr>
          <p:nvPr/>
        </p:nvCxnSpPr>
        <p:spPr>
          <a:xfrm>
            <a:off x="4488426" y="2172929"/>
            <a:ext cx="2472813" cy="2635114"/>
          </a:xfrm>
          <a:prstGeom prst="straightConnector1">
            <a:avLst/>
          </a:prstGeom>
          <a:ln w="38100">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96663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B6B42-3745-6342-8A49-FF11FEC52A4F}"/>
              </a:ext>
            </a:extLst>
          </p:cNvPr>
          <p:cNvSpPr>
            <a:spLocks noGrp="1"/>
          </p:cNvSpPr>
          <p:nvPr>
            <p:ph type="title"/>
          </p:nvPr>
        </p:nvSpPr>
        <p:spPr/>
        <p:txBody>
          <a:bodyPr>
            <a:normAutofit/>
          </a:bodyPr>
          <a:lstStyle/>
          <a:p>
            <a:r>
              <a:rPr lang="nb-NO" sz="3600" b="1" dirty="0"/>
              <a:t>Hva er rett svar: Norge </a:t>
            </a:r>
            <a:r>
              <a:rPr lang="nb-NO" sz="3600" b="1" dirty="0" err="1"/>
              <a:t>vs</a:t>
            </a:r>
            <a:r>
              <a:rPr lang="nb-NO" sz="3600" b="1" dirty="0"/>
              <a:t> USA i perioden 2001-2018 (i)</a:t>
            </a:r>
          </a:p>
        </p:txBody>
      </p:sp>
      <p:sp>
        <p:nvSpPr>
          <p:cNvPr id="3" name="Content Placeholder 2">
            <a:extLst>
              <a:ext uri="{FF2B5EF4-FFF2-40B4-BE49-F238E27FC236}">
                <a16:creationId xmlns:a16="http://schemas.microsoft.com/office/drawing/2014/main" id="{897148E0-1000-41F5-18E9-C2CC30E8F545}"/>
              </a:ext>
            </a:extLst>
          </p:cNvPr>
          <p:cNvSpPr>
            <a:spLocks noGrp="1"/>
          </p:cNvSpPr>
          <p:nvPr>
            <p:ph idx="1"/>
          </p:nvPr>
        </p:nvSpPr>
        <p:spPr>
          <a:xfrm>
            <a:off x="838200" y="1364566"/>
            <a:ext cx="10988040" cy="4812397"/>
          </a:xfrm>
        </p:spPr>
        <p:txBody>
          <a:bodyPr>
            <a:noAutofit/>
          </a:bodyPr>
          <a:lstStyle/>
          <a:p>
            <a:r>
              <a:rPr lang="nb-NO" sz="3200" dirty="0"/>
              <a:t>To påstander: </a:t>
            </a:r>
          </a:p>
          <a:p>
            <a:pPr marL="0" indent="0">
              <a:buNone/>
            </a:pPr>
            <a:r>
              <a:rPr lang="nb-NO" sz="3200" dirty="0"/>
              <a:t>1. Norske hushold hatt en gjennomsnittlig inntektsvekst på </a:t>
            </a:r>
            <a:r>
              <a:rPr lang="nb-NO" sz="3200" dirty="0">
                <a:solidFill>
                  <a:srgbClr val="FF0000"/>
                </a:solidFill>
              </a:rPr>
              <a:t>50%</a:t>
            </a:r>
            <a:r>
              <a:rPr lang="nb-NO" sz="3200" dirty="0"/>
              <a:t>, mens amerikanske hushold kun har hatt en vekst på 25%</a:t>
            </a:r>
          </a:p>
          <a:p>
            <a:pPr marL="0" indent="0">
              <a:buNone/>
            </a:pPr>
            <a:r>
              <a:rPr lang="nb-NO" sz="3200" dirty="0"/>
              <a:t>2. Norske hushold hatt en gjennomsnittlig inntektsvekst på </a:t>
            </a:r>
            <a:r>
              <a:rPr lang="nb-NO" sz="3200" dirty="0">
                <a:solidFill>
                  <a:srgbClr val="FF0000"/>
                </a:solidFill>
              </a:rPr>
              <a:t>25%</a:t>
            </a:r>
            <a:r>
              <a:rPr lang="nb-NO" sz="3200" dirty="0"/>
              <a:t>, mens amerikanske hushold kun har hatt en vekst på 50%</a:t>
            </a:r>
          </a:p>
          <a:p>
            <a:endParaRPr lang="nb-NO" sz="3200" dirty="0"/>
          </a:p>
          <a:p>
            <a:r>
              <a:rPr lang="nb-NO" sz="3200" dirty="0"/>
              <a:t>Hvilken er riktig av 1 og 2? </a:t>
            </a:r>
          </a:p>
          <a:p>
            <a:endParaRPr lang="nb-NO" sz="3200" dirty="0"/>
          </a:p>
          <a:p>
            <a:r>
              <a:rPr lang="nb-NO" sz="3200" dirty="0"/>
              <a:t>Riktig svar er 1!  </a:t>
            </a:r>
          </a:p>
        </p:txBody>
      </p:sp>
    </p:spTree>
    <p:extLst>
      <p:ext uri="{BB962C8B-B14F-4D97-AF65-F5344CB8AC3E}">
        <p14:creationId xmlns:p14="http://schemas.microsoft.com/office/powerpoint/2010/main" val="1660098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F3AD9-6BB7-DE2B-AC9D-F7F3088904E7}"/>
              </a:ext>
            </a:extLst>
          </p:cNvPr>
          <p:cNvSpPr>
            <a:spLocks noGrp="1"/>
          </p:cNvSpPr>
          <p:nvPr>
            <p:ph type="title"/>
          </p:nvPr>
        </p:nvSpPr>
        <p:spPr/>
        <p:txBody>
          <a:bodyPr>
            <a:normAutofit/>
          </a:bodyPr>
          <a:lstStyle/>
          <a:p>
            <a:r>
              <a:rPr lang="nb-NO" sz="3600" b="1" dirty="0"/>
              <a:t>Hva er rett svar: Norge </a:t>
            </a:r>
            <a:r>
              <a:rPr lang="nb-NO" sz="3600" b="1" dirty="0" err="1"/>
              <a:t>vs</a:t>
            </a:r>
            <a:r>
              <a:rPr lang="nb-NO" sz="3600" b="1" dirty="0"/>
              <a:t> USA i perioden 2001-2018 (i)</a:t>
            </a:r>
            <a:endParaRPr lang="nb-NO" sz="3600" dirty="0"/>
          </a:p>
        </p:txBody>
      </p:sp>
      <p:sp>
        <p:nvSpPr>
          <p:cNvPr id="3" name="Content Placeholder 2">
            <a:extLst>
              <a:ext uri="{FF2B5EF4-FFF2-40B4-BE49-F238E27FC236}">
                <a16:creationId xmlns:a16="http://schemas.microsoft.com/office/drawing/2014/main" id="{BEC61824-6DF3-E7C3-B5BF-2564081D44B1}"/>
              </a:ext>
            </a:extLst>
          </p:cNvPr>
          <p:cNvSpPr>
            <a:spLocks noGrp="1"/>
          </p:cNvSpPr>
          <p:nvPr>
            <p:ph idx="1"/>
          </p:nvPr>
        </p:nvSpPr>
        <p:spPr/>
        <p:txBody>
          <a:bodyPr>
            <a:normAutofit/>
          </a:bodyPr>
          <a:lstStyle/>
          <a:p>
            <a:r>
              <a:rPr lang="nb-NO" sz="3200" dirty="0"/>
              <a:t>To påstander:</a:t>
            </a:r>
          </a:p>
          <a:p>
            <a:pPr marL="514350" indent="-514350">
              <a:buFont typeface="+mj-lt"/>
              <a:buAutoNum type="arabicPeriod"/>
            </a:pPr>
            <a:r>
              <a:rPr lang="nb-NO" sz="3200" dirty="0"/>
              <a:t>Inntektsveksten for de nederste 20 prosentene av inntekts-fordelingen er </a:t>
            </a:r>
            <a:r>
              <a:rPr lang="nb-NO" sz="3200" u="sng" dirty="0">
                <a:solidFill>
                  <a:srgbClr val="FF0000"/>
                </a:solidFill>
              </a:rPr>
              <a:t>høyere</a:t>
            </a:r>
            <a:r>
              <a:rPr lang="nb-NO" sz="3200" dirty="0">
                <a:solidFill>
                  <a:srgbClr val="FF0000"/>
                </a:solidFill>
              </a:rPr>
              <a:t> i Norge </a:t>
            </a:r>
            <a:r>
              <a:rPr lang="nb-NO" sz="3200" dirty="0"/>
              <a:t>(35%) enn i USA (21%)</a:t>
            </a:r>
          </a:p>
          <a:p>
            <a:pPr marL="514350" indent="-514350">
              <a:buFont typeface="+mj-lt"/>
              <a:buAutoNum type="arabicPeriod"/>
            </a:pPr>
            <a:r>
              <a:rPr lang="nb-NO" sz="3200" dirty="0"/>
              <a:t>Inntektsveksten for de nederste 20 prosentene av inntekts-fordelingen er </a:t>
            </a:r>
            <a:r>
              <a:rPr lang="nb-NO" sz="3200" u="sng" dirty="0">
                <a:solidFill>
                  <a:srgbClr val="FF0000"/>
                </a:solidFill>
              </a:rPr>
              <a:t>høyere</a:t>
            </a:r>
            <a:r>
              <a:rPr lang="nb-NO" sz="3200" dirty="0">
                <a:solidFill>
                  <a:srgbClr val="FF0000"/>
                </a:solidFill>
              </a:rPr>
              <a:t> i USA </a:t>
            </a:r>
            <a:r>
              <a:rPr lang="nb-NO" sz="3200" dirty="0"/>
              <a:t>(35%) enn i Norge (21%)</a:t>
            </a:r>
          </a:p>
          <a:p>
            <a:pPr marL="514350" indent="-514350">
              <a:buFont typeface="+mj-lt"/>
              <a:buAutoNum type="arabicPeriod"/>
            </a:pPr>
            <a:endParaRPr lang="nb-NO" sz="3200" dirty="0"/>
          </a:p>
          <a:p>
            <a:pPr marL="0" indent="0">
              <a:buNone/>
            </a:pPr>
            <a:r>
              <a:rPr lang="nb-NO" sz="3200" dirty="0"/>
              <a:t>Riktig svar er 2!</a:t>
            </a:r>
          </a:p>
        </p:txBody>
      </p:sp>
    </p:spTree>
    <p:extLst>
      <p:ext uri="{BB962C8B-B14F-4D97-AF65-F5344CB8AC3E}">
        <p14:creationId xmlns:p14="http://schemas.microsoft.com/office/powerpoint/2010/main" val="981638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7F87A-1CAB-7AFF-7EAD-8428EA5BCFAE}"/>
              </a:ext>
            </a:extLst>
          </p:cNvPr>
          <p:cNvSpPr>
            <a:spLocks noGrp="1"/>
          </p:cNvSpPr>
          <p:nvPr>
            <p:ph type="title"/>
          </p:nvPr>
        </p:nvSpPr>
        <p:spPr>
          <a:xfrm>
            <a:off x="838200" y="365125"/>
            <a:ext cx="10515600" cy="816561"/>
          </a:xfrm>
        </p:spPr>
        <p:txBody>
          <a:bodyPr>
            <a:noAutofit/>
          </a:bodyPr>
          <a:lstStyle/>
          <a:p>
            <a:r>
              <a:rPr lang="nb-NO" sz="3600" b="1" dirty="0"/>
              <a:t>Hva er rett svar: Norge </a:t>
            </a:r>
            <a:r>
              <a:rPr lang="nb-NO" sz="3600" b="1" dirty="0" err="1"/>
              <a:t>vs</a:t>
            </a:r>
            <a:r>
              <a:rPr lang="nb-NO" sz="3600" b="1" dirty="0"/>
              <a:t> USA i perioden 2001-2018 (iii)</a:t>
            </a:r>
            <a:endParaRPr lang="nb-NO" sz="3600" dirty="0"/>
          </a:p>
        </p:txBody>
      </p:sp>
      <p:sp>
        <p:nvSpPr>
          <p:cNvPr id="3" name="Content Placeholder 2">
            <a:extLst>
              <a:ext uri="{FF2B5EF4-FFF2-40B4-BE49-F238E27FC236}">
                <a16:creationId xmlns:a16="http://schemas.microsoft.com/office/drawing/2014/main" id="{3E55F911-DCE8-1398-1F85-8F36BC623FE2}"/>
              </a:ext>
            </a:extLst>
          </p:cNvPr>
          <p:cNvSpPr>
            <a:spLocks noGrp="1"/>
          </p:cNvSpPr>
          <p:nvPr>
            <p:ph idx="1"/>
          </p:nvPr>
        </p:nvSpPr>
        <p:spPr>
          <a:xfrm>
            <a:off x="529883" y="1448972"/>
            <a:ext cx="11380763" cy="4727991"/>
          </a:xfrm>
        </p:spPr>
        <p:txBody>
          <a:bodyPr>
            <a:normAutofit lnSpcReduction="10000"/>
          </a:bodyPr>
          <a:lstStyle/>
          <a:p>
            <a:pPr marL="0" indent="0">
              <a:buNone/>
            </a:pPr>
            <a:r>
              <a:rPr lang="nb-NO" b="1" dirty="0"/>
              <a:t>Påstand 1: </a:t>
            </a:r>
          </a:p>
          <a:p>
            <a:r>
              <a:rPr lang="nb-NO" dirty="0"/>
              <a:t>I Norge er inntektsveksten for middelklassen </a:t>
            </a:r>
            <a:r>
              <a:rPr lang="nb-NO" dirty="0">
                <a:solidFill>
                  <a:srgbClr val="FF0000"/>
                </a:solidFill>
              </a:rPr>
              <a:t>38% </a:t>
            </a:r>
            <a:r>
              <a:rPr lang="nb-NO" dirty="0"/>
              <a:t>mens den i USA er 20%.</a:t>
            </a:r>
          </a:p>
          <a:p>
            <a:r>
              <a:rPr lang="nb-NO" dirty="0"/>
              <a:t>I Norge er inntektsveksten for øvre middelklasse </a:t>
            </a:r>
            <a:r>
              <a:rPr lang="nb-NO" dirty="0">
                <a:solidFill>
                  <a:srgbClr val="FF0000"/>
                </a:solidFill>
              </a:rPr>
              <a:t>47%</a:t>
            </a:r>
            <a:r>
              <a:rPr lang="nb-NO" dirty="0"/>
              <a:t> mot 32% i USA</a:t>
            </a:r>
          </a:p>
          <a:p>
            <a:r>
              <a:rPr lang="nb-NO" dirty="0"/>
              <a:t> I Norge er inntektsveksten for de 1% rikeste </a:t>
            </a:r>
            <a:r>
              <a:rPr lang="nb-NO" dirty="0">
                <a:solidFill>
                  <a:srgbClr val="FF0000"/>
                </a:solidFill>
              </a:rPr>
              <a:t>187%</a:t>
            </a:r>
            <a:r>
              <a:rPr lang="nb-NO" dirty="0"/>
              <a:t> mot 45% i USA</a:t>
            </a:r>
          </a:p>
          <a:p>
            <a:pPr marL="0" indent="0">
              <a:buNone/>
            </a:pPr>
            <a:endParaRPr lang="nb-NO" dirty="0"/>
          </a:p>
          <a:p>
            <a:r>
              <a:rPr lang="nb-NO" b="1" dirty="0"/>
              <a:t>Påstand 2: </a:t>
            </a:r>
            <a:r>
              <a:rPr lang="nb-NO" dirty="0"/>
              <a:t>Tallene over er riktige men inntektsveksten for de 1% rikeste I Norge er 52% mot 69% i USA</a:t>
            </a:r>
          </a:p>
          <a:p>
            <a:pPr marL="0" indent="0">
              <a:buNone/>
            </a:pPr>
            <a:endParaRPr lang="nb-NO" dirty="0"/>
          </a:p>
          <a:p>
            <a:pPr marL="0" indent="0">
              <a:buNone/>
            </a:pPr>
            <a:endParaRPr lang="nb-NO" dirty="0"/>
          </a:p>
          <a:p>
            <a:pPr marL="0" indent="0">
              <a:buNone/>
            </a:pPr>
            <a:r>
              <a:rPr lang="nb-NO" b="1" dirty="0">
                <a:solidFill>
                  <a:srgbClr val="FF0000"/>
                </a:solidFill>
              </a:rPr>
              <a:t>Påstand 1 er riktig</a:t>
            </a:r>
          </a:p>
        </p:txBody>
      </p:sp>
    </p:spTree>
    <p:extLst>
      <p:ext uri="{BB962C8B-B14F-4D97-AF65-F5344CB8AC3E}">
        <p14:creationId xmlns:p14="http://schemas.microsoft.com/office/powerpoint/2010/main" val="3917670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 calcmode="lin" valueType="num">
                                      <p:cBhvr additive="base">
                                        <p:cTn id="3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2755D-A2C7-3864-BAE0-8AA74CECA5D7}"/>
              </a:ext>
            </a:extLst>
          </p:cNvPr>
          <p:cNvSpPr>
            <a:spLocks noGrp="1"/>
          </p:cNvSpPr>
          <p:nvPr>
            <p:ph type="title"/>
          </p:nvPr>
        </p:nvSpPr>
        <p:spPr>
          <a:xfrm>
            <a:off x="894471" y="201003"/>
            <a:ext cx="10515600" cy="788426"/>
          </a:xfrm>
        </p:spPr>
        <p:txBody>
          <a:bodyPr>
            <a:normAutofit/>
          </a:bodyPr>
          <a:lstStyle/>
          <a:p>
            <a:r>
              <a:rPr lang="nb-NO" sz="4000" dirty="0"/>
              <a:t>Norge i perioden 2004 -2018 </a:t>
            </a:r>
          </a:p>
        </p:txBody>
      </p:sp>
      <p:sp>
        <p:nvSpPr>
          <p:cNvPr id="3" name="Content Placeholder 2">
            <a:extLst>
              <a:ext uri="{FF2B5EF4-FFF2-40B4-BE49-F238E27FC236}">
                <a16:creationId xmlns:a16="http://schemas.microsoft.com/office/drawing/2014/main" id="{BE4FA227-E8A1-871F-EB7D-832B1E05F894}"/>
              </a:ext>
            </a:extLst>
          </p:cNvPr>
          <p:cNvSpPr>
            <a:spLocks noGrp="1"/>
          </p:cNvSpPr>
          <p:nvPr>
            <p:ph idx="1"/>
          </p:nvPr>
        </p:nvSpPr>
        <p:spPr>
          <a:xfrm>
            <a:off x="501748" y="1106658"/>
            <a:ext cx="10852052" cy="5613010"/>
          </a:xfrm>
        </p:spPr>
        <p:txBody>
          <a:bodyPr>
            <a:normAutofit lnSpcReduction="10000"/>
          </a:bodyPr>
          <a:lstStyle/>
          <a:p>
            <a:r>
              <a:rPr lang="nb-NO" sz="3600" dirty="0"/>
              <a:t>Påstand:  Topp 1% rikeste i Norge har økt sin andel av markedsinntekten fra 11% til 30% de siste 20 år (på tross av formuesskatten!)</a:t>
            </a:r>
          </a:p>
          <a:p>
            <a:r>
              <a:rPr lang="nb-NO" sz="3600" dirty="0"/>
              <a:t>Riktig eller galt?</a:t>
            </a:r>
          </a:p>
          <a:p>
            <a:r>
              <a:rPr lang="nb-NO" sz="3600" dirty="0"/>
              <a:t>Riktig</a:t>
            </a:r>
          </a:p>
          <a:p>
            <a:endParaRPr lang="nb-NO" sz="3600" dirty="0"/>
          </a:p>
          <a:p>
            <a:r>
              <a:rPr lang="nb-NO" sz="3600" dirty="0"/>
              <a:t>Alle tall fra:</a:t>
            </a:r>
          </a:p>
          <a:p>
            <a:pPr marL="0" indent="0">
              <a:buNone/>
            </a:pPr>
            <a:r>
              <a:rPr lang="nb-NO" sz="3600" dirty="0"/>
              <a:t>Aaberge, R., Mogstad, M., Vestad, O.L., &amp; Vestre, A. (2021). «Økonomisk ulikhet i Norge i det 21. århundre». SSB rapporter 2021/33, Statistisk sentralbyrå.</a:t>
            </a:r>
          </a:p>
        </p:txBody>
      </p:sp>
    </p:spTree>
    <p:extLst>
      <p:ext uri="{BB962C8B-B14F-4D97-AF65-F5344CB8AC3E}">
        <p14:creationId xmlns:p14="http://schemas.microsoft.com/office/powerpoint/2010/main" val="3219300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04F1C-5F3E-2847-AF4F-7E6F8BA72AC3}"/>
              </a:ext>
            </a:extLst>
          </p:cNvPr>
          <p:cNvSpPr>
            <a:spLocks noGrp="1"/>
          </p:cNvSpPr>
          <p:nvPr>
            <p:ph type="title"/>
          </p:nvPr>
        </p:nvSpPr>
        <p:spPr/>
        <p:txBody>
          <a:bodyPr>
            <a:normAutofit/>
          </a:bodyPr>
          <a:lstStyle/>
          <a:p>
            <a:r>
              <a:rPr lang="nb-NO" sz="3600" b="1" dirty="0">
                <a:latin typeface="+mn-lt"/>
              </a:rPr>
              <a:t>Hvorfor lykkes Norge bedre enn USA</a:t>
            </a:r>
          </a:p>
        </p:txBody>
      </p:sp>
      <p:sp>
        <p:nvSpPr>
          <p:cNvPr id="3" name="Content Placeholder 2">
            <a:extLst>
              <a:ext uri="{FF2B5EF4-FFF2-40B4-BE49-F238E27FC236}">
                <a16:creationId xmlns:a16="http://schemas.microsoft.com/office/drawing/2014/main" id="{2BB60E69-24EE-7F6D-AA49-AFEDAAD6A0EC}"/>
              </a:ext>
            </a:extLst>
          </p:cNvPr>
          <p:cNvSpPr>
            <a:spLocks noGrp="1"/>
          </p:cNvSpPr>
          <p:nvPr>
            <p:ph idx="1"/>
          </p:nvPr>
        </p:nvSpPr>
        <p:spPr>
          <a:xfrm>
            <a:off x="370449" y="1825625"/>
            <a:ext cx="11488615" cy="4351338"/>
          </a:xfrm>
        </p:spPr>
        <p:txBody>
          <a:bodyPr/>
          <a:lstStyle/>
          <a:p>
            <a:r>
              <a:rPr lang="nb-NO" dirty="0"/>
              <a:t>Alle får en sjanse via velferdsstaten til utdanning i Norge</a:t>
            </a:r>
          </a:p>
          <a:p>
            <a:r>
              <a:rPr lang="nb-NO" dirty="0"/>
              <a:t>Kvinners yrkesdeltakelse i Norge er  4–5 prosentpoeng høyere enn USA </a:t>
            </a:r>
          </a:p>
          <a:p>
            <a:r>
              <a:rPr lang="nb-NO" dirty="0"/>
              <a:t>Internasjonal ustabilitet har tjent Norge bedre enn USA over tid</a:t>
            </a:r>
          </a:p>
          <a:p>
            <a:r>
              <a:rPr lang="nb-NO" dirty="0"/>
              <a:t>Velferdsstaten gjør det mer attraktivt å være entreprenør i Norge (fallet ikke så stort som i USA om man mislykkes </a:t>
            </a:r>
            <a:r>
              <a:rPr lang="nb-NO" dirty="0" err="1"/>
              <a:t>pga</a:t>
            </a:r>
            <a:r>
              <a:rPr lang="nb-NO" dirty="0"/>
              <a:t> NAV)</a:t>
            </a:r>
          </a:p>
          <a:p>
            <a:endParaRPr lang="nb-NO" dirty="0"/>
          </a:p>
          <a:p>
            <a:r>
              <a:rPr lang="nb-NO" dirty="0"/>
              <a:t>Listen er ikke uttømmende</a:t>
            </a:r>
          </a:p>
        </p:txBody>
      </p:sp>
    </p:spTree>
    <p:extLst>
      <p:ext uri="{BB962C8B-B14F-4D97-AF65-F5344CB8AC3E}">
        <p14:creationId xmlns:p14="http://schemas.microsoft.com/office/powerpoint/2010/main" val="14624269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70119-D07A-0781-07C2-0DD987F4287B}"/>
              </a:ext>
            </a:extLst>
          </p:cNvPr>
          <p:cNvSpPr>
            <a:spLocks noGrp="1"/>
          </p:cNvSpPr>
          <p:nvPr>
            <p:ph type="title"/>
          </p:nvPr>
        </p:nvSpPr>
        <p:spPr/>
        <p:txBody>
          <a:bodyPr>
            <a:noAutofit/>
          </a:bodyPr>
          <a:lstStyle/>
          <a:p>
            <a:r>
              <a:rPr lang="nb-NO" sz="3200" b="1" dirty="0">
                <a:latin typeface="+mn-lt"/>
              </a:rPr>
              <a:t>4. Tilbakeholdt utbytte i selskap eller motta utbytte? Hva er best for aksjonær?</a:t>
            </a:r>
            <a:br>
              <a:rPr lang="nb-NO" sz="3200" b="1" dirty="0">
                <a:latin typeface="+mn-lt"/>
              </a:rPr>
            </a:br>
            <a:endParaRPr lang="nb-NO" sz="3200" b="1" dirty="0">
              <a:latin typeface="+mn-lt"/>
            </a:endParaRPr>
          </a:p>
        </p:txBody>
      </p:sp>
      <p:sp>
        <p:nvSpPr>
          <p:cNvPr id="3" name="Content Placeholder 2">
            <a:extLst>
              <a:ext uri="{FF2B5EF4-FFF2-40B4-BE49-F238E27FC236}">
                <a16:creationId xmlns:a16="http://schemas.microsoft.com/office/drawing/2014/main" id="{7E341A44-1AEF-AC58-C547-A41333F73854}"/>
              </a:ext>
            </a:extLst>
          </p:cNvPr>
          <p:cNvSpPr>
            <a:spLocks noGrp="1"/>
          </p:cNvSpPr>
          <p:nvPr>
            <p:ph idx="1"/>
          </p:nvPr>
        </p:nvSpPr>
        <p:spPr/>
        <p:txBody>
          <a:bodyPr>
            <a:normAutofit fontScale="92500" lnSpcReduction="10000"/>
          </a:bodyPr>
          <a:lstStyle/>
          <a:p>
            <a:r>
              <a:rPr lang="nb-NO" dirty="0"/>
              <a:t>Tre ulike syn på hvordan skatt på utbytte (eierskatt) virker:</a:t>
            </a:r>
          </a:p>
          <a:p>
            <a:endParaRPr lang="nb-NO" dirty="0"/>
          </a:p>
          <a:p>
            <a:pPr marL="514350" indent="-514350">
              <a:buFont typeface="+mj-lt"/>
              <a:buAutoNum type="arabicPeriod"/>
            </a:pPr>
            <a:r>
              <a:rPr lang="nb-NO" dirty="0"/>
              <a:t>Old </a:t>
            </a:r>
            <a:r>
              <a:rPr lang="nb-NO" dirty="0" err="1"/>
              <a:t>view</a:t>
            </a:r>
            <a:endParaRPr lang="nb-NO" dirty="0"/>
          </a:p>
          <a:p>
            <a:pPr marL="514350" indent="-514350">
              <a:buFont typeface="+mj-lt"/>
              <a:buAutoNum type="arabicPeriod"/>
            </a:pPr>
            <a:r>
              <a:rPr lang="nb-NO" dirty="0"/>
              <a:t>New </a:t>
            </a:r>
            <a:r>
              <a:rPr lang="nb-NO" dirty="0" err="1"/>
              <a:t>view</a:t>
            </a:r>
            <a:endParaRPr lang="nb-NO" dirty="0"/>
          </a:p>
          <a:p>
            <a:pPr marL="514350" indent="-514350">
              <a:buFont typeface="+mj-lt"/>
              <a:buAutoNum type="arabicPeriod"/>
            </a:pPr>
            <a:r>
              <a:rPr lang="nb-NO" dirty="0"/>
              <a:t>New </a:t>
            </a:r>
            <a:r>
              <a:rPr lang="nb-NO" dirty="0" err="1"/>
              <a:t>new</a:t>
            </a:r>
            <a:r>
              <a:rPr lang="nb-NO" dirty="0"/>
              <a:t> </a:t>
            </a:r>
            <a:r>
              <a:rPr lang="nb-NO" dirty="0" err="1"/>
              <a:t>view</a:t>
            </a:r>
            <a:endParaRPr lang="nb-NO" dirty="0"/>
          </a:p>
          <a:p>
            <a:pPr marL="514350" indent="-514350">
              <a:buFont typeface="+mj-lt"/>
              <a:buAutoNum type="arabicPeriod"/>
            </a:pPr>
            <a:r>
              <a:rPr lang="nb-NO" dirty="0"/>
              <a:t>Lock-in synet</a:t>
            </a:r>
          </a:p>
          <a:p>
            <a:pPr marL="0" indent="0">
              <a:buNone/>
            </a:pPr>
            <a:endParaRPr lang="nb-NO" dirty="0"/>
          </a:p>
          <a:p>
            <a:r>
              <a:rPr lang="nb-NO" dirty="0"/>
              <a:t>Teoriene postulerer noe om hvordan en skatt på utbytte påvirker om en bedrift finansierer nye investeringer ved å låne i markedet, foreta en emisjon eller holde tilbake utbytte. Hva er best for oss som aksjonær? </a:t>
            </a:r>
          </a:p>
        </p:txBody>
      </p:sp>
    </p:spTree>
    <p:extLst>
      <p:ext uri="{BB962C8B-B14F-4D97-AF65-F5344CB8AC3E}">
        <p14:creationId xmlns:p14="http://schemas.microsoft.com/office/powerpoint/2010/main" val="39418837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273CC-2260-1BC0-89CA-F9CB9B4EE3D5}"/>
              </a:ext>
            </a:extLst>
          </p:cNvPr>
          <p:cNvSpPr>
            <a:spLocks noGrp="1"/>
          </p:cNvSpPr>
          <p:nvPr>
            <p:ph type="title"/>
          </p:nvPr>
        </p:nvSpPr>
        <p:spPr>
          <a:xfrm>
            <a:off x="563419" y="365125"/>
            <a:ext cx="11157526" cy="1325563"/>
          </a:xfrm>
        </p:spPr>
        <p:txBody>
          <a:bodyPr/>
          <a:lstStyle/>
          <a:p>
            <a:r>
              <a:rPr lang="nb-NO" b="1" dirty="0"/>
              <a:t>The Old </a:t>
            </a:r>
            <a:r>
              <a:rPr lang="nb-NO" b="1" dirty="0" err="1"/>
              <a:t>View</a:t>
            </a:r>
            <a:r>
              <a:rPr lang="nb-NO" b="1" dirty="0"/>
              <a:t> </a:t>
            </a:r>
            <a:r>
              <a:rPr lang="nb-NO" sz="3200" b="1" dirty="0"/>
              <a:t>(</a:t>
            </a:r>
            <a:r>
              <a:rPr lang="nb-NO" sz="3200" b="1" dirty="0" err="1"/>
              <a:t>Harberger</a:t>
            </a:r>
            <a:r>
              <a:rPr lang="nb-NO" sz="3200" b="1" dirty="0"/>
              <a:t> 1962, </a:t>
            </a:r>
            <a:r>
              <a:rPr lang="nb-NO" sz="3200" b="1" dirty="0" err="1"/>
              <a:t>Poterba</a:t>
            </a:r>
            <a:r>
              <a:rPr lang="nb-NO" sz="3200" b="1" dirty="0"/>
              <a:t> &amp; Summers 1985)</a:t>
            </a:r>
            <a:endParaRPr lang="nb-NO" b="1" dirty="0"/>
          </a:p>
        </p:txBody>
      </p:sp>
      <p:sp>
        <p:nvSpPr>
          <p:cNvPr id="3" name="Content Placeholder 2">
            <a:extLst>
              <a:ext uri="{FF2B5EF4-FFF2-40B4-BE49-F238E27FC236}">
                <a16:creationId xmlns:a16="http://schemas.microsoft.com/office/drawing/2014/main" id="{2BBE851D-1251-A9AF-9EBA-4831778A5980}"/>
              </a:ext>
            </a:extLst>
          </p:cNvPr>
          <p:cNvSpPr>
            <a:spLocks noGrp="1"/>
          </p:cNvSpPr>
          <p:nvPr>
            <p:ph idx="1"/>
          </p:nvPr>
        </p:nvSpPr>
        <p:spPr>
          <a:xfrm>
            <a:off x="563419" y="1825625"/>
            <a:ext cx="10790381" cy="4351338"/>
          </a:xfrm>
        </p:spPr>
        <p:txBody>
          <a:bodyPr>
            <a:normAutofit fontScale="92500"/>
          </a:bodyPr>
          <a:lstStyle/>
          <a:p>
            <a:r>
              <a:rPr lang="nb-NO" dirty="0"/>
              <a:t>Selskapsinntekt beskattes først på selskapsnivå, og når den samme inntekten deles ut til aksjonærene som utbytte, beskattes den igjen på individnivå.</a:t>
            </a:r>
          </a:p>
          <a:p>
            <a:endParaRPr lang="nb-NO" dirty="0"/>
          </a:p>
          <a:p>
            <a:r>
              <a:rPr lang="nb-NO" dirty="0"/>
              <a:t>Summen av disse skattene øker kostnaden ved å hente inn egenkapital: derfor bedre å finansiere investeringer med tilbakeholdt </a:t>
            </a:r>
            <a:r>
              <a:rPr lang="nb-NO" dirty="0" err="1"/>
              <a:t>overskud</a:t>
            </a:r>
            <a:r>
              <a:rPr lang="nb-NO" dirty="0"/>
              <a:t> </a:t>
            </a:r>
          </a:p>
          <a:p>
            <a:endParaRPr lang="nb-NO" dirty="0"/>
          </a:p>
          <a:p>
            <a:pPr>
              <a:buFont typeface="Aptos" panose="020B0004020202020204" pitchFamily="34" charset="0"/>
              <a:buChar char="→"/>
            </a:pPr>
            <a:r>
              <a:rPr lang="nb-NO" dirty="0"/>
              <a:t> utbytteskatter reduserer insentivene til å betale ut utbytte, straffer egenkapitalfinansiering og fører til lavere bedriftsinvesteringer.</a:t>
            </a:r>
          </a:p>
          <a:p>
            <a:pPr>
              <a:buFont typeface="Aptos" panose="020B0004020202020204" pitchFamily="34" charset="0"/>
              <a:buChar char="→"/>
            </a:pPr>
            <a:r>
              <a:rPr lang="nb-NO" dirty="0"/>
              <a:t> Hvis bedriften finansierer nye investeringer med tilbakeholdt overskudd får vi ikke utbytte. «Old </a:t>
            </a:r>
            <a:r>
              <a:rPr lang="nb-NO" dirty="0" err="1"/>
              <a:t>view</a:t>
            </a:r>
            <a:r>
              <a:rPr lang="nb-NO" dirty="0"/>
              <a:t>» sier at utbytteskatt skader oss som aksjonær.</a:t>
            </a:r>
          </a:p>
          <a:p>
            <a:endParaRPr lang="nb-NO" dirty="0"/>
          </a:p>
        </p:txBody>
      </p:sp>
    </p:spTree>
    <p:extLst>
      <p:ext uri="{BB962C8B-B14F-4D97-AF65-F5344CB8AC3E}">
        <p14:creationId xmlns:p14="http://schemas.microsoft.com/office/powerpoint/2010/main" val="57387424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AB964-2D81-3B1B-E748-6403B64B96FE}"/>
              </a:ext>
            </a:extLst>
          </p:cNvPr>
          <p:cNvSpPr>
            <a:spLocks noGrp="1"/>
          </p:cNvSpPr>
          <p:nvPr>
            <p:ph type="title"/>
          </p:nvPr>
        </p:nvSpPr>
        <p:spPr>
          <a:xfrm>
            <a:off x="838199" y="52459"/>
            <a:ext cx="10928927" cy="1325563"/>
          </a:xfrm>
        </p:spPr>
        <p:txBody>
          <a:bodyPr/>
          <a:lstStyle/>
          <a:p>
            <a:r>
              <a:rPr lang="nb-NO" sz="4000" b="1" dirty="0"/>
              <a:t>The New </a:t>
            </a:r>
            <a:r>
              <a:rPr lang="nb-NO" sz="4000" b="1" dirty="0" err="1"/>
              <a:t>View</a:t>
            </a:r>
            <a:r>
              <a:rPr lang="nb-NO" sz="4000" b="1" dirty="0"/>
              <a:t> </a:t>
            </a:r>
            <a:r>
              <a:rPr lang="nb-NO" sz="3200" b="1" dirty="0"/>
              <a:t>(King 1977; </a:t>
            </a:r>
            <a:r>
              <a:rPr lang="nb-NO" sz="3200" b="1" dirty="0" err="1"/>
              <a:t>Auerbach</a:t>
            </a:r>
            <a:r>
              <a:rPr lang="nb-NO" sz="3200" b="1" dirty="0"/>
              <a:t> 1979; Bradford 1981)</a:t>
            </a:r>
            <a:endParaRPr lang="nb-NO" b="1" dirty="0"/>
          </a:p>
        </p:txBody>
      </p:sp>
      <p:sp>
        <p:nvSpPr>
          <p:cNvPr id="3" name="Content Placeholder 2">
            <a:extLst>
              <a:ext uri="{FF2B5EF4-FFF2-40B4-BE49-F238E27FC236}">
                <a16:creationId xmlns:a16="http://schemas.microsoft.com/office/drawing/2014/main" id="{260101EB-BC41-BC86-B2CA-E0A5A98B40EF}"/>
              </a:ext>
            </a:extLst>
          </p:cNvPr>
          <p:cNvSpPr>
            <a:spLocks noGrp="1"/>
          </p:cNvSpPr>
          <p:nvPr>
            <p:ph idx="1"/>
          </p:nvPr>
        </p:nvSpPr>
        <p:spPr>
          <a:xfrm>
            <a:off x="838199" y="1321455"/>
            <a:ext cx="10928927" cy="5171420"/>
          </a:xfrm>
        </p:spPr>
        <p:txBody>
          <a:bodyPr>
            <a:normAutofit/>
          </a:bodyPr>
          <a:lstStyle/>
          <a:p>
            <a:r>
              <a:rPr lang="nb-NO" dirty="0"/>
              <a:t>Når et selskap finansierer investeringene sine ved hjelp av tilbakeholdt overskudd i stedet for å utstede nye aksjer, blir utbytteskatten på individnivå kapitalisert inn i aksjeverdien (stiger). </a:t>
            </a:r>
          </a:p>
          <a:p>
            <a:pPr marL="0" indent="0">
              <a:buNone/>
            </a:pPr>
            <a:r>
              <a:rPr lang="nb-NO" dirty="0"/>
              <a:t> </a:t>
            </a:r>
          </a:p>
          <a:p>
            <a:pPr>
              <a:buFont typeface="Calibri" panose="020F0502020204030204" pitchFamily="34" charset="0"/>
              <a:buChar char="→"/>
            </a:pPr>
            <a:r>
              <a:rPr lang="nb-NO" dirty="0"/>
              <a:t>Det spille ringen rolle for oss som aksjonær om vi får utbytte eller ikke fordi kapitalmarkedet øker aksjeprisen og om vi vil ha cash kan vi selge noen aksjer. </a:t>
            </a:r>
          </a:p>
          <a:p>
            <a:endParaRPr lang="nb-NO" dirty="0"/>
          </a:p>
          <a:p>
            <a:endParaRPr lang="nb-NO" dirty="0"/>
          </a:p>
        </p:txBody>
      </p:sp>
    </p:spTree>
    <p:extLst>
      <p:ext uri="{BB962C8B-B14F-4D97-AF65-F5344CB8AC3E}">
        <p14:creationId xmlns:p14="http://schemas.microsoft.com/office/powerpoint/2010/main" val="25299208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F5645-7D90-38BD-82A2-10FC9C6B0019}"/>
              </a:ext>
            </a:extLst>
          </p:cNvPr>
          <p:cNvSpPr>
            <a:spLocks noGrp="1"/>
          </p:cNvSpPr>
          <p:nvPr>
            <p:ph type="title"/>
          </p:nvPr>
        </p:nvSpPr>
        <p:spPr>
          <a:xfrm>
            <a:off x="838200" y="365125"/>
            <a:ext cx="10515600" cy="558511"/>
          </a:xfrm>
        </p:spPr>
        <p:txBody>
          <a:bodyPr>
            <a:noAutofit/>
          </a:bodyPr>
          <a:lstStyle/>
          <a:p>
            <a:r>
              <a:rPr lang="nb-NO" sz="4000" b="1" dirty="0"/>
              <a:t>The «</a:t>
            </a:r>
            <a:r>
              <a:rPr lang="nb-NO" sz="4000" b="1" dirty="0" err="1"/>
              <a:t>new</a:t>
            </a:r>
            <a:r>
              <a:rPr lang="nb-NO" sz="4000" b="1" dirty="0"/>
              <a:t> </a:t>
            </a:r>
            <a:r>
              <a:rPr lang="nb-NO" sz="4000" b="1" dirty="0" err="1"/>
              <a:t>new</a:t>
            </a:r>
            <a:r>
              <a:rPr lang="nb-NO" sz="4000" b="1" dirty="0"/>
              <a:t> </a:t>
            </a:r>
            <a:r>
              <a:rPr lang="nb-NO" sz="4000" b="1" dirty="0" err="1"/>
              <a:t>view</a:t>
            </a:r>
            <a:r>
              <a:rPr lang="nb-NO" sz="4000" b="1" dirty="0"/>
              <a:t>»</a:t>
            </a:r>
          </a:p>
        </p:txBody>
      </p:sp>
      <p:sp>
        <p:nvSpPr>
          <p:cNvPr id="3" name="Content Placeholder 2">
            <a:extLst>
              <a:ext uri="{FF2B5EF4-FFF2-40B4-BE49-F238E27FC236}">
                <a16:creationId xmlns:a16="http://schemas.microsoft.com/office/drawing/2014/main" id="{1C9E8C48-326A-44A1-DA4A-A319F5ECB859}"/>
              </a:ext>
            </a:extLst>
          </p:cNvPr>
          <p:cNvSpPr>
            <a:spLocks noGrp="1"/>
          </p:cNvSpPr>
          <p:nvPr>
            <p:ph idx="1"/>
          </p:nvPr>
        </p:nvSpPr>
        <p:spPr>
          <a:xfrm>
            <a:off x="554182" y="1339273"/>
            <a:ext cx="11185236" cy="5043054"/>
          </a:xfrm>
        </p:spPr>
        <p:txBody>
          <a:bodyPr>
            <a:normAutofit lnSpcReduction="10000"/>
          </a:bodyPr>
          <a:lstStyle/>
          <a:p>
            <a:r>
              <a:rPr lang="nb-NO" dirty="0" err="1"/>
              <a:t>Chetty</a:t>
            </a:r>
            <a:r>
              <a:rPr lang="nb-NO" dirty="0"/>
              <a:t> &amp; </a:t>
            </a:r>
            <a:r>
              <a:rPr lang="nb-NO" dirty="0" err="1"/>
              <a:t>Saez</a:t>
            </a:r>
            <a:r>
              <a:rPr lang="nb-NO" dirty="0"/>
              <a:t> (2005): utbytteskattekutt i USA (fra 38,6% til 15%) forårsaker store, umiddelbare økninger i utbytteutbetalinger, og økningene drives av selskaper med </a:t>
            </a:r>
            <a:r>
              <a:rPr lang="nb-NO" i="1" dirty="0"/>
              <a:t>høyt eierskap blant toppledere eller styremedlemmer</a:t>
            </a:r>
            <a:r>
              <a:rPr lang="nb-NO" dirty="0"/>
              <a:t>.</a:t>
            </a:r>
          </a:p>
          <a:p>
            <a:r>
              <a:rPr lang="nb-NO" b="1" dirty="0"/>
              <a:t>The </a:t>
            </a:r>
            <a:r>
              <a:rPr lang="nb-NO" b="1" dirty="0" err="1"/>
              <a:t>new</a:t>
            </a:r>
            <a:r>
              <a:rPr lang="nb-NO" b="1" dirty="0"/>
              <a:t> </a:t>
            </a:r>
            <a:r>
              <a:rPr lang="nb-NO" b="1" dirty="0" err="1"/>
              <a:t>new</a:t>
            </a:r>
            <a:r>
              <a:rPr lang="nb-NO" b="1" dirty="0"/>
              <a:t> </a:t>
            </a:r>
            <a:r>
              <a:rPr lang="nb-NO" b="1" dirty="0" err="1"/>
              <a:t>view</a:t>
            </a:r>
            <a:r>
              <a:rPr lang="nb-NO" b="1" dirty="0"/>
              <a:t> har et prinsipal–agent-perspektiv</a:t>
            </a:r>
            <a:r>
              <a:rPr lang="nb-NO" dirty="0"/>
              <a:t>:</a:t>
            </a:r>
          </a:p>
          <a:p>
            <a:pPr lvl="1"/>
            <a:r>
              <a:rPr lang="nb-NO" dirty="0"/>
              <a:t>Ledere og aksjonærer har ikke fullstendig samsvarende interesser</a:t>
            </a:r>
          </a:p>
          <a:p>
            <a:pPr lvl="1"/>
            <a:r>
              <a:rPr lang="nb-NO" dirty="0"/>
              <a:t>Ledere foretrekker å beholde overskudd i selskapet (gir kontroll, frynsegoder, "empire </a:t>
            </a:r>
            <a:r>
              <a:rPr lang="nb-NO" dirty="0" err="1"/>
              <a:t>building</a:t>
            </a:r>
            <a:r>
              <a:rPr lang="nb-NO" dirty="0"/>
              <a:t>")</a:t>
            </a:r>
          </a:p>
          <a:p>
            <a:pPr lvl="1"/>
            <a:r>
              <a:rPr lang="nb-NO" dirty="0"/>
              <a:t>Aksjonærene vil i utgangspunktet ha utbetalt overskuddet</a:t>
            </a:r>
          </a:p>
          <a:p>
            <a:endParaRPr lang="nb-NO" dirty="0"/>
          </a:p>
          <a:p>
            <a:r>
              <a:rPr lang="nb-NO" dirty="0"/>
              <a:t>Utbytteskatten påvirker balansen i denne konflikten: høy utbytteskatt gjør det enklere for ledelsen å rasjonalisere å holde tilbake kapital; lav utbytteskatt presser ledelsen mot utdeling.</a:t>
            </a:r>
          </a:p>
        </p:txBody>
      </p:sp>
    </p:spTree>
    <p:extLst>
      <p:ext uri="{BB962C8B-B14F-4D97-AF65-F5344CB8AC3E}">
        <p14:creationId xmlns:p14="http://schemas.microsoft.com/office/powerpoint/2010/main" val="33101734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5D6A3-ACBD-B952-2FB1-5836111C6031}"/>
              </a:ext>
            </a:extLst>
          </p:cNvPr>
          <p:cNvSpPr>
            <a:spLocks noGrp="1"/>
          </p:cNvSpPr>
          <p:nvPr>
            <p:ph type="title"/>
          </p:nvPr>
        </p:nvSpPr>
        <p:spPr/>
        <p:txBody>
          <a:bodyPr/>
          <a:lstStyle/>
          <a:p>
            <a:r>
              <a:rPr lang="nb-NO" b="1" dirty="0"/>
              <a:t>Lock-in synet  (skattekreditt)</a:t>
            </a:r>
            <a:endParaRPr lang="nb-NO" dirty="0"/>
          </a:p>
        </p:txBody>
      </p:sp>
      <p:sp>
        <p:nvSpPr>
          <p:cNvPr id="3" name="Content Placeholder 2">
            <a:extLst>
              <a:ext uri="{FF2B5EF4-FFF2-40B4-BE49-F238E27FC236}">
                <a16:creationId xmlns:a16="http://schemas.microsoft.com/office/drawing/2014/main" id="{BD7E8512-9542-8C58-E56E-14ED5D7B9D64}"/>
              </a:ext>
            </a:extLst>
          </p:cNvPr>
          <p:cNvSpPr>
            <a:spLocks noGrp="1"/>
          </p:cNvSpPr>
          <p:nvPr>
            <p:ph idx="1"/>
          </p:nvPr>
        </p:nvSpPr>
        <p:spPr/>
        <p:txBody>
          <a:bodyPr/>
          <a:lstStyle/>
          <a:p>
            <a:r>
              <a:rPr lang="nb-NO" b="1" dirty="0"/>
              <a:t>Lock-in synet </a:t>
            </a:r>
            <a:r>
              <a:rPr lang="nb-NO" dirty="0"/>
              <a:t>hevder at siden tilbakeholdelse av inntjening i selskapet gir utsettelse av utbytteskatten, kan bedrifter foretrekke intern finansiering fremfor å betale ut og hente inn ny egenkapital</a:t>
            </a:r>
          </a:p>
          <a:p>
            <a:endParaRPr lang="nb-NO" dirty="0"/>
          </a:p>
          <a:p>
            <a:r>
              <a:rPr lang="nb-NO" dirty="0"/>
              <a:t>Lock-in synets innvirkning på oss som aksjonær avhenger av om vi tror aksjemarkedet øker aksjeprisen tilsvarende tilbakehold overskudd eller om prisen øker mer fordi markedet tror bedriften blir enda mer lønnsom enn bare verdien av de tilbakeholdte </a:t>
            </a:r>
            <a:r>
              <a:rPr lang="nb-NO" dirty="0" err="1"/>
              <a:t>overksuddene</a:t>
            </a:r>
            <a:r>
              <a:rPr lang="nb-NO" dirty="0"/>
              <a:t>.</a:t>
            </a:r>
          </a:p>
        </p:txBody>
      </p:sp>
    </p:spTree>
    <p:extLst>
      <p:ext uri="{BB962C8B-B14F-4D97-AF65-F5344CB8AC3E}">
        <p14:creationId xmlns:p14="http://schemas.microsoft.com/office/powerpoint/2010/main" val="396538030"/>
      </p:ext>
    </p:extLst>
  </p:cSld>
  <p:clrMapOvr>
    <a:masterClrMapping/>
  </p:clrMapOvr>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1_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1050"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F925347-3500-47C7-9691-9B24DA4B0E6C}">
  <we:reference id="WA200010001" version="1.0.0.1" store="Omex" storeType="OMEX"/>
  <we:alternateReferences>
    <we:reference id="WA200010001" version="1.0.0.1" store="WA200010001" storeType="OMEX"/>
  </we:alternateReferences>
  <we:properties>
    <we:property name="claude.fileId" value="&quot;43599973-ba9c-442f-85bd-b0c35f8ddc73&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39109439179B544F8D88A46EC3854F27" ma:contentTypeVersion="11" ma:contentTypeDescription="Opprett et nytt dokument." ma:contentTypeScope="" ma:versionID="8b433d94073bfbc5f529801915d069f3">
  <xsd:schema xmlns:xsd="http://www.w3.org/2001/XMLSchema" xmlns:xs="http://www.w3.org/2001/XMLSchema" xmlns:p="http://schemas.microsoft.com/office/2006/metadata/properties" xmlns:ns3="8a8bec52-5105-40cc-af25-cf9a7795bbdd" xmlns:ns4="a13eb870-6bde-4369-b1d2-97daffbf40d2" targetNamespace="http://schemas.microsoft.com/office/2006/metadata/properties" ma:root="true" ma:fieldsID="eccc2bfdd379919f11bfd6ab8d571a5f" ns3:_="" ns4:_="">
    <xsd:import namespace="8a8bec52-5105-40cc-af25-cf9a7795bbdd"/>
    <xsd:import namespace="a13eb870-6bde-4369-b1d2-97daffbf40d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a8bec52-5105-40cc-af25-cf9a7795bbdd"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13eb870-6bde-4369-b1d2-97daffbf40d2" elementFormDefault="qualified">
    <xsd:import namespace="http://schemas.microsoft.com/office/2006/documentManagement/types"/>
    <xsd:import namespace="http://schemas.microsoft.com/office/infopath/2007/PartnerControls"/>
    <xsd:element name="SharedWithUsers" ma:index="10"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lingsdetaljer" ma:internalName="SharedWithDetails" ma:readOnly="true">
      <xsd:simpleType>
        <xsd:restriction base="dms:Note">
          <xsd:maxLength value="255"/>
        </xsd:restriction>
      </xsd:simpleType>
    </xsd:element>
    <xsd:element name="SharingHintHash" ma:index="12" nillable="true" ma:displayName="Hash for deling av tips"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holdstype"/>
        <xsd:element ref="dc:title" minOccurs="0" maxOccurs="1" ma:index="4" ma:displayName="Tit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35CC9F0-B78D-43E8-A1AC-6A849ED6F885}">
  <ds:schemaRefs>
    <ds:schemaRef ds:uri="8a8bec52-5105-40cc-af25-cf9a7795bbdd"/>
    <ds:schemaRef ds:uri="a13eb870-6bde-4369-b1d2-97daffbf40d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5047BBA-FAC5-446E-9AD9-1D17171D474B}">
  <ds:schemaRefs>
    <ds:schemaRef ds:uri="http://schemas.microsoft.com/sharepoint/v3/contenttype/forms"/>
  </ds:schemaRefs>
</ds:datastoreItem>
</file>

<file path=customXml/itemProps3.xml><?xml version="1.0" encoding="utf-8"?>
<ds:datastoreItem xmlns:ds="http://schemas.openxmlformats.org/officeDocument/2006/customXml" ds:itemID="{AE5CE9EA-E78B-42A3-B2BF-199F68956F2C}">
  <ds:schemaRefs>
    <ds:schemaRef ds:uri="http://purl.org/dc/elements/1.1/"/>
    <ds:schemaRef ds:uri="http://purl.org/dc/dcmitype/"/>
    <ds:schemaRef ds:uri="http://schemas.microsoft.com/office/infopath/2007/PartnerControls"/>
    <ds:schemaRef ds:uri="http://www.w3.org/XML/1998/namespace"/>
    <ds:schemaRef ds:uri="http://schemas.microsoft.com/office/2006/documentManagement/types"/>
    <ds:schemaRef ds:uri="8a8bec52-5105-40cc-af25-cf9a7795bbdd"/>
    <ds:schemaRef ds:uri="http://schemas.openxmlformats.org/package/2006/metadata/core-properties"/>
    <ds:schemaRef ds:uri="a13eb870-6bde-4369-b1d2-97daffbf40d2"/>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20592</TotalTime>
  <Words>3790</Words>
  <Application>Microsoft Macintosh PowerPoint</Application>
  <PresentationFormat>Widescreen</PresentationFormat>
  <Paragraphs>430</Paragraphs>
  <Slides>56</Slides>
  <Notes>3</Notes>
  <HiddenSlides>0</HiddenSlides>
  <MMClips>1</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56</vt:i4>
      </vt:variant>
    </vt:vector>
  </HeadingPairs>
  <TitlesOfParts>
    <vt:vector size="66" baseType="lpstr">
      <vt:lpstr>Amasis MT Pro Black</vt:lpstr>
      <vt:lpstr>Aptos</vt:lpstr>
      <vt:lpstr>Aptos Display</vt:lpstr>
      <vt:lpstr>Arial</vt:lpstr>
      <vt:lpstr>Calibri</vt:lpstr>
      <vt:lpstr>Calibri Light</vt:lpstr>
      <vt:lpstr>Cambria Math</vt:lpstr>
      <vt:lpstr>Office-tema</vt:lpstr>
      <vt:lpstr>Office Theme</vt:lpstr>
      <vt:lpstr>1_Office-tema</vt:lpstr>
      <vt:lpstr> FIE 432 Personlig Økonomi</vt:lpstr>
      <vt:lpstr>What is a good empirical research project?</vt:lpstr>
      <vt:lpstr>FIE 432 Personlig Økonomi</vt:lpstr>
      <vt:lpstr>Jobbrelevans</vt:lpstr>
      <vt:lpstr>Kurset har to bolker</vt:lpstr>
      <vt:lpstr>Om eksamen og kursgodkjenning</vt:lpstr>
      <vt:lpstr>Forts. Om eksamen</vt:lpstr>
      <vt:lpstr>PowerPoint Presentation</vt:lpstr>
      <vt:lpstr>Hva kan dere etter 5 år på NHH?</vt:lpstr>
      <vt:lpstr>Lærepunkter</vt:lpstr>
      <vt:lpstr>PowerPoint Presentation</vt:lpstr>
      <vt:lpstr>Et eksempel: Innovasjon Norge</vt:lpstr>
      <vt:lpstr>La oss se på to påstander fremsatt ofte fremsatt i politikken</vt:lpstr>
      <vt:lpstr>Påstand 1: skattesystemet er progressivt dersom de rike betaler mer av den totale skatteinntekten enn de fattige</vt:lpstr>
      <vt:lpstr>Påstand 2: Aksjonærer eier ikke bedriftens overskudd</vt:lpstr>
      <vt:lpstr>Påstand 1 og 2 er knyttet til økonomisk ulikhet.</vt:lpstr>
      <vt:lpstr>Påstand 2 er knyttet til begrepet effektiv skattesats</vt:lpstr>
      <vt:lpstr>PowerPoint Presentation</vt:lpstr>
      <vt:lpstr>PowerPoint Presentation</vt:lpstr>
      <vt:lpstr>Fakta om Norge</vt:lpstr>
      <vt:lpstr>PowerPoint Presentation</vt:lpstr>
      <vt:lpstr>PowerPoint Presentation</vt:lpstr>
      <vt:lpstr>Referanser til denne delen av forelesningen</vt:lpstr>
      <vt:lpstr>Hvorfor er pengemakt politisk makt (i) </vt:lpstr>
      <vt:lpstr>Hvorfor er pengemakt politisk makt (ii) </vt:lpstr>
      <vt:lpstr>Hvorfor er pengemakt politisk makt (iii)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Hva er feil ved Anines beregning av formuesskatten?</vt:lpstr>
      <vt:lpstr>PowerPoint Presentation</vt:lpstr>
      <vt:lpstr>Noen kommentarer til eksemplet med VG-oppslaget til Anine</vt:lpstr>
      <vt:lpstr>Disposisjon videre i dag</vt:lpstr>
      <vt:lpstr>1. Aksjegevinst eller renteinntekt? </vt:lpstr>
      <vt:lpstr>PowerPoint Presentation</vt:lpstr>
      <vt:lpstr>Jeg har sett bort fra </vt:lpstr>
      <vt:lpstr>2. Verdien av skattefradrag</vt:lpstr>
      <vt:lpstr>Pia betaler 34% i skatt og bruker en diskonteringsfaktor på 4% </vt:lpstr>
      <vt:lpstr>Listhaugs tilbud  (alle tre minstefradragene (300 000 kr) trekkes fra i år 1)</vt:lpstr>
      <vt:lpstr>To forhold som kunne snu konklusjonen:</vt:lpstr>
      <vt:lpstr>3.  Den amerikanske drømmen? I USA eller Norge?  </vt:lpstr>
      <vt:lpstr>PowerPoint Presentation</vt:lpstr>
      <vt:lpstr>Hva er rett svar: Norge vs USA i perioden 2001-2018 (i)</vt:lpstr>
      <vt:lpstr>Hva er rett svar: Norge vs USA i perioden 2001-2018 (i)</vt:lpstr>
      <vt:lpstr>Hva er rett svar: Norge vs USA i perioden 2001-2018 (iii)</vt:lpstr>
      <vt:lpstr>Norge i perioden 2004 -2018 </vt:lpstr>
      <vt:lpstr>Hvorfor lykkes Norge bedre enn USA</vt:lpstr>
      <vt:lpstr>4. Tilbakeholdt utbytte i selskap eller motta utbytte? Hva er best for aksjonær? </vt:lpstr>
      <vt:lpstr>The Old View (Harberger 1962, Poterba &amp; Summers 1985)</vt:lpstr>
      <vt:lpstr>The New View (King 1977; Auerbach 1979; Bradford 1981)</vt:lpstr>
      <vt:lpstr>The «new new view»</vt:lpstr>
      <vt:lpstr>Lock-in synet  (skattekreditt)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 kurset FIE 432 Personlig Økonomi</dc:title>
  <dc:creator>Guttorm Schjelderup</dc:creator>
  <cp:lastModifiedBy>Tiki</cp:lastModifiedBy>
  <cp:revision>2</cp:revision>
  <dcterms:created xsi:type="dcterms:W3CDTF">2020-08-03T09:12:41Z</dcterms:created>
  <dcterms:modified xsi:type="dcterms:W3CDTF">2026-06-29T12:14:04Z</dcterms:modified>
</cp:coreProperties>
</file>