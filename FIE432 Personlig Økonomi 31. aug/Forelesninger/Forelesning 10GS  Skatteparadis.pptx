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notesSlides/notesSlide2.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59"/>
  </p:notesMasterIdLst>
  <p:handoutMasterIdLst>
    <p:handoutMasterId r:id="rId60"/>
  </p:handoutMasterIdLst>
  <p:sldIdLst>
    <p:sldId id="256" r:id="rId5"/>
    <p:sldId id="463" r:id="rId6"/>
    <p:sldId id="379" r:id="rId7"/>
    <p:sldId id="414" r:id="rId8"/>
    <p:sldId id="462" r:id="rId9"/>
    <p:sldId id="450" r:id="rId10"/>
    <p:sldId id="319" r:id="rId11"/>
    <p:sldId id="321" r:id="rId12"/>
    <p:sldId id="310" r:id="rId13"/>
    <p:sldId id="449" r:id="rId14"/>
    <p:sldId id="420" r:id="rId15"/>
    <p:sldId id="387" r:id="rId16"/>
    <p:sldId id="453" r:id="rId17"/>
    <p:sldId id="451" r:id="rId18"/>
    <p:sldId id="452" r:id="rId19"/>
    <p:sldId id="388" r:id="rId20"/>
    <p:sldId id="416" r:id="rId21"/>
    <p:sldId id="411" r:id="rId22"/>
    <p:sldId id="435" r:id="rId23"/>
    <p:sldId id="409" r:id="rId24"/>
    <p:sldId id="410" r:id="rId25"/>
    <p:sldId id="424" r:id="rId26"/>
    <p:sldId id="442" r:id="rId27"/>
    <p:sldId id="382" r:id="rId28"/>
    <p:sldId id="456" r:id="rId29"/>
    <p:sldId id="315" r:id="rId30"/>
    <p:sldId id="458" r:id="rId31"/>
    <p:sldId id="296" r:id="rId32"/>
    <p:sldId id="304" r:id="rId33"/>
    <p:sldId id="313" r:id="rId34"/>
    <p:sldId id="305" r:id="rId35"/>
    <p:sldId id="460" r:id="rId36"/>
    <p:sldId id="461" r:id="rId37"/>
    <p:sldId id="306" r:id="rId38"/>
    <p:sldId id="457" r:id="rId39"/>
    <p:sldId id="345" r:id="rId40"/>
    <p:sldId id="346" r:id="rId41"/>
    <p:sldId id="347" r:id="rId42"/>
    <p:sldId id="459" r:id="rId43"/>
    <p:sldId id="426" r:id="rId44"/>
    <p:sldId id="427" r:id="rId45"/>
    <p:sldId id="428" r:id="rId46"/>
    <p:sldId id="429" r:id="rId47"/>
    <p:sldId id="350" r:id="rId48"/>
    <p:sldId id="351" r:id="rId49"/>
    <p:sldId id="352" r:id="rId50"/>
    <p:sldId id="353" r:id="rId51"/>
    <p:sldId id="358" r:id="rId52"/>
    <p:sldId id="359" r:id="rId53"/>
    <p:sldId id="360" r:id="rId54"/>
    <p:sldId id="443" r:id="rId55"/>
    <p:sldId id="444" r:id="rId56"/>
    <p:sldId id="431" r:id="rId57"/>
    <p:sldId id="446" r:id="rId58"/>
  </p:sldIdLst>
  <p:sldSz cx="10009188" cy="7561263"/>
  <p:notesSz cx="6645275" cy="9775825"/>
  <p:defaultTextStyle>
    <a:defPPr>
      <a:defRPr lang="nb-NO"/>
    </a:defPPr>
    <a:lvl1pPr marL="0" algn="l" defTabSz="1004011" rtl="0" eaLnBrk="1" latinLnBrk="0" hangingPunct="1">
      <a:defRPr sz="2000" kern="1200">
        <a:solidFill>
          <a:schemeClr val="tx1"/>
        </a:solidFill>
        <a:latin typeface="+mn-lt"/>
        <a:ea typeface="+mn-ea"/>
        <a:cs typeface="+mn-cs"/>
      </a:defRPr>
    </a:lvl1pPr>
    <a:lvl2pPr marL="502006" algn="l" defTabSz="1004011" rtl="0" eaLnBrk="1" latinLnBrk="0" hangingPunct="1">
      <a:defRPr sz="2000" kern="1200">
        <a:solidFill>
          <a:schemeClr val="tx1"/>
        </a:solidFill>
        <a:latin typeface="+mn-lt"/>
        <a:ea typeface="+mn-ea"/>
        <a:cs typeface="+mn-cs"/>
      </a:defRPr>
    </a:lvl2pPr>
    <a:lvl3pPr marL="1004011" algn="l" defTabSz="1004011" rtl="0" eaLnBrk="1" latinLnBrk="0" hangingPunct="1">
      <a:defRPr sz="2000" kern="1200">
        <a:solidFill>
          <a:schemeClr val="tx1"/>
        </a:solidFill>
        <a:latin typeface="+mn-lt"/>
        <a:ea typeface="+mn-ea"/>
        <a:cs typeface="+mn-cs"/>
      </a:defRPr>
    </a:lvl3pPr>
    <a:lvl4pPr marL="1506017" algn="l" defTabSz="1004011" rtl="0" eaLnBrk="1" latinLnBrk="0" hangingPunct="1">
      <a:defRPr sz="2000" kern="1200">
        <a:solidFill>
          <a:schemeClr val="tx1"/>
        </a:solidFill>
        <a:latin typeface="+mn-lt"/>
        <a:ea typeface="+mn-ea"/>
        <a:cs typeface="+mn-cs"/>
      </a:defRPr>
    </a:lvl4pPr>
    <a:lvl5pPr marL="2008022" algn="l" defTabSz="1004011" rtl="0" eaLnBrk="1" latinLnBrk="0" hangingPunct="1">
      <a:defRPr sz="2000" kern="1200">
        <a:solidFill>
          <a:schemeClr val="tx1"/>
        </a:solidFill>
        <a:latin typeface="+mn-lt"/>
        <a:ea typeface="+mn-ea"/>
        <a:cs typeface="+mn-cs"/>
      </a:defRPr>
    </a:lvl5pPr>
    <a:lvl6pPr marL="2510028" algn="l" defTabSz="1004011" rtl="0" eaLnBrk="1" latinLnBrk="0" hangingPunct="1">
      <a:defRPr sz="2000" kern="1200">
        <a:solidFill>
          <a:schemeClr val="tx1"/>
        </a:solidFill>
        <a:latin typeface="+mn-lt"/>
        <a:ea typeface="+mn-ea"/>
        <a:cs typeface="+mn-cs"/>
      </a:defRPr>
    </a:lvl6pPr>
    <a:lvl7pPr marL="3012034" algn="l" defTabSz="1004011" rtl="0" eaLnBrk="1" latinLnBrk="0" hangingPunct="1">
      <a:defRPr sz="2000" kern="1200">
        <a:solidFill>
          <a:schemeClr val="tx1"/>
        </a:solidFill>
        <a:latin typeface="+mn-lt"/>
        <a:ea typeface="+mn-ea"/>
        <a:cs typeface="+mn-cs"/>
      </a:defRPr>
    </a:lvl7pPr>
    <a:lvl8pPr marL="3514039" algn="l" defTabSz="1004011" rtl="0" eaLnBrk="1" latinLnBrk="0" hangingPunct="1">
      <a:defRPr sz="2000" kern="1200">
        <a:solidFill>
          <a:schemeClr val="tx1"/>
        </a:solidFill>
        <a:latin typeface="+mn-lt"/>
        <a:ea typeface="+mn-ea"/>
        <a:cs typeface="+mn-cs"/>
      </a:defRPr>
    </a:lvl8pPr>
    <a:lvl9pPr marL="4016045" algn="l" defTabSz="1004011" rtl="0" eaLnBrk="1" latinLnBrk="0" hangingPunct="1">
      <a:defRPr sz="20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82">
          <p15:clr>
            <a:srgbClr val="A4A3A4"/>
          </p15:clr>
        </p15:guide>
        <p15:guide id="2" pos="3153">
          <p15:clr>
            <a:srgbClr val="A4A3A4"/>
          </p15:clr>
        </p15:guide>
      </p15:sldGuideLst>
    </p:ext>
    <p:ext uri="{2D200454-40CA-4A62-9FC3-DE9A4176ACB9}">
      <p15:notesGuideLst xmlns:p15="http://schemas.microsoft.com/office/powerpoint/2012/main">
        <p15:guide id="1" orient="horz" pos="3079" userDrawn="1">
          <p15:clr>
            <a:srgbClr val="A4A3A4"/>
          </p15:clr>
        </p15:guide>
        <p15:guide id="2" pos="2093"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66FF"/>
    <a:srgbClr val="D0D1D3"/>
    <a:srgbClr val="003A54"/>
    <a:srgbClr val="BCBDC0"/>
    <a:srgbClr val="A89449"/>
    <a:srgbClr val="2F718E"/>
    <a:srgbClr val="00314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F19EEDA-A3A5-4E9F-A17F-CB1982AAFFB2}" v="163" dt="2024-09-25T07:23:10.77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546" autoAdjust="0"/>
    <p:restoredTop sz="94694"/>
  </p:normalViewPr>
  <p:slideViewPr>
    <p:cSldViewPr>
      <p:cViewPr varScale="1">
        <p:scale>
          <a:sx n="64" d="100"/>
          <a:sy n="64" d="100"/>
        </p:scale>
        <p:origin x="1288" y="36"/>
      </p:cViewPr>
      <p:guideLst>
        <p:guide orient="horz" pos="2382"/>
        <p:guide pos="3153"/>
      </p:guideLst>
    </p:cSldViewPr>
  </p:slideViewPr>
  <p:notesTextViewPr>
    <p:cViewPr>
      <p:scale>
        <a:sx n="1" d="1"/>
        <a:sy n="1" d="1"/>
      </p:scale>
      <p:origin x="0" y="0"/>
    </p:cViewPr>
  </p:notesTextViewPr>
  <p:sorterViewPr>
    <p:cViewPr>
      <p:scale>
        <a:sx n="80" d="100"/>
        <a:sy n="80" d="100"/>
      </p:scale>
      <p:origin x="0" y="0"/>
    </p:cViewPr>
  </p:sorterViewPr>
  <p:notesViewPr>
    <p:cSldViewPr>
      <p:cViewPr varScale="1">
        <p:scale>
          <a:sx n="98" d="100"/>
          <a:sy n="98" d="100"/>
        </p:scale>
        <p:origin x="-3564" y="-96"/>
      </p:cViewPr>
      <p:guideLst>
        <p:guide orient="horz" pos="3079"/>
        <p:guide pos="2093"/>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5" Type="http://schemas.openxmlformats.org/officeDocument/2006/relationships/slide" Target="slides/slide1.xml"/><Relationship Id="rId61" Type="http://schemas.openxmlformats.org/officeDocument/2006/relationships/presProps" Target="pres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handoutMaster" Target="handoutMasters/handoutMaster1.xml"/><Relationship Id="rId65"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opptekst 1"/>
          <p:cNvSpPr>
            <a:spLocks noGrp="1"/>
          </p:cNvSpPr>
          <p:nvPr>
            <p:ph type="hdr" sz="quarter"/>
          </p:nvPr>
        </p:nvSpPr>
        <p:spPr>
          <a:xfrm>
            <a:off x="0" y="2"/>
            <a:ext cx="2879619" cy="488791"/>
          </a:xfrm>
          <a:prstGeom prst="rect">
            <a:avLst/>
          </a:prstGeom>
        </p:spPr>
        <p:txBody>
          <a:bodyPr vert="horz" lIns="89904" tIns="44952" rIns="89904" bIns="44952" rtlCol="0"/>
          <a:lstStyle>
            <a:lvl1pPr algn="l">
              <a:defRPr sz="1200"/>
            </a:lvl1pPr>
          </a:lstStyle>
          <a:p>
            <a:endParaRPr lang="nb-NO"/>
          </a:p>
        </p:txBody>
      </p:sp>
      <p:sp>
        <p:nvSpPr>
          <p:cNvPr id="3" name="Plassholder for dato 2"/>
          <p:cNvSpPr>
            <a:spLocks noGrp="1"/>
          </p:cNvSpPr>
          <p:nvPr>
            <p:ph type="dt" sz="quarter" idx="1"/>
          </p:nvPr>
        </p:nvSpPr>
        <p:spPr>
          <a:xfrm>
            <a:off x="3764119" y="2"/>
            <a:ext cx="2879619" cy="488791"/>
          </a:xfrm>
          <a:prstGeom prst="rect">
            <a:avLst/>
          </a:prstGeom>
        </p:spPr>
        <p:txBody>
          <a:bodyPr vert="horz" lIns="89904" tIns="44952" rIns="89904" bIns="44952" rtlCol="0"/>
          <a:lstStyle>
            <a:lvl1pPr algn="r">
              <a:defRPr sz="1200"/>
            </a:lvl1pPr>
          </a:lstStyle>
          <a:p>
            <a:fld id="{F27DBD2A-FA58-4AD3-809F-BA8D4A980247}" type="datetimeFigureOut">
              <a:rPr lang="nb-NO" smtClean="0"/>
              <a:pPr/>
              <a:t>19.02.2025</a:t>
            </a:fld>
            <a:endParaRPr lang="nb-NO"/>
          </a:p>
        </p:txBody>
      </p:sp>
      <p:sp>
        <p:nvSpPr>
          <p:cNvPr id="4" name="Plassholder for bunntekst 3"/>
          <p:cNvSpPr>
            <a:spLocks noGrp="1"/>
          </p:cNvSpPr>
          <p:nvPr>
            <p:ph type="ftr" sz="quarter" idx="2"/>
          </p:nvPr>
        </p:nvSpPr>
        <p:spPr>
          <a:xfrm>
            <a:off x="0" y="9285339"/>
            <a:ext cx="2879619" cy="488791"/>
          </a:xfrm>
          <a:prstGeom prst="rect">
            <a:avLst/>
          </a:prstGeom>
        </p:spPr>
        <p:txBody>
          <a:bodyPr vert="horz" lIns="89904" tIns="44952" rIns="89904" bIns="44952" rtlCol="0" anchor="b"/>
          <a:lstStyle>
            <a:lvl1pPr algn="l">
              <a:defRPr sz="1200"/>
            </a:lvl1pPr>
          </a:lstStyle>
          <a:p>
            <a:endParaRPr lang="nb-NO"/>
          </a:p>
        </p:txBody>
      </p:sp>
      <p:sp>
        <p:nvSpPr>
          <p:cNvPr id="5" name="Plassholder for lysbildenummer 4"/>
          <p:cNvSpPr>
            <a:spLocks noGrp="1"/>
          </p:cNvSpPr>
          <p:nvPr>
            <p:ph type="sldNum" sz="quarter" idx="3"/>
          </p:nvPr>
        </p:nvSpPr>
        <p:spPr>
          <a:xfrm>
            <a:off x="3764119" y="9285339"/>
            <a:ext cx="2879619" cy="488791"/>
          </a:xfrm>
          <a:prstGeom prst="rect">
            <a:avLst/>
          </a:prstGeom>
        </p:spPr>
        <p:txBody>
          <a:bodyPr vert="horz" lIns="89904" tIns="44952" rIns="89904" bIns="44952" rtlCol="0" anchor="b"/>
          <a:lstStyle>
            <a:lvl1pPr algn="r">
              <a:defRPr sz="1200"/>
            </a:lvl1pPr>
          </a:lstStyle>
          <a:p>
            <a:fld id="{AAA75A8A-F3EC-4E41-9543-E2675E537B95}" type="slidenum">
              <a:rPr lang="nb-NO" smtClean="0"/>
              <a:pPr/>
              <a:t>‹#›</a:t>
            </a:fld>
            <a:endParaRPr lang="nb-NO"/>
          </a:p>
        </p:txBody>
      </p:sp>
    </p:spTree>
    <p:extLst>
      <p:ext uri="{BB962C8B-B14F-4D97-AF65-F5344CB8AC3E}">
        <p14:creationId xmlns:p14="http://schemas.microsoft.com/office/powerpoint/2010/main" val="173604070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opptekst 1"/>
          <p:cNvSpPr>
            <a:spLocks noGrp="1"/>
          </p:cNvSpPr>
          <p:nvPr>
            <p:ph type="hdr" sz="quarter"/>
          </p:nvPr>
        </p:nvSpPr>
        <p:spPr>
          <a:xfrm>
            <a:off x="0" y="2"/>
            <a:ext cx="2879619" cy="488791"/>
          </a:xfrm>
          <a:prstGeom prst="rect">
            <a:avLst/>
          </a:prstGeom>
        </p:spPr>
        <p:txBody>
          <a:bodyPr vert="horz" lIns="89904" tIns="44952" rIns="89904" bIns="44952" rtlCol="0"/>
          <a:lstStyle>
            <a:lvl1pPr algn="l">
              <a:defRPr sz="1200"/>
            </a:lvl1pPr>
          </a:lstStyle>
          <a:p>
            <a:endParaRPr lang="nb-NO"/>
          </a:p>
        </p:txBody>
      </p:sp>
      <p:sp>
        <p:nvSpPr>
          <p:cNvPr id="3" name="Plassholder for dato 2"/>
          <p:cNvSpPr>
            <a:spLocks noGrp="1"/>
          </p:cNvSpPr>
          <p:nvPr>
            <p:ph type="dt" idx="1"/>
          </p:nvPr>
        </p:nvSpPr>
        <p:spPr>
          <a:xfrm>
            <a:off x="3764119" y="2"/>
            <a:ext cx="2879619" cy="488791"/>
          </a:xfrm>
          <a:prstGeom prst="rect">
            <a:avLst/>
          </a:prstGeom>
        </p:spPr>
        <p:txBody>
          <a:bodyPr vert="horz" lIns="89904" tIns="44952" rIns="89904" bIns="44952" rtlCol="0"/>
          <a:lstStyle>
            <a:lvl1pPr algn="r">
              <a:defRPr sz="1200"/>
            </a:lvl1pPr>
          </a:lstStyle>
          <a:p>
            <a:fld id="{0AB39C5D-D8EB-459F-85BC-8C0DD646C392}" type="datetimeFigureOut">
              <a:rPr lang="nb-NO" smtClean="0"/>
              <a:pPr/>
              <a:t>19.02.2025</a:t>
            </a:fld>
            <a:endParaRPr lang="nb-NO"/>
          </a:p>
        </p:txBody>
      </p:sp>
      <p:sp>
        <p:nvSpPr>
          <p:cNvPr id="4" name="Plassholder for lysbilde 3"/>
          <p:cNvSpPr>
            <a:spLocks noGrp="1" noRot="1" noChangeAspect="1"/>
          </p:cNvSpPr>
          <p:nvPr>
            <p:ph type="sldImg" idx="2"/>
          </p:nvPr>
        </p:nvSpPr>
        <p:spPr>
          <a:xfrm>
            <a:off x="896938" y="733425"/>
            <a:ext cx="4851400" cy="3665538"/>
          </a:xfrm>
          <a:prstGeom prst="rect">
            <a:avLst/>
          </a:prstGeom>
          <a:noFill/>
          <a:ln w="12700">
            <a:solidFill>
              <a:prstClr val="black"/>
            </a:solidFill>
          </a:ln>
        </p:spPr>
        <p:txBody>
          <a:bodyPr vert="horz" lIns="89904" tIns="44952" rIns="89904" bIns="44952" rtlCol="0" anchor="ctr"/>
          <a:lstStyle/>
          <a:p>
            <a:endParaRPr lang="nb-NO"/>
          </a:p>
        </p:txBody>
      </p:sp>
      <p:sp>
        <p:nvSpPr>
          <p:cNvPr id="5" name="Plassholder for notater 4"/>
          <p:cNvSpPr>
            <a:spLocks noGrp="1"/>
          </p:cNvSpPr>
          <p:nvPr>
            <p:ph type="body" sz="quarter" idx="3"/>
          </p:nvPr>
        </p:nvSpPr>
        <p:spPr>
          <a:xfrm>
            <a:off x="664528" y="4643518"/>
            <a:ext cx="5316220" cy="4399121"/>
          </a:xfrm>
          <a:prstGeom prst="rect">
            <a:avLst/>
          </a:prstGeom>
        </p:spPr>
        <p:txBody>
          <a:bodyPr vert="horz" lIns="89904" tIns="44952" rIns="89904" bIns="44952" rtlCol="0"/>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6" name="Plassholder for bunntekst 5"/>
          <p:cNvSpPr>
            <a:spLocks noGrp="1"/>
          </p:cNvSpPr>
          <p:nvPr>
            <p:ph type="ftr" sz="quarter" idx="4"/>
          </p:nvPr>
        </p:nvSpPr>
        <p:spPr>
          <a:xfrm>
            <a:off x="0" y="9285339"/>
            <a:ext cx="2879619" cy="488791"/>
          </a:xfrm>
          <a:prstGeom prst="rect">
            <a:avLst/>
          </a:prstGeom>
        </p:spPr>
        <p:txBody>
          <a:bodyPr vert="horz" lIns="89904" tIns="44952" rIns="89904" bIns="44952" rtlCol="0" anchor="b"/>
          <a:lstStyle>
            <a:lvl1pPr algn="l">
              <a:defRPr sz="1200"/>
            </a:lvl1pPr>
          </a:lstStyle>
          <a:p>
            <a:endParaRPr lang="nb-NO"/>
          </a:p>
        </p:txBody>
      </p:sp>
      <p:sp>
        <p:nvSpPr>
          <p:cNvPr id="7" name="Plassholder for lysbildenummer 6"/>
          <p:cNvSpPr>
            <a:spLocks noGrp="1"/>
          </p:cNvSpPr>
          <p:nvPr>
            <p:ph type="sldNum" sz="quarter" idx="5"/>
          </p:nvPr>
        </p:nvSpPr>
        <p:spPr>
          <a:xfrm>
            <a:off x="3764119" y="9285339"/>
            <a:ext cx="2879619" cy="488791"/>
          </a:xfrm>
          <a:prstGeom prst="rect">
            <a:avLst/>
          </a:prstGeom>
        </p:spPr>
        <p:txBody>
          <a:bodyPr vert="horz" lIns="89904" tIns="44952" rIns="89904" bIns="44952" rtlCol="0" anchor="b"/>
          <a:lstStyle>
            <a:lvl1pPr algn="r">
              <a:defRPr sz="1200"/>
            </a:lvl1pPr>
          </a:lstStyle>
          <a:p>
            <a:fld id="{D3E10AA6-FB05-4A99-A181-D1EF3D6981B4}" type="slidenum">
              <a:rPr lang="nb-NO" smtClean="0"/>
              <a:pPr/>
              <a:t>‹#›</a:t>
            </a:fld>
            <a:endParaRPr lang="nb-NO"/>
          </a:p>
        </p:txBody>
      </p:sp>
    </p:spTree>
    <p:extLst>
      <p:ext uri="{BB962C8B-B14F-4D97-AF65-F5344CB8AC3E}">
        <p14:creationId xmlns:p14="http://schemas.microsoft.com/office/powerpoint/2010/main" val="2480015300"/>
      </p:ext>
    </p:extLst>
  </p:cSld>
  <p:clrMap bg1="lt1" tx1="dk1" bg2="lt2" tx2="dk2" accent1="accent1" accent2="accent2" accent3="accent3" accent4="accent4" accent5="accent5" accent6="accent6" hlink="hlink" folHlink="folHlink"/>
  <p:notesStyle>
    <a:lvl1pPr marL="0" algn="l" defTabSz="1004011" rtl="0" eaLnBrk="1" latinLnBrk="0" hangingPunct="1">
      <a:defRPr sz="1300" kern="1200">
        <a:solidFill>
          <a:schemeClr val="tx1"/>
        </a:solidFill>
        <a:latin typeface="+mn-lt"/>
        <a:ea typeface="+mn-ea"/>
        <a:cs typeface="+mn-cs"/>
      </a:defRPr>
    </a:lvl1pPr>
    <a:lvl2pPr marL="502006" algn="l" defTabSz="1004011" rtl="0" eaLnBrk="1" latinLnBrk="0" hangingPunct="1">
      <a:defRPr sz="1300" kern="1200">
        <a:solidFill>
          <a:schemeClr val="tx1"/>
        </a:solidFill>
        <a:latin typeface="+mn-lt"/>
        <a:ea typeface="+mn-ea"/>
        <a:cs typeface="+mn-cs"/>
      </a:defRPr>
    </a:lvl2pPr>
    <a:lvl3pPr marL="1004011" algn="l" defTabSz="1004011" rtl="0" eaLnBrk="1" latinLnBrk="0" hangingPunct="1">
      <a:defRPr sz="1300" kern="1200">
        <a:solidFill>
          <a:schemeClr val="tx1"/>
        </a:solidFill>
        <a:latin typeface="+mn-lt"/>
        <a:ea typeface="+mn-ea"/>
        <a:cs typeface="+mn-cs"/>
      </a:defRPr>
    </a:lvl3pPr>
    <a:lvl4pPr marL="1506017" algn="l" defTabSz="1004011" rtl="0" eaLnBrk="1" latinLnBrk="0" hangingPunct="1">
      <a:defRPr sz="1300" kern="1200">
        <a:solidFill>
          <a:schemeClr val="tx1"/>
        </a:solidFill>
        <a:latin typeface="+mn-lt"/>
        <a:ea typeface="+mn-ea"/>
        <a:cs typeface="+mn-cs"/>
      </a:defRPr>
    </a:lvl4pPr>
    <a:lvl5pPr marL="2008022" algn="l" defTabSz="1004011" rtl="0" eaLnBrk="1" latinLnBrk="0" hangingPunct="1">
      <a:defRPr sz="1300" kern="1200">
        <a:solidFill>
          <a:schemeClr val="tx1"/>
        </a:solidFill>
        <a:latin typeface="+mn-lt"/>
        <a:ea typeface="+mn-ea"/>
        <a:cs typeface="+mn-cs"/>
      </a:defRPr>
    </a:lvl5pPr>
    <a:lvl6pPr marL="2510028" algn="l" defTabSz="1004011" rtl="0" eaLnBrk="1" latinLnBrk="0" hangingPunct="1">
      <a:defRPr sz="1300" kern="1200">
        <a:solidFill>
          <a:schemeClr val="tx1"/>
        </a:solidFill>
        <a:latin typeface="+mn-lt"/>
        <a:ea typeface="+mn-ea"/>
        <a:cs typeface="+mn-cs"/>
      </a:defRPr>
    </a:lvl6pPr>
    <a:lvl7pPr marL="3012034" algn="l" defTabSz="1004011" rtl="0" eaLnBrk="1" latinLnBrk="0" hangingPunct="1">
      <a:defRPr sz="1300" kern="1200">
        <a:solidFill>
          <a:schemeClr val="tx1"/>
        </a:solidFill>
        <a:latin typeface="+mn-lt"/>
        <a:ea typeface="+mn-ea"/>
        <a:cs typeface="+mn-cs"/>
      </a:defRPr>
    </a:lvl7pPr>
    <a:lvl8pPr marL="3514039" algn="l" defTabSz="1004011" rtl="0" eaLnBrk="1" latinLnBrk="0" hangingPunct="1">
      <a:defRPr sz="1300" kern="1200">
        <a:solidFill>
          <a:schemeClr val="tx1"/>
        </a:solidFill>
        <a:latin typeface="+mn-lt"/>
        <a:ea typeface="+mn-ea"/>
        <a:cs typeface="+mn-cs"/>
      </a:defRPr>
    </a:lvl8pPr>
    <a:lvl9pPr marL="4016045" algn="l" defTabSz="1004011" rtl="0" eaLnBrk="1" latinLnBrk="0" hangingPunct="1">
      <a:defRPr sz="13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a:extLst>
              <a:ext uri="{FF2B5EF4-FFF2-40B4-BE49-F238E27FC236}">
                <a16:creationId xmlns:a16="http://schemas.microsoft.com/office/drawing/2014/main" id="{3B9B24E8-8326-DD54-A53B-669ED996B31D}"/>
              </a:ext>
            </a:extLst>
          </p:cNvPr>
          <p:cNvSpPr>
            <a:spLocks noGrp="1" noRot="1" noChangeAspect="1" noTextEdit="1"/>
          </p:cNvSpPr>
          <p:nvPr>
            <p:ph type="sldImg"/>
          </p:nvPr>
        </p:nvSpPr>
        <p:spPr>
          <a:ln/>
        </p:spPr>
      </p:sp>
      <p:sp>
        <p:nvSpPr>
          <p:cNvPr id="32771" name="Notes Placeholder 2">
            <a:extLst>
              <a:ext uri="{FF2B5EF4-FFF2-40B4-BE49-F238E27FC236}">
                <a16:creationId xmlns:a16="http://schemas.microsoft.com/office/drawing/2014/main" id="{B936274F-2843-F766-836F-4DFBCCF10DE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nb-NO" altLang="nb-NO">
              <a:latin typeface="Times" panose="02020603050405020304" pitchFamily="18" charset="0"/>
              <a:ea typeface="ＭＳ Ｐゴシック" panose="020B0600070205080204" pitchFamily="34" charset="-128"/>
            </a:endParaRPr>
          </a:p>
        </p:txBody>
      </p:sp>
      <p:sp>
        <p:nvSpPr>
          <p:cNvPr id="32772" name="Date Placeholder 3">
            <a:extLst>
              <a:ext uri="{FF2B5EF4-FFF2-40B4-BE49-F238E27FC236}">
                <a16:creationId xmlns:a16="http://schemas.microsoft.com/office/drawing/2014/main" id="{4420676C-25CD-5A23-7843-B26B1C11A46F}"/>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ＭＳ Ｐゴシック" panose="020B0600070205080204" pitchFamily="34" charset="-128"/>
              </a:defRPr>
            </a:lvl1pPr>
            <a:lvl2pPr marL="742950" indent="-285750">
              <a:defRPr sz="2400">
                <a:solidFill>
                  <a:schemeClr val="tx1"/>
                </a:solidFill>
                <a:latin typeface="Times" panose="02020603050405020304" pitchFamily="18" charset="0"/>
                <a:ea typeface="ＭＳ Ｐゴシック" panose="020B0600070205080204" pitchFamily="34" charset="-128"/>
              </a:defRPr>
            </a:lvl2pPr>
            <a:lvl3pPr marL="1143000" indent="-228600">
              <a:defRPr sz="2400">
                <a:solidFill>
                  <a:schemeClr val="tx1"/>
                </a:solidFill>
                <a:latin typeface="Times" panose="02020603050405020304" pitchFamily="18" charset="0"/>
                <a:ea typeface="ＭＳ Ｐゴシック" panose="020B0600070205080204" pitchFamily="34" charset="-128"/>
              </a:defRPr>
            </a:lvl3pPr>
            <a:lvl4pPr marL="1600200" indent="-228600">
              <a:defRPr sz="2400">
                <a:solidFill>
                  <a:schemeClr val="tx1"/>
                </a:solidFill>
                <a:latin typeface="Times" panose="02020603050405020304" pitchFamily="18" charset="0"/>
                <a:ea typeface="ＭＳ Ｐゴシック" panose="020B0600070205080204" pitchFamily="34" charset="-128"/>
              </a:defRPr>
            </a:lvl4pPr>
            <a:lvl5pPr marL="2057400" indent="-228600">
              <a:defRPr sz="2400">
                <a:solidFill>
                  <a:schemeClr val="tx1"/>
                </a:solidFill>
                <a:latin typeface="Times"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9pPr>
          </a:lstStyle>
          <a:p>
            <a:fld id="{CA9FD5F0-A188-4EE8-B523-8AD6C34579AD}" type="datetime1">
              <a:rPr lang="nn-NO" altLang="nb-NO" sz="1200" smtClean="0"/>
              <a:pPr/>
              <a:t>19.02.2025</a:t>
            </a:fld>
            <a:endParaRPr lang="nn-NO" altLang="nb-NO"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b-NO" dirty="0"/>
          </a:p>
        </p:txBody>
      </p:sp>
      <p:sp>
        <p:nvSpPr>
          <p:cNvPr id="4" name="Slide Number Placeholder 3"/>
          <p:cNvSpPr>
            <a:spLocks noGrp="1"/>
          </p:cNvSpPr>
          <p:nvPr>
            <p:ph type="sldNum" sz="quarter" idx="10"/>
          </p:nvPr>
        </p:nvSpPr>
        <p:spPr/>
        <p:txBody>
          <a:bodyPr/>
          <a:lstStyle/>
          <a:p>
            <a:fld id="{D3E10AA6-FB05-4A99-A181-D1EF3D6981B4}" type="slidenum">
              <a:rPr lang="nb-NO" smtClean="0"/>
              <a:pPr/>
              <a:t>45</a:t>
            </a:fld>
            <a:endParaRPr lang="nb-NO"/>
          </a:p>
        </p:txBody>
      </p:sp>
    </p:spTree>
    <p:extLst>
      <p:ext uri="{BB962C8B-B14F-4D97-AF65-F5344CB8AC3E}">
        <p14:creationId xmlns:p14="http://schemas.microsoft.com/office/powerpoint/2010/main" val="19719089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tellysbilde">
    <p:spTree>
      <p:nvGrpSpPr>
        <p:cNvPr id="1" name=""/>
        <p:cNvGrpSpPr/>
        <p:nvPr/>
      </p:nvGrpSpPr>
      <p:grpSpPr>
        <a:xfrm>
          <a:off x="0" y="0"/>
          <a:ext cx="0" cy="0"/>
          <a:chOff x="0" y="0"/>
          <a:chExt cx="0" cy="0"/>
        </a:xfrm>
      </p:grpSpPr>
      <p:pic>
        <p:nvPicPr>
          <p:cNvPr id="3" name="Bild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929161" y="6410945"/>
            <a:ext cx="4069088" cy="1170434"/>
          </a:xfrm>
          <a:prstGeom prst="rect">
            <a:avLst/>
          </a:prstGeom>
        </p:spPr>
      </p:pic>
      <p:pic>
        <p:nvPicPr>
          <p:cNvPr id="4" name="Bilde 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460000" y="673200"/>
            <a:ext cx="780290" cy="1557531"/>
          </a:xfrm>
          <a:prstGeom prst="rect">
            <a:avLst/>
          </a:prstGeom>
        </p:spPr>
      </p:pic>
      <p:sp>
        <p:nvSpPr>
          <p:cNvPr id="5" name="Tittel 1"/>
          <p:cNvSpPr>
            <a:spLocks noGrp="1"/>
          </p:cNvSpPr>
          <p:nvPr>
            <p:ph type="ctrTitle" hasCustomPrompt="1"/>
          </p:nvPr>
        </p:nvSpPr>
        <p:spPr>
          <a:xfrm>
            <a:off x="1116162" y="1504950"/>
            <a:ext cx="7151538" cy="3176372"/>
          </a:xfrm>
        </p:spPr>
        <p:txBody>
          <a:bodyPr anchor="b">
            <a:noAutofit/>
          </a:bodyPr>
          <a:lstStyle>
            <a:lvl1pPr>
              <a:defRPr sz="4000" b="0" cap="all" baseline="0">
                <a:solidFill>
                  <a:srgbClr val="003A54"/>
                </a:solidFill>
              </a:defRPr>
            </a:lvl1pPr>
          </a:lstStyle>
          <a:p>
            <a:r>
              <a:rPr lang="nb-NO" dirty="0"/>
              <a:t>Tittel</a:t>
            </a:r>
          </a:p>
        </p:txBody>
      </p:sp>
      <p:sp>
        <p:nvSpPr>
          <p:cNvPr id="6" name="Plassholder for tekst 8"/>
          <p:cNvSpPr>
            <a:spLocks noGrp="1"/>
          </p:cNvSpPr>
          <p:nvPr>
            <p:ph type="body" sz="quarter" idx="10" hasCustomPrompt="1"/>
          </p:nvPr>
        </p:nvSpPr>
        <p:spPr>
          <a:xfrm>
            <a:off x="1116011" y="4678635"/>
            <a:ext cx="7153200" cy="914400"/>
          </a:xfrm>
        </p:spPr>
        <p:txBody>
          <a:bodyPr>
            <a:normAutofit/>
          </a:bodyPr>
          <a:lstStyle>
            <a:lvl1pPr marL="0" indent="0">
              <a:buNone/>
              <a:defRPr sz="2000" cap="none" normalizeH="0" baseline="0">
                <a:solidFill>
                  <a:srgbClr val="A89449"/>
                </a:solidFill>
              </a:defRPr>
            </a:lvl1pPr>
          </a:lstStyle>
          <a:p>
            <a:pPr lvl="0"/>
            <a:r>
              <a:rPr lang="nb-NO" dirty="0"/>
              <a:t>Undertittel</a:t>
            </a:r>
          </a:p>
        </p:txBody>
      </p:sp>
    </p:spTree>
    <p:extLst>
      <p:ext uri="{BB962C8B-B14F-4D97-AF65-F5344CB8AC3E}">
        <p14:creationId xmlns:p14="http://schemas.microsoft.com/office/powerpoint/2010/main" val="1015210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tel og innho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en-US"/>
              <a:t>Click to edit Master title style</a:t>
            </a:r>
            <a:endParaRPr lang="nb-NO" dirty="0"/>
          </a:p>
        </p:txBody>
      </p:sp>
      <p:sp>
        <p:nvSpPr>
          <p:cNvPr id="3" name="Plassholder for innhold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dirty="0"/>
          </a:p>
        </p:txBody>
      </p:sp>
      <p:sp>
        <p:nvSpPr>
          <p:cNvPr id="4" name="Plassholder for dato 3"/>
          <p:cNvSpPr>
            <a:spLocks noGrp="1"/>
          </p:cNvSpPr>
          <p:nvPr>
            <p:ph type="dt" sz="half" idx="10"/>
          </p:nvPr>
        </p:nvSpPr>
        <p:spPr/>
        <p:txBody>
          <a:bodyPr/>
          <a:lstStyle/>
          <a:p>
            <a:fld id="{D2A6F13F-5394-4C7F-9E4D-D5ED633424F3}" type="datetime1">
              <a:rPr lang="nb-NO" smtClean="0"/>
              <a:t>19.02.2025</a:t>
            </a:fld>
            <a:endParaRPr lang="nb-NO"/>
          </a:p>
        </p:txBody>
      </p:sp>
      <p:sp>
        <p:nvSpPr>
          <p:cNvPr id="5" name="Plassholder for bunntekst 4"/>
          <p:cNvSpPr>
            <a:spLocks noGrp="1"/>
          </p:cNvSpPr>
          <p:nvPr>
            <p:ph type="ftr" sz="quarter" idx="11"/>
          </p:nvPr>
        </p:nvSpPr>
        <p:spPr/>
        <p:txBody>
          <a:bodyPr/>
          <a:lstStyle/>
          <a:p>
            <a:endParaRPr lang="nb-NO"/>
          </a:p>
        </p:txBody>
      </p:sp>
      <p:sp>
        <p:nvSpPr>
          <p:cNvPr id="6" name="Plassholder for lysbildenummer 5"/>
          <p:cNvSpPr>
            <a:spLocks noGrp="1"/>
          </p:cNvSpPr>
          <p:nvPr>
            <p:ph type="sldNum" sz="quarter" idx="12"/>
          </p:nvPr>
        </p:nvSpPr>
        <p:spPr/>
        <p:txBody>
          <a:bodyPr/>
          <a:lstStyle/>
          <a:p>
            <a:fld id="{3FA4DDC8-1D0B-4B83-8CF0-4F24D54506BB}" type="slidenum">
              <a:rPr lang="nb-NO" smtClean="0"/>
              <a:pPr/>
              <a:t>‹#›</a:t>
            </a:fld>
            <a:endParaRPr lang="nb-NO"/>
          </a:p>
        </p:txBody>
      </p:sp>
    </p:spTree>
    <p:extLst>
      <p:ext uri="{BB962C8B-B14F-4D97-AF65-F5344CB8AC3E}">
        <p14:creationId xmlns:p14="http://schemas.microsoft.com/office/powerpoint/2010/main" val="25957847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tellysbilde #2">
    <p:spTree>
      <p:nvGrpSpPr>
        <p:cNvPr id="1" name=""/>
        <p:cNvGrpSpPr/>
        <p:nvPr/>
      </p:nvGrpSpPr>
      <p:grpSpPr>
        <a:xfrm>
          <a:off x="0" y="0"/>
          <a:ext cx="0" cy="0"/>
          <a:chOff x="0" y="0"/>
          <a:chExt cx="0" cy="0"/>
        </a:xfrm>
      </p:grpSpPr>
      <p:sp>
        <p:nvSpPr>
          <p:cNvPr id="10" name="Plassholder for bilde 7"/>
          <p:cNvSpPr>
            <a:spLocks noGrp="1"/>
          </p:cNvSpPr>
          <p:nvPr>
            <p:ph type="pic" sz="quarter" idx="14" hasCustomPrompt="1"/>
          </p:nvPr>
        </p:nvSpPr>
        <p:spPr>
          <a:xfrm>
            <a:off x="806400" y="2509200"/>
            <a:ext cx="4186800" cy="4244400"/>
          </a:xfrm>
          <a:blipFill dpi="0" rotWithShape="1">
            <a:blip r:embed="rId2"/>
            <a:srcRect/>
            <a:tile tx="0" ty="0" sx="100000" sy="100000" flip="none" algn="tl"/>
          </a:blipFill>
        </p:spPr>
        <p:txBody>
          <a:bodyPr tIns="1530000"/>
          <a:lstStyle>
            <a:lvl1pPr marL="0" indent="0" algn="ctr">
              <a:buNone/>
              <a:defRPr baseline="0">
                <a:solidFill>
                  <a:schemeClr val="bg1"/>
                </a:solidFill>
              </a:defRPr>
            </a:lvl1pPr>
          </a:lstStyle>
          <a:p>
            <a:r>
              <a:rPr lang="nb-NO" dirty="0"/>
              <a:t>Sett inn bilde</a:t>
            </a:r>
          </a:p>
        </p:txBody>
      </p:sp>
      <p:pic>
        <p:nvPicPr>
          <p:cNvPr id="11" name="Bilde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06400" y="666000"/>
            <a:ext cx="712800" cy="1422815"/>
          </a:xfrm>
          <a:prstGeom prst="rect">
            <a:avLst/>
          </a:prstGeom>
        </p:spPr>
      </p:pic>
      <p:sp>
        <p:nvSpPr>
          <p:cNvPr id="14" name="Rektangel 13"/>
          <p:cNvSpPr/>
          <p:nvPr userDrawn="1"/>
        </p:nvSpPr>
        <p:spPr>
          <a:xfrm>
            <a:off x="5065200" y="2509200"/>
            <a:ext cx="4197600" cy="4244400"/>
          </a:xfrm>
          <a:prstGeom prst="rect">
            <a:avLst/>
          </a:prstGeom>
          <a:solidFill>
            <a:srgbClr val="2F71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dirty="0" err="1">
              <a:solidFill>
                <a:srgbClr val="00314A"/>
              </a:solidFill>
            </a:endParaRPr>
          </a:p>
        </p:txBody>
      </p:sp>
      <p:sp>
        <p:nvSpPr>
          <p:cNvPr id="2" name="Tittel 1"/>
          <p:cNvSpPr>
            <a:spLocks noGrp="1"/>
          </p:cNvSpPr>
          <p:nvPr>
            <p:ph type="title"/>
          </p:nvPr>
        </p:nvSpPr>
        <p:spPr>
          <a:xfrm>
            <a:off x="5334000" y="2787377"/>
            <a:ext cx="3703042" cy="1497310"/>
          </a:xfrm>
        </p:spPr>
        <p:txBody>
          <a:bodyPr anchor="t">
            <a:normAutofit/>
          </a:bodyPr>
          <a:lstStyle>
            <a:lvl1pPr>
              <a:defRPr sz="2400" b="0" cap="none" baseline="0">
                <a:solidFill>
                  <a:schemeClr val="bg1"/>
                </a:solidFill>
              </a:defRPr>
            </a:lvl1pPr>
          </a:lstStyle>
          <a:p>
            <a:r>
              <a:rPr lang="en-US"/>
              <a:t>Click to edit Master title style</a:t>
            </a:r>
            <a:endParaRPr lang="nb-NO" dirty="0"/>
          </a:p>
        </p:txBody>
      </p:sp>
    </p:spTree>
    <p:extLst>
      <p:ext uri="{BB962C8B-B14F-4D97-AF65-F5344CB8AC3E}">
        <p14:creationId xmlns:p14="http://schemas.microsoft.com/office/powerpoint/2010/main" val="9362298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tellysbilde #3">
    <p:spTree>
      <p:nvGrpSpPr>
        <p:cNvPr id="1" name=""/>
        <p:cNvGrpSpPr/>
        <p:nvPr/>
      </p:nvGrpSpPr>
      <p:grpSpPr>
        <a:xfrm>
          <a:off x="0" y="0"/>
          <a:ext cx="0" cy="0"/>
          <a:chOff x="0" y="0"/>
          <a:chExt cx="0" cy="0"/>
        </a:xfrm>
      </p:grpSpPr>
      <p:pic>
        <p:nvPicPr>
          <p:cNvPr id="11" name="Bild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06400" y="666000"/>
            <a:ext cx="712800" cy="1422815"/>
          </a:xfrm>
          <a:prstGeom prst="rect">
            <a:avLst/>
          </a:prstGeom>
        </p:spPr>
      </p:pic>
      <p:sp>
        <p:nvSpPr>
          <p:cNvPr id="14" name="Rektangel 13"/>
          <p:cNvSpPr/>
          <p:nvPr userDrawn="1"/>
        </p:nvSpPr>
        <p:spPr>
          <a:xfrm>
            <a:off x="5065200" y="2509200"/>
            <a:ext cx="4197600" cy="4244400"/>
          </a:xfrm>
          <a:prstGeom prst="rect">
            <a:avLst/>
          </a:prstGeom>
          <a:solidFill>
            <a:srgbClr val="BCBD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dirty="0" err="1">
              <a:solidFill>
                <a:srgbClr val="00314A"/>
              </a:solidFill>
            </a:endParaRPr>
          </a:p>
        </p:txBody>
      </p:sp>
      <p:sp>
        <p:nvSpPr>
          <p:cNvPr id="2" name="Tittel 1"/>
          <p:cNvSpPr>
            <a:spLocks noGrp="1"/>
          </p:cNvSpPr>
          <p:nvPr>
            <p:ph type="title"/>
          </p:nvPr>
        </p:nvSpPr>
        <p:spPr>
          <a:xfrm>
            <a:off x="5334000" y="2787377"/>
            <a:ext cx="3703042" cy="1497310"/>
          </a:xfrm>
        </p:spPr>
        <p:txBody>
          <a:bodyPr anchor="t">
            <a:normAutofit/>
          </a:bodyPr>
          <a:lstStyle>
            <a:lvl1pPr>
              <a:defRPr sz="2400" b="0" cap="none" baseline="0">
                <a:solidFill>
                  <a:srgbClr val="003A54"/>
                </a:solidFill>
              </a:defRPr>
            </a:lvl1pPr>
          </a:lstStyle>
          <a:p>
            <a:r>
              <a:rPr lang="en-US"/>
              <a:t>Click to edit Master title style</a:t>
            </a:r>
            <a:endParaRPr lang="nb-NO" dirty="0"/>
          </a:p>
        </p:txBody>
      </p:sp>
      <p:sp>
        <p:nvSpPr>
          <p:cNvPr id="9" name="Plassholder for bilde 7"/>
          <p:cNvSpPr>
            <a:spLocks noGrp="1"/>
          </p:cNvSpPr>
          <p:nvPr>
            <p:ph type="pic" sz="quarter" idx="14" hasCustomPrompt="1"/>
          </p:nvPr>
        </p:nvSpPr>
        <p:spPr>
          <a:xfrm>
            <a:off x="806400" y="2509200"/>
            <a:ext cx="4186800" cy="4244400"/>
          </a:xfrm>
          <a:blipFill dpi="0" rotWithShape="1">
            <a:blip r:embed="rId3"/>
            <a:srcRect/>
            <a:tile tx="0" ty="0" sx="100000" sy="100000" flip="none" algn="tl"/>
          </a:blipFill>
        </p:spPr>
        <p:txBody>
          <a:bodyPr tIns="1530000"/>
          <a:lstStyle>
            <a:lvl1pPr marL="0" indent="0" algn="ctr">
              <a:buNone/>
              <a:defRPr baseline="0">
                <a:solidFill>
                  <a:schemeClr val="bg1"/>
                </a:solidFill>
              </a:defRPr>
            </a:lvl1pPr>
          </a:lstStyle>
          <a:p>
            <a:r>
              <a:rPr lang="nb-NO" dirty="0"/>
              <a:t>Sett inn bilde</a:t>
            </a:r>
          </a:p>
        </p:txBody>
      </p:sp>
    </p:spTree>
    <p:extLst>
      <p:ext uri="{BB962C8B-B14F-4D97-AF65-F5344CB8AC3E}">
        <p14:creationId xmlns:p14="http://schemas.microsoft.com/office/powerpoint/2010/main" val="20758749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Deloverskrift">
    <p:spTree>
      <p:nvGrpSpPr>
        <p:cNvPr id="1" name=""/>
        <p:cNvGrpSpPr/>
        <p:nvPr/>
      </p:nvGrpSpPr>
      <p:grpSpPr>
        <a:xfrm>
          <a:off x="0" y="0"/>
          <a:ext cx="0" cy="0"/>
          <a:chOff x="0" y="0"/>
          <a:chExt cx="0" cy="0"/>
        </a:xfrm>
      </p:grpSpPr>
      <p:sp>
        <p:nvSpPr>
          <p:cNvPr id="2" name="Tittel 1"/>
          <p:cNvSpPr>
            <a:spLocks noGrp="1"/>
          </p:cNvSpPr>
          <p:nvPr>
            <p:ph type="title"/>
          </p:nvPr>
        </p:nvSpPr>
        <p:spPr>
          <a:xfrm>
            <a:off x="790656" y="4858812"/>
            <a:ext cx="8622000" cy="1501751"/>
          </a:xfrm>
        </p:spPr>
        <p:txBody>
          <a:bodyPr anchor="t"/>
          <a:lstStyle>
            <a:lvl1pPr algn="l">
              <a:defRPr sz="4400" b="1" cap="all"/>
            </a:lvl1pPr>
          </a:lstStyle>
          <a:p>
            <a:r>
              <a:rPr lang="en-US"/>
              <a:t>Click to edit Master title style</a:t>
            </a:r>
            <a:endParaRPr lang="nb-NO" dirty="0"/>
          </a:p>
        </p:txBody>
      </p:sp>
      <p:sp>
        <p:nvSpPr>
          <p:cNvPr id="3" name="Plassholder for tekst 2"/>
          <p:cNvSpPr>
            <a:spLocks noGrp="1"/>
          </p:cNvSpPr>
          <p:nvPr>
            <p:ph type="body" idx="1"/>
          </p:nvPr>
        </p:nvSpPr>
        <p:spPr>
          <a:xfrm>
            <a:off x="790657" y="3204786"/>
            <a:ext cx="8622000" cy="1654026"/>
          </a:xfrm>
        </p:spPr>
        <p:txBody>
          <a:bodyPr anchor="b"/>
          <a:lstStyle>
            <a:lvl1pPr marL="0" indent="0">
              <a:buNone/>
              <a:defRPr sz="2200">
                <a:solidFill>
                  <a:schemeClr val="tx1">
                    <a:tint val="75000"/>
                  </a:schemeClr>
                </a:solidFill>
              </a:defRPr>
            </a:lvl1pPr>
            <a:lvl2pPr marL="502006" indent="0">
              <a:buNone/>
              <a:defRPr sz="2000">
                <a:solidFill>
                  <a:schemeClr val="tx1">
                    <a:tint val="75000"/>
                  </a:schemeClr>
                </a:solidFill>
              </a:defRPr>
            </a:lvl2pPr>
            <a:lvl3pPr marL="1004011" indent="0">
              <a:buNone/>
              <a:defRPr sz="1800">
                <a:solidFill>
                  <a:schemeClr val="tx1">
                    <a:tint val="75000"/>
                  </a:schemeClr>
                </a:solidFill>
              </a:defRPr>
            </a:lvl3pPr>
            <a:lvl4pPr marL="1506017" indent="0">
              <a:buNone/>
              <a:defRPr sz="1500">
                <a:solidFill>
                  <a:schemeClr val="tx1">
                    <a:tint val="75000"/>
                  </a:schemeClr>
                </a:solidFill>
              </a:defRPr>
            </a:lvl4pPr>
            <a:lvl5pPr marL="2008022" indent="0">
              <a:buNone/>
              <a:defRPr sz="1500">
                <a:solidFill>
                  <a:schemeClr val="tx1">
                    <a:tint val="75000"/>
                  </a:schemeClr>
                </a:solidFill>
              </a:defRPr>
            </a:lvl5pPr>
            <a:lvl6pPr marL="2510028" indent="0">
              <a:buNone/>
              <a:defRPr sz="1500">
                <a:solidFill>
                  <a:schemeClr val="tx1">
                    <a:tint val="75000"/>
                  </a:schemeClr>
                </a:solidFill>
              </a:defRPr>
            </a:lvl6pPr>
            <a:lvl7pPr marL="3012034" indent="0">
              <a:buNone/>
              <a:defRPr sz="1500">
                <a:solidFill>
                  <a:schemeClr val="tx1">
                    <a:tint val="75000"/>
                  </a:schemeClr>
                </a:solidFill>
              </a:defRPr>
            </a:lvl7pPr>
            <a:lvl8pPr marL="3514039" indent="0">
              <a:buNone/>
              <a:defRPr sz="1500">
                <a:solidFill>
                  <a:schemeClr val="tx1">
                    <a:tint val="75000"/>
                  </a:schemeClr>
                </a:solidFill>
              </a:defRPr>
            </a:lvl8pPr>
            <a:lvl9pPr marL="4016045" indent="0">
              <a:buNone/>
              <a:defRPr sz="1500">
                <a:solidFill>
                  <a:schemeClr val="tx1">
                    <a:tint val="75000"/>
                  </a:schemeClr>
                </a:solidFill>
              </a:defRPr>
            </a:lvl9pPr>
          </a:lstStyle>
          <a:p>
            <a:pPr lvl="0"/>
            <a:r>
              <a:rPr lang="en-US"/>
              <a:t>Click to edit Master text styles</a:t>
            </a:r>
          </a:p>
        </p:txBody>
      </p:sp>
      <p:sp>
        <p:nvSpPr>
          <p:cNvPr id="4" name="Plassholder for dato 3"/>
          <p:cNvSpPr>
            <a:spLocks noGrp="1"/>
          </p:cNvSpPr>
          <p:nvPr>
            <p:ph type="dt" sz="half" idx="10"/>
          </p:nvPr>
        </p:nvSpPr>
        <p:spPr/>
        <p:txBody>
          <a:bodyPr/>
          <a:lstStyle/>
          <a:p>
            <a:fld id="{F2CE8765-BB38-45DF-BABB-7021A1643E21}" type="datetime1">
              <a:rPr lang="nb-NO" smtClean="0"/>
              <a:t>19.02.2025</a:t>
            </a:fld>
            <a:endParaRPr lang="nb-NO"/>
          </a:p>
        </p:txBody>
      </p:sp>
      <p:sp>
        <p:nvSpPr>
          <p:cNvPr id="5" name="Plassholder for bunntekst 4"/>
          <p:cNvSpPr>
            <a:spLocks noGrp="1"/>
          </p:cNvSpPr>
          <p:nvPr>
            <p:ph type="ftr" sz="quarter" idx="11"/>
          </p:nvPr>
        </p:nvSpPr>
        <p:spPr/>
        <p:txBody>
          <a:bodyPr/>
          <a:lstStyle/>
          <a:p>
            <a:endParaRPr lang="nb-NO"/>
          </a:p>
        </p:txBody>
      </p:sp>
      <p:sp>
        <p:nvSpPr>
          <p:cNvPr id="6" name="Plassholder for lysbildenummer 5"/>
          <p:cNvSpPr>
            <a:spLocks noGrp="1"/>
          </p:cNvSpPr>
          <p:nvPr>
            <p:ph type="sldNum" sz="quarter" idx="12"/>
          </p:nvPr>
        </p:nvSpPr>
        <p:spPr/>
        <p:txBody>
          <a:bodyPr/>
          <a:lstStyle/>
          <a:p>
            <a:fld id="{3FA4DDC8-1D0B-4B83-8CF0-4F24D54506BB}" type="slidenum">
              <a:rPr lang="nb-NO" smtClean="0"/>
              <a:pPr/>
              <a:t>‹#›</a:t>
            </a:fld>
            <a:endParaRPr lang="nb-NO"/>
          </a:p>
        </p:txBody>
      </p:sp>
    </p:spTree>
    <p:extLst>
      <p:ext uri="{BB962C8B-B14F-4D97-AF65-F5344CB8AC3E}">
        <p14:creationId xmlns:p14="http://schemas.microsoft.com/office/powerpoint/2010/main" val="26606541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o innholdsdeler">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en-US"/>
              <a:t>Click to edit Master title style</a:t>
            </a:r>
            <a:endParaRPr lang="nb-NO" dirty="0"/>
          </a:p>
        </p:txBody>
      </p:sp>
      <p:sp>
        <p:nvSpPr>
          <p:cNvPr id="5" name="Plassholder for dato 4"/>
          <p:cNvSpPr>
            <a:spLocks noGrp="1"/>
          </p:cNvSpPr>
          <p:nvPr>
            <p:ph type="dt" sz="half" idx="10"/>
          </p:nvPr>
        </p:nvSpPr>
        <p:spPr/>
        <p:txBody>
          <a:bodyPr/>
          <a:lstStyle/>
          <a:p>
            <a:fld id="{708898D5-A950-420F-9385-20FCE843F98C}" type="datetime1">
              <a:rPr lang="nb-NO" smtClean="0"/>
              <a:t>19.02.2025</a:t>
            </a:fld>
            <a:endParaRPr lang="nb-NO"/>
          </a:p>
        </p:txBody>
      </p:sp>
      <p:sp>
        <p:nvSpPr>
          <p:cNvPr id="6" name="Plassholder for bunntekst 5"/>
          <p:cNvSpPr>
            <a:spLocks noGrp="1"/>
          </p:cNvSpPr>
          <p:nvPr>
            <p:ph type="ftr" sz="quarter" idx="11"/>
          </p:nvPr>
        </p:nvSpPr>
        <p:spPr/>
        <p:txBody>
          <a:bodyPr/>
          <a:lstStyle/>
          <a:p>
            <a:endParaRPr lang="nb-NO"/>
          </a:p>
        </p:txBody>
      </p:sp>
      <p:sp>
        <p:nvSpPr>
          <p:cNvPr id="7" name="Plassholder for lysbildenummer 6"/>
          <p:cNvSpPr>
            <a:spLocks noGrp="1"/>
          </p:cNvSpPr>
          <p:nvPr>
            <p:ph type="sldNum" sz="quarter" idx="12"/>
          </p:nvPr>
        </p:nvSpPr>
        <p:spPr/>
        <p:txBody>
          <a:bodyPr/>
          <a:lstStyle/>
          <a:p>
            <a:fld id="{3FA4DDC8-1D0B-4B83-8CF0-4F24D54506BB}" type="slidenum">
              <a:rPr lang="nb-NO" smtClean="0"/>
              <a:pPr/>
              <a:t>‹#›</a:t>
            </a:fld>
            <a:endParaRPr lang="nb-NO"/>
          </a:p>
        </p:txBody>
      </p:sp>
      <p:sp>
        <p:nvSpPr>
          <p:cNvPr id="8" name="Plassholder for innhold 2"/>
          <p:cNvSpPr>
            <a:spLocks noGrp="1"/>
          </p:cNvSpPr>
          <p:nvPr>
            <p:ph idx="1"/>
          </p:nvPr>
        </p:nvSpPr>
        <p:spPr>
          <a:xfrm>
            <a:off x="799199" y="1720800"/>
            <a:ext cx="4284000" cy="5360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dirty="0"/>
          </a:p>
        </p:txBody>
      </p:sp>
      <p:sp>
        <p:nvSpPr>
          <p:cNvPr id="9" name="Plassholder for innhold 2"/>
          <p:cNvSpPr>
            <a:spLocks noGrp="1"/>
          </p:cNvSpPr>
          <p:nvPr>
            <p:ph idx="13"/>
          </p:nvPr>
        </p:nvSpPr>
        <p:spPr>
          <a:xfrm>
            <a:off x="5220000" y="1720800"/>
            <a:ext cx="4190400" cy="5360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dirty="0"/>
          </a:p>
        </p:txBody>
      </p:sp>
    </p:spTree>
    <p:extLst>
      <p:ext uri="{BB962C8B-B14F-4D97-AF65-F5344CB8AC3E}">
        <p14:creationId xmlns:p14="http://schemas.microsoft.com/office/powerpoint/2010/main" val="286600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o innholdsdeler #2">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en-US"/>
              <a:t>Click to edit Master title style</a:t>
            </a:r>
            <a:endParaRPr lang="nb-NO"/>
          </a:p>
        </p:txBody>
      </p:sp>
      <p:sp>
        <p:nvSpPr>
          <p:cNvPr id="5" name="Plassholder for dato 4"/>
          <p:cNvSpPr>
            <a:spLocks noGrp="1"/>
          </p:cNvSpPr>
          <p:nvPr>
            <p:ph type="dt" sz="half" idx="10"/>
          </p:nvPr>
        </p:nvSpPr>
        <p:spPr/>
        <p:txBody>
          <a:bodyPr/>
          <a:lstStyle/>
          <a:p>
            <a:fld id="{797FC733-8168-43B9-84E1-BDF3DCEC0D63}" type="datetime1">
              <a:rPr lang="nb-NO" smtClean="0"/>
              <a:t>19.02.2025</a:t>
            </a:fld>
            <a:endParaRPr lang="nb-NO"/>
          </a:p>
        </p:txBody>
      </p:sp>
      <p:sp>
        <p:nvSpPr>
          <p:cNvPr id="6" name="Plassholder for bunntekst 5"/>
          <p:cNvSpPr>
            <a:spLocks noGrp="1"/>
          </p:cNvSpPr>
          <p:nvPr>
            <p:ph type="ftr" sz="quarter" idx="11"/>
          </p:nvPr>
        </p:nvSpPr>
        <p:spPr/>
        <p:txBody>
          <a:bodyPr/>
          <a:lstStyle/>
          <a:p>
            <a:endParaRPr lang="nb-NO"/>
          </a:p>
        </p:txBody>
      </p:sp>
      <p:sp>
        <p:nvSpPr>
          <p:cNvPr id="7" name="Plassholder for lysbildenummer 6"/>
          <p:cNvSpPr>
            <a:spLocks noGrp="1"/>
          </p:cNvSpPr>
          <p:nvPr>
            <p:ph type="sldNum" sz="quarter" idx="12"/>
          </p:nvPr>
        </p:nvSpPr>
        <p:spPr/>
        <p:txBody>
          <a:bodyPr/>
          <a:lstStyle/>
          <a:p>
            <a:fld id="{3FA4DDC8-1D0B-4B83-8CF0-4F24D54506BB}" type="slidenum">
              <a:rPr lang="nb-NO" smtClean="0"/>
              <a:pPr/>
              <a:t>‹#›</a:t>
            </a:fld>
            <a:endParaRPr lang="nb-NO"/>
          </a:p>
        </p:txBody>
      </p:sp>
      <p:sp>
        <p:nvSpPr>
          <p:cNvPr id="12" name="Plassholder for innhold 2"/>
          <p:cNvSpPr>
            <a:spLocks noGrp="1"/>
          </p:cNvSpPr>
          <p:nvPr>
            <p:ph idx="1"/>
          </p:nvPr>
        </p:nvSpPr>
        <p:spPr>
          <a:xfrm>
            <a:off x="799199" y="1720800"/>
            <a:ext cx="4237200" cy="4237200"/>
          </a:xfrm>
          <a:solidFill>
            <a:schemeClr val="accent5"/>
          </a:solidFill>
        </p:spPr>
        <p:txBody>
          <a:bodyPr lIns="180000" tIns="180000" rIns="180000" bIns="180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dirty="0"/>
          </a:p>
        </p:txBody>
      </p:sp>
      <p:sp>
        <p:nvSpPr>
          <p:cNvPr id="13" name="Plassholder for innhold 2"/>
          <p:cNvSpPr>
            <a:spLocks noGrp="1"/>
          </p:cNvSpPr>
          <p:nvPr>
            <p:ph idx="13"/>
          </p:nvPr>
        </p:nvSpPr>
        <p:spPr>
          <a:xfrm>
            <a:off x="5159882" y="1720800"/>
            <a:ext cx="4237200" cy="4237200"/>
          </a:xfrm>
          <a:solidFill>
            <a:srgbClr val="BCBDC0"/>
          </a:solidFill>
        </p:spPr>
        <p:txBody>
          <a:bodyPr lIns="180000" tIns="180000" rIns="180000" bIns="180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dirty="0"/>
          </a:p>
        </p:txBody>
      </p:sp>
    </p:spTree>
    <p:extLst>
      <p:ext uri="{BB962C8B-B14F-4D97-AF65-F5344CB8AC3E}">
        <p14:creationId xmlns:p14="http://schemas.microsoft.com/office/powerpoint/2010/main" val="9362298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ammenligning">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lvl1pPr>
              <a:defRPr/>
            </a:lvl1pPr>
          </a:lstStyle>
          <a:p>
            <a:r>
              <a:rPr lang="en-US"/>
              <a:t>Click to edit Master title style</a:t>
            </a:r>
            <a:endParaRPr lang="nb-NO"/>
          </a:p>
        </p:txBody>
      </p:sp>
      <p:sp>
        <p:nvSpPr>
          <p:cNvPr id="3" name="Plassholder for tekst 2"/>
          <p:cNvSpPr>
            <a:spLocks noGrp="1"/>
          </p:cNvSpPr>
          <p:nvPr>
            <p:ph type="body" idx="1"/>
          </p:nvPr>
        </p:nvSpPr>
        <p:spPr>
          <a:xfrm>
            <a:off x="799200" y="1720800"/>
            <a:ext cx="4237200" cy="777375"/>
          </a:xfrm>
        </p:spPr>
        <p:txBody>
          <a:bodyPr anchor="b"/>
          <a:lstStyle>
            <a:lvl1pPr marL="0" indent="0">
              <a:buNone/>
              <a:defRPr sz="2600" b="1"/>
            </a:lvl1pPr>
            <a:lvl2pPr marL="502006" indent="0">
              <a:buNone/>
              <a:defRPr sz="2200" b="1"/>
            </a:lvl2pPr>
            <a:lvl3pPr marL="1004011" indent="0">
              <a:buNone/>
              <a:defRPr sz="2000" b="1"/>
            </a:lvl3pPr>
            <a:lvl4pPr marL="1506017" indent="0">
              <a:buNone/>
              <a:defRPr sz="1800" b="1"/>
            </a:lvl4pPr>
            <a:lvl5pPr marL="2008022" indent="0">
              <a:buNone/>
              <a:defRPr sz="1800" b="1"/>
            </a:lvl5pPr>
            <a:lvl6pPr marL="2510028" indent="0">
              <a:buNone/>
              <a:defRPr sz="1800" b="1"/>
            </a:lvl6pPr>
            <a:lvl7pPr marL="3012034" indent="0">
              <a:buNone/>
              <a:defRPr sz="1800" b="1"/>
            </a:lvl7pPr>
            <a:lvl8pPr marL="3514039" indent="0">
              <a:buNone/>
              <a:defRPr sz="1800" b="1"/>
            </a:lvl8pPr>
            <a:lvl9pPr marL="4016045" indent="0">
              <a:buNone/>
              <a:defRPr sz="1800" b="1"/>
            </a:lvl9pPr>
          </a:lstStyle>
          <a:p>
            <a:pPr lvl="0"/>
            <a:r>
              <a:rPr lang="en-US"/>
              <a:t>Click to edit Master text styles</a:t>
            </a:r>
          </a:p>
        </p:txBody>
      </p:sp>
      <p:sp>
        <p:nvSpPr>
          <p:cNvPr id="5" name="Plassholder for tekst 4"/>
          <p:cNvSpPr>
            <a:spLocks noGrp="1"/>
          </p:cNvSpPr>
          <p:nvPr>
            <p:ph type="body" sz="quarter" idx="3"/>
          </p:nvPr>
        </p:nvSpPr>
        <p:spPr>
          <a:xfrm>
            <a:off x="5158800" y="1720800"/>
            <a:ext cx="4237200" cy="777375"/>
          </a:xfrm>
        </p:spPr>
        <p:txBody>
          <a:bodyPr anchor="b"/>
          <a:lstStyle>
            <a:lvl1pPr marL="0" indent="0">
              <a:buNone/>
              <a:defRPr sz="2600" b="1"/>
            </a:lvl1pPr>
            <a:lvl2pPr marL="502006" indent="0">
              <a:buNone/>
              <a:defRPr sz="2200" b="1"/>
            </a:lvl2pPr>
            <a:lvl3pPr marL="1004011" indent="0">
              <a:buNone/>
              <a:defRPr sz="2000" b="1"/>
            </a:lvl3pPr>
            <a:lvl4pPr marL="1506017" indent="0">
              <a:buNone/>
              <a:defRPr sz="1800" b="1"/>
            </a:lvl4pPr>
            <a:lvl5pPr marL="2008022" indent="0">
              <a:buNone/>
              <a:defRPr sz="1800" b="1"/>
            </a:lvl5pPr>
            <a:lvl6pPr marL="2510028" indent="0">
              <a:buNone/>
              <a:defRPr sz="1800" b="1"/>
            </a:lvl6pPr>
            <a:lvl7pPr marL="3012034" indent="0">
              <a:buNone/>
              <a:defRPr sz="1800" b="1"/>
            </a:lvl7pPr>
            <a:lvl8pPr marL="3514039" indent="0">
              <a:buNone/>
              <a:defRPr sz="1800" b="1"/>
            </a:lvl8pPr>
            <a:lvl9pPr marL="4016045" indent="0">
              <a:buNone/>
              <a:defRPr sz="1800" b="1"/>
            </a:lvl9pPr>
          </a:lstStyle>
          <a:p>
            <a:pPr lvl="0"/>
            <a:r>
              <a:rPr lang="en-US"/>
              <a:t>Click to edit Master text styles</a:t>
            </a:r>
          </a:p>
        </p:txBody>
      </p:sp>
      <p:sp>
        <p:nvSpPr>
          <p:cNvPr id="7" name="Plassholder for dato 6"/>
          <p:cNvSpPr>
            <a:spLocks noGrp="1"/>
          </p:cNvSpPr>
          <p:nvPr>
            <p:ph type="dt" sz="half" idx="10"/>
          </p:nvPr>
        </p:nvSpPr>
        <p:spPr/>
        <p:txBody>
          <a:bodyPr/>
          <a:lstStyle/>
          <a:p>
            <a:fld id="{4E29405D-3158-4614-991C-163056FEA1BE}" type="datetime1">
              <a:rPr lang="nb-NO" smtClean="0"/>
              <a:t>19.02.2025</a:t>
            </a:fld>
            <a:endParaRPr lang="nb-NO"/>
          </a:p>
        </p:txBody>
      </p:sp>
      <p:sp>
        <p:nvSpPr>
          <p:cNvPr id="8" name="Plassholder for bunntekst 7"/>
          <p:cNvSpPr>
            <a:spLocks noGrp="1"/>
          </p:cNvSpPr>
          <p:nvPr>
            <p:ph type="ftr" sz="quarter" idx="11"/>
          </p:nvPr>
        </p:nvSpPr>
        <p:spPr/>
        <p:txBody>
          <a:bodyPr/>
          <a:lstStyle/>
          <a:p>
            <a:endParaRPr lang="nb-NO"/>
          </a:p>
        </p:txBody>
      </p:sp>
      <p:sp>
        <p:nvSpPr>
          <p:cNvPr id="9" name="Plassholder for lysbildenummer 8"/>
          <p:cNvSpPr>
            <a:spLocks noGrp="1"/>
          </p:cNvSpPr>
          <p:nvPr>
            <p:ph type="sldNum" sz="quarter" idx="12"/>
          </p:nvPr>
        </p:nvSpPr>
        <p:spPr/>
        <p:txBody>
          <a:bodyPr/>
          <a:lstStyle/>
          <a:p>
            <a:fld id="{3FA4DDC8-1D0B-4B83-8CF0-4F24D54506BB}" type="slidenum">
              <a:rPr lang="nb-NO" smtClean="0"/>
              <a:pPr/>
              <a:t>‹#›</a:t>
            </a:fld>
            <a:endParaRPr lang="nb-NO"/>
          </a:p>
        </p:txBody>
      </p:sp>
      <p:sp>
        <p:nvSpPr>
          <p:cNvPr id="12" name="Plassholder for innhold 2"/>
          <p:cNvSpPr>
            <a:spLocks noGrp="1"/>
          </p:cNvSpPr>
          <p:nvPr>
            <p:ph idx="13"/>
          </p:nvPr>
        </p:nvSpPr>
        <p:spPr>
          <a:xfrm>
            <a:off x="799199" y="2484487"/>
            <a:ext cx="4237200" cy="44041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dirty="0"/>
          </a:p>
        </p:txBody>
      </p:sp>
      <p:sp>
        <p:nvSpPr>
          <p:cNvPr id="13" name="Plassholder for innhold 2"/>
          <p:cNvSpPr>
            <a:spLocks noGrp="1"/>
          </p:cNvSpPr>
          <p:nvPr>
            <p:ph idx="14"/>
          </p:nvPr>
        </p:nvSpPr>
        <p:spPr>
          <a:xfrm>
            <a:off x="5158800" y="2484487"/>
            <a:ext cx="4237200" cy="44041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dirty="0"/>
          </a:p>
        </p:txBody>
      </p:sp>
    </p:spTree>
    <p:extLst>
      <p:ext uri="{BB962C8B-B14F-4D97-AF65-F5344CB8AC3E}">
        <p14:creationId xmlns:p14="http://schemas.microsoft.com/office/powerpoint/2010/main" val="4832001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tort bilde">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lvl1pPr>
              <a:defRPr>
                <a:solidFill>
                  <a:srgbClr val="003A54"/>
                </a:solidFill>
              </a:defRPr>
            </a:lvl1pPr>
          </a:lstStyle>
          <a:p>
            <a:r>
              <a:rPr lang="en-US"/>
              <a:t>Click to edit Master title style</a:t>
            </a:r>
            <a:endParaRPr lang="nb-NO" dirty="0"/>
          </a:p>
        </p:txBody>
      </p:sp>
      <p:sp>
        <p:nvSpPr>
          <p:cNvPr id="4" name="Plassholder for dato 3"/>
          <p:cNvSpPr>
            <a:spLocks noGrp="1"/>
          </p:cNvSpPr>
          <p:nvPr>
            <p:ph type="dt" sz="half" idx="10"/>
          </p:nvPr>
        </p:nvSpPr>
        <p:spPr/>
        <p:txBody>
          <a:bodyPr/>
          <a:lstStyle/>
          <a:p>
            <a:fld id="{ADD76E8E-9889-44E3-BFE4-D055E541EDD3}" type="datetime1">
              <a:rPr lang="nb-NO" smtClean="0"/>
              <a:t>19.02.2025</a:t>
            </a:fld>
            <a:endParaRPr lang="nb-NO"/>
          </a:p>
        </p:txBody>
      </p:sp>
      <p:sp>
        <p:nvSpPr>
          <p:cNvPr id="5" name="Plassholder for bunntekst 4"/>
          <p:cNvSpPr>
            <a:spLocks noGrp="1"/>
          </p:cNvSpPr>
          <p:nvPr>
            <p:ph type="ftr" sz="quarter" idx="11"/>
          </p:nvPr>
        </p:nvSpPr>
        <p:spPr/>
        <p:txBody>
          <a:bodyPr/>
          <a:lstStyle/>
          <a:p>
            <a:endParaRPr lang="nb-NO"/>
          </a:p>
        </p:txBody>
      </p:sp>
      <p:sp>
        <p:nvSpPr>
          <p:cNvPr id="6" name="Plassholder for lysbildenummer 5"/>
          <p:cNvSpPr>
            <a:spLocks noGrp="1"/>
          </p:cNvSpPr>
          <p:nvPr>
            <p:ph type="sldNum" sz="quarter" idx="12"/>
          </p:nvPr>
        </p:nvSpPr>
        <p:spPr/>
        <p:txBody>
          <a:bodyPr/>
          <a:lstStyle/>
          <a:p>
            <a:fld id="{3FA4DDC8-1D0B-4B83-8CF0-4F24D54506BB}" type="slidenum">
              <a:rPr lang="nb-NO" smtClean="0"/>
              <a:pPr/>
              <a:t>‹#›</a:t>
            </a:fld>
            <a:endParaRPr lang="nb-NO"/>
          </a:p>
        </p:txBody>
      </p:sp>
      <p:sp>
        <p:nvSpPr>
          <p:cNvPr id="8" name="Plassholder for bilde 7"/>
          <p:cNvSpPr>
            <a:spLocks noGrp="1"/>
          </p:cNvSpPr>
          <p:nvPr>
            <p:ph type="pic" sz="quarter" idx="13" hasCustomPrompt="1"/>
          </p:nvPr>
        </p:nvSpPr>
        <p:spPr>
          <a:xfrm>
            <a:off x="631156" y="1720800"/>
            <a:ext cx="8776800" cy="4363200"/>
          </a:xfrm>
          <a:solidFill>
            <a:schemeClr val="accent2"/>
          </a:solidFill>
        </p:spPr>
        <p:txBody>
          <a:bodyPr tIns="1620000"/>
          <a:lstStyle>
            <a:lvl1pPr marL="0" indent="0" algn="ctr">
              <a:buNone/>
              <a:defRPr baseline="0"/>
            </a:lvl1pPr>
          </a:lstStyle>
          <a:p>
            <a:r>
              <a:rPr lang="nb-NO" dirty="0"/>
              <a:t>Sett inn bilde</a:t>
            </a:r>
          </a:p>
        </p:txBody>
      </p:sp>
    </p:spTree>
    <p:extLst>
      <p:ext uri="{BB962C8B-B14F-4D97-AF65-F5344CB8AC3E}">
        <p14:creationId xmlns:p14="http://schemas.microsoft.com/office/powerpoint/2010/main" val="31652343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bilder">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lvl1pPr>
              <a:defRPr>
                <a:solidFill>
                  <a:srgbClr val="003A54"/>
                </a:solidFill>
              </a:defRPr>
            </a:lvl1pPr>
          </a:lstStyle>
          <a:p>
            <a:r>
              <a:rPr lang="en-US"/>
              <a:t>Click to edit Master title style</a:t>
            </a:r>
            <a:endParaRPr lang="nb-NO" dirty="0"/>
          </a:p>
        </p:txBody>
      </p:sp>
      <p:sp>
        <p:nvSpPr>
          <p:cNvPr id="4" name="Plassholder for dato 3"/>
          <p:cNvSpPr>
            <a:spLocks noGrp="1"/>
          </p:cNvSpPr>
          <p:nvPr>
            <p:ph type="dt" sz="half" idx="10"/>
          </p:nvPr>
        </p:nvSpPr>
        <p:spPr/>
        <p:txBody>
          <a:bodyPr/>
          <a:lstStyle/>
          <a:p>
            <a:fld id="{8960D8A2-5F53-477D-A2DB-D9497AC56C07}" type="datetime1">
              <a:rPr lang="nb-NO" smtClean="0"/>
              <a:t>19.02.2025</a:t>
            </a:fld>
            <a:endParaRPr lang="nb-NO"/>
          </a:p>
        </p:txBody>
      </p:sp>
      <p:sp>
        <p:nvSpPr>
          <p:cNvPr id="5" name="Plassholder for bunntekst 4"/>
          <p:cNvSpPr>
            <a:spLocks noGrp="1"/>
          </p:cNvSpPr>
          <p:nvPr>
            <p:ph type="ftr" sz="quarter" idx="11"/>
          </p:nvPr>
        </p:nvSpPr>
        <p:spPr/>
        <p:txBody>
          <a:bodyPr/>
          <a:lstStyle/>
          <a:p>
            <a:endParaRPr lang="nb-NO"/>
          </a:p>
        </p:txBody>
      </p:sp>
      <p:sp>
        <p:nvSpPr>
          <p:cNvPr id="6" name="Plassholder for lysbildenummer 5"/>
          <p:cNvSpPr>
            <a:spLocks noGrp="1"/>
          </p:cNvSpPr>
          <p:nvPr>
            <p:ph type="sldNum" sz="quarter" idx="12"/>
          </p:nvPr>
        </p:nvSpPr>
        <p:spPr/>
        <p:txBody>
          <a:bodyPr/>
          <a:lstStyle/>
          <a:p>
            <a:fld id="{3FA4DDC8-1D0B-4B83-8CF0-4F24D54506BB}" type="slidenum">
              <a:rPr lang="nb-NO" smtClean="0"/>
              <a:pPr/>
              <a:t>‹#›</a:t>
            </a:fld>
            <a:endParaRPr lang="nb-NO"/>
          </a:p>
        </p:txBody>
      </p:sp>
      <p:sp>
        <p:nvSpPr>
          <p:cNvPr id="8" name="Plassholder for bilde 7"/>
          <p:cNvSpPr>
            <a:spLocks noGrp="1"/>
          </p:cNvSpPr>
          <p:nvPr>
            <p:ph type="pic" sz="quarter" idx="13" hasCustomPrompt="1"/>
          </p:nvPr>
        </p:nvSpPr>
        <p:spPr>
          <a:xfrm>
            <a:off x="631156" y="1720800"/>
            <a:ext cx="4320000" cy="4363200"/>
          </a:xfrm>
          <a:solidFill>
            <a:schemeClr val="accent2"/>
          </a:solidFill>
        </p:spPr>
        <p:txBody>
          <a:bodyPr tIns="1620000"/>
          <a:lstStyle>
            <a:lvl1pPr marL="0" indent="0" algn="ctr">
              <a:buNone/>
              <a:defRPr baseline="0"/>
            </a:lvl1pPr>
          </a:lstStyle>
          <a:p>
            <a:r>
              <a:rPr lang="nb-NO" dirty="0"/>
              <a:t>Sett inn bilde</a:t>
            </a:r>
          </a:p>
        </p:txBody>
      </p:sp>
      <p:sp>
        <p:nvSpPr>
          <p:cNvPr id="7" name="Plassholder for bilde 7"/>
          <p:cNvSpPr>
            <a:spLocks noGrp="1"/>
          </p:cNvSpPr>
          <p:nvPr>
            <p:ph type="pic" sz="quarter" idx="14" hasCustomPrompt="1"/>
          </p:nvPr>
        </p:nvSpPr>
        <p:spPr>
          <a:xfrm>
            <a:off x="5082373" y="1720800"/>
            <a:ext cx="4320000" cy="4363200"/>
          </a:xfrm>
          <a:solidFill>
            <a:schemeClr val="accent2"/>
          </a:solidFill>
        </p:spPr>
        <p:txBody>
          <a:bodyPr tIns="1620000"/>
          <a:lstStyle>
            <a:lvl1pPr marL="0" indent="0" algn="ctr">
              <a:buNone/>
              <a:defRPr baseline="0"/>
            </a:lvl1pPr>
          </a:lstStyle>
          <a:p>
            <a:r>
              <a:rPr lang="nb-NO" dirty="0"/>
              <a:t>Sett inn bilde</a:t>
            </a:r>
          </a:p>
        </p:txBody>
      </p:sp>
    </p:spTree>
    <p:extLst>
      <p:ext uri="{BB962C8B-B14F-4D97-AF65-F5344CB8AC3E}">
        <p14:creationId xmlns:p14="http://schemas.microsoft.com/office/powerpoint/2010/main" val="32851462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o bilde - tett">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lvl1pPr>
              <a:defRPr>
                <a:solidFill>
                  <a:srgbClr val="003A54"/>
                </a:solidFill>
              </a:defRPr>
            </a:lvl1pPr>
          </a:lstStyle>
          <a:p>
            <a:r>
              <a:rPr lang="en-US"/>
              <a:t>Click to edit Master title style</a:t>
            </a:r>
            <a:endParaRPr lang="nb-NO" dirty="0"/>
          </a:p>
        </p:txBody>
      </p:sp>
      <p:sp>
        <p:nvSpPr>
          <p:cNvPr id="4" name="Plassholder for dato 3"/>
          <p:cNvSpPr>
            <a:spLocks noGrp="1"/>
          </p:cNvSpPr>
          <p:nvPr>
            <p:ph type="dt" sz="half" idx="10"/>
          </p:nvPr>
        </p:nvSpPr>
        <p:spPr/>
        <p:txBody>
          <a:bodyPr/>
          <a:lstStyle/>
          <a:p>
            <a:fld id="{58CAF603-7BFB-4AD9-A27A-C395FE7FE91D}" type="datetime1">
              <a:rPr lang="nb-NO" smtClean="0"/>
              <a:t>19.02.2025</a:t>
            </a:fld>
            <a:endParaRPr lang="nb-NO"/>
          </a:p>
        </p:txBody>
      </p:sp>
      <p:sp>
        <p:nvSpPr>
          <p:cNvPr id="5" name="Plassholder for bunntekst 4"/>
          <p:cNvSpPr>
            <a:spLocks noGrp="1"/>
          </p:cNvSpPr>
          <p:nvPr>
            <p:ph type="ftr" sz="quarter" idx="11"/>
          </p:nvPr>
        </p:nvSpPr>
        <p:spPr/>
        <p:txBody>
          <a:bodyPr/>
          <a:lstStyle/>
          <a:p>
            <a:endParaRPr lang="nb-NO"/>
          </a:p>
        </p:txBody>
      </p:sp>
      <p:sp>
        <p:nvSpPr>
          <p:cNvPr id="6" name="Plassholder for lysbildenummer 5"/>
          <p:cNvSpPr>
            <a:spLocks noGrp="1"/>
          </p:cNvSpPr>
          <p:nvPr>
            <p:ph type="sldNum" sz="quarter" idx="12"/>
          </p:nvPr>
        </p:nvSpPr>
        <p:spPr/>
        <p:txBody>
          <a:bodyPr/>
          <a:lstStyle/>
          <a:p>
            <a:fld id="{3FA4DDC8-1D0B-4B83-8CF0-4F24D54506BB}" type="slidenum">
              <a:rPr lang="nb-NO" smtClean="0"/>
              <a:pPr/>
              <a:t>‹#›</a:t>
            </a:fld>
            <a:endParaRPr lang="nb-NO"/>
          </a:p>
        </p:txBody>
      </p:sp>
      <p:sp>
        <p:nvSpPr>
          <p:cNvPr id="8" name="Plassholder for bilde 7"/>
          <p:cNvSpPr>
            <a:spLocks noGrp="1"/>
          </p:cNvSpPr>
          <p:nvPr>
            <p:ph type="pic" sz="quarter" idx="13" hasCustomPrompt="1"/>
          </p:nvPr>
        </p:nvSpPr>
        <p:spPr>
          <a:xfrm>
            <a:off x="631156" y="1720800"/>
            <a:ext cx="4381200" cy="4363200"/>
          </a:xfrm>
          <a:solidFill>
            <a:schemeClr val="accent2"/>
          </a:solidFill>
        </p:spPr>
        <p:txBody>
          <a:bodyPr tIns="1620000"/>
          <a:lstStyle>
            <a:lvl1pPr marL="0" indent="0" algn="ctr">
              <a:buNone/>
              <a:defRPr baseline="0"/>
            </a:lvl1pPr>
          </a:lstStyle>
          <a:p>
            <a:r>
              <a:rPr lang="nb-NO" dirty="0"/>
              <a:t>Sett inn bilde</a:t>
            </a:r>
          </a:p>
        </p:txBody>
      </p:sp>
      <p:sp>
        <p:nvSpPr>
          <p:cNvPr id="7" name="Plassholder for bilde 7"/>
          <p:cNvSpPr>
            <a:spLocks noGrp="1"/>
          </p:cNvSpPr>
          <p:nvPr>
            <p:ph type="pic" sz="quarter" idx="14" hasCustomPrompt="1"/>
          </p:nvPr>
        </p:nvSpPr>
        <p:spPr>
          <a:xfrm>
            <a:off x="5019452" y="1720800"/>
            <a:ext cx="4381200" cy="4363200"/>
          </a:xfrm>
          <a:solidFill>
            <a:schemeClr val="accent2"/>
          </a:solidFill>
        </p:spPr>
        <p:txBody>
          <a:bodyPr tIns="1620000"/>
          <a:lstStyle>
            <a:lvl1pPr marL="0" indent="0" algn="ctr">
              <a:buNone/>
              <a:defRPr baseline="0"/>
            </a:lvl1pPr>
          </a:lstStyle>
          <a:p>
            <a:r>
              <a:rPr lang="nb-NO" dirty="0"/>
              <a:t>Sett inn bilde</a:t>
            </a:r>
          </a:p>
        </p:txBody>
      </p:sp>
    </p:spTree>
    <p:extLst>
      <p:ext uri="{BB962C8B-B14F-4D97-AF65-F5344CB8AC3E}">
        <p14:creationId xmlns:p14="http://schemas.microsoft.com/office/powerpoint/2010/main" val="1294425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en-US"/>
              <a:t>Click to edit Master title style</a:t>
            </a:r>
            <a:endParaRPr lang="nb-NO"/>
          </a:p>
        </p:txBody>
      </p:sp>
      <p:sp>
        <p:nvSpPr>
          <p:cNvPr id="3" name="Plassholder for dato 2"/>
          <p:cNvSpPr>
            <a:spLocks noGrp="1"/>
          </p:cNvSpPr>
          <p:nvPr>
            <p:ph type="dt" sz="half" idx="10"/>
          </p:nvPr>
        </p:nvSpPr>
        <p:spPr/>
        <p:txBody>
          <a:bodyPr/>
          <a:lstStyle/>
          <a:p>
            <a:fld id="{D58421DC-635E-4F08-A091-EB46EA19F75F}" type="datetime1">
              <a:rPr lang="nb-NO" smtClean="0"/>
              <a:t>19.02.2025</a:t>
            </a:fld>
            <a:endParaRPr lang="nb-NO"/>
          </a:p>
        </p:txBody>
      </p:sp>
      <p:sp>
        <p:nvSpPr>
          <p:cNvPr id="4" name="Plassholder for bunntekst 3"/>
          <p:cNvSpPr>
            <a:spLocks noGrp="1"/>
          </p:cNvSpPr>
          <p:nvPr>
            <p:ph type="ftr" sz="quarter" idx="11"/>
          </p:nvPr>
        </p:nvSpPr>
        <p:spPr/>
        <p:txBody>
          <a:bodyPr/>
          <a:lstStyle/>
          <a:p>
            <a:endParaRPr lang="nb-NO"/>
          </a:p>
        </p:txBody>
      </p:sp>
      <p:sp>
        <p:nvSpPr>
          <p:cNvPr id="5" name="Plassholder for lysbildenummer 4"/>
          <p:cNvSpPr>
            <a:spLocks noGrp="1"/>
          </p:cNvSpPr>
          <p:nvPr>
            <p:ph type="sldNum" sz="quarter" idx="12"/>
          </p:nvPr>
        </p:nvSpPr>
        <p:spPr/>
        <p:txBody>
          <a:bodyPr/>
          <a:lstStyle/>
          <a:p>
            <a:fld id="{3FA4DDC8-1D0B-4B83-8CF0-4F24D54506BB}" type="slidenum">
              <a:rPr lang="nb-NO" smtClean="0"/>
              <a:pPr/>
              <a:t>‹#›</a:t>
            </a:fld>
            <a:endParaRPr lang="nb-NO"/>
          </a:p>
        </p:txBody>
      </p:sp>
    </p:spTree>
    <p:extLst>
      <p:ext uri="{BB962C8B-B14F-4D97-AF65-F5344CB8AC3E}">
        <p14:creationId xmlns:p14="http://schemas.microsoft.com/office/powerpoint/2010/main" val="17628212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Tomt">
    <p:spTree>
      <p:nvGrpSpPr>
        <p:cNvPr id="1" name=""/>
        <p:cNvGrpSpPr/>
        <p:nvPr/>
      </p:nvGrpSpPr>
      <p:grpSpPr>
        <a:xfrm>
          <a:off x="0" y="0"/>
          <a:ext cx="0" cy="0"/>
          <a:chOff x="0" y="0"/>
          <a:chExt cx="0" cy="0"/>
        </a:xfrm>
      </p:grpSpPr>
      <p:sp>
        <p:nvSpPr>
          <p:cNvPr id="2" name="Plassholder for dato 1"/>
          <p:cNvSpPr>
            <a:spLocks noGrp="1"/>
          </p:cNvSpPr>
          <p:nvPr>
            <p:ph type="dt" sz="half" idx="10"/>
          </p:nvPr>
        </p:nvSpPr>
        <p:spPr/>
        <p:txBody>
          <a:bodyPr/>
          <a:lstStyle/>
          <a:p>
            <a:fld id="{E0F364A6-E02E-4F64-B0B6-1A7B1D244CC2}" type="datetime1">
              <a:rPr lang="nb-NO" smtClean="0"/>
              <a:t>19.02.2025</a:t>
            </a:fld>
            <a:endParaRPr lang="nb-NO"/>
          </a:p>
        </p:txBody>
      </p:sp>
      <p:sp>
        <p:nvSpPr>
          <p:cNvPr id="3" name="Plassholder for bunntekst 2"/>
          <p:cNvSpPr>
            <a:spLocks noGrp="1"/>
          </p:cNvSpPr>
          <p:nvPr>
            <p:ph type="ftr" sz="quarter" idx="11"/>
          </p:nvPr>
        </p:nvSpPr>
        <p:spPr/>
        <p:txBody>
          <a:bodyPr/>
          <a:lstStyle/>
          <a:p>
            <a:endParaRPr lang="nb-NO"/>
          </a:p>
        </p:txBody>
      </p:sp>
      <p:sp>
        <p:nvSpPr>
          <p:cNvPr id="4" name="Plassholder for lysbildenummer 3"/>
          <p:cNvSpPr>
            <a:spLocks noGrp="1"/>
          </p:cNvSpPr>
          <p:nvPr>
            <p:ph type="sldNum" sz="quarter" idx="12"/>
          </p:nvPr>
        </p:nvSpPr>
        <p:spPr/>
        <p:txBody>
          <a:bodyPr/>
          <a:lstStyle/>
          <a:p>
            <a:fld id="{3FA4DDC8-1D0B-4B83-8CF0-4F24D54506BB}" type="slidenum">
              <a:rPr lang="nb-NO" smtClean="0"/>
              <a:pPr/>
              <a:t>‹#›</a:t>
            </a:fld>
            <a:endParaRPr lang="nb-NO"/>
          </a:p>
        </p:txBody>
      </p:sp>
    </p:spTree>
    <p:extLst>
      <p:ext uri="{BB962C8B-B14F-4D97-AF65-F5344CB8AC3E}">
        <p14:creationId xmlns:p14="http://schemas.microsoft.com/office/powerpoint/2010/main" val="3265579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b-NO"/>
          </a:p>
        </p:txBody>
      </p:sp>
      <p:sp>
        <p:nvSpPr>
          <p:cNvPr id="3" name="Content Placeholder 2"/>
          <p:cNvSpPr>
            <a:spLocks noGrp="1"/>
          </p:cNvSpPr>
          <p:nvPr>
            <p:ph sz="half" idx="1"/>
          </p:nvPr>
        </p:nvSpPr>
        <p:spPr>
          <a:xfrm>
            <a:off x="500459" y="1764295"/>
            <a:ext cx="4420725" cy="4990084"/>
          </a:xfrm>
        </p:spPr>
        <p:txBody>
          <a:bodyPr/>
          <a:lstStyle>
            <a:lvl1pPr>
              <a:defRPr sz="3100"/>
            </a:lvl1pPr>
            <a:lvl2pPr>
              <a:defRPr sz="2600"/>
            </a:lvl2pPr>
            <a:lvl3pPr>
              <a:defRPr sz="22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Content Placeholder 3"/>
          <p:cNvSpPr>
            <a:spLocks noGrp="1"/>
          </p:cNvSpPr>
          <p:nvPr>
            <p:ph sz="half" idx="2"/>
          </p:nvPr>
        </p:nvSpPr>
        <p:spPr>
          <a:xfrm>
            <a:off x="5088004" y="1764295"/>
            <a:ext cx="4420725" cy="4990084"/>
          </a:xfrm>
        </p:spPr>
        <p:txBody>
          <a:bodyPr/>
          <a:lstStyle>
            <a:lvl1pPr>
              <a:defRPr sz="3100"/>
            </a:lvl1pPr>
            <a:lvl2pPr>
              <a:defRPr sz="2600"/>
            </a:lvl2pPr>
            <a:lvl3pPr>
              <a:defRPr sz="22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5" name="Date Placeholder 3"/>
          <p:cNvSpPr>
            <a:spLocks noGrp="1"/>
          </p:cNvSpPr>
          <p:nvPr>
            <p:ph type="dt" sz="half" idx="10"/>
          </p:nvPr>
        </p:nvSpPr>
        <p:spPr/>
        <p:txBody>
          <a:bodyPr/>
          <a:lstStyle>
            <a:lvl1pPr>
              <a:defRPr/>
            </a:lvl1pPr>
          </a:lstStyle>
          <a:p>
            <a:fld id="{92953F01-C4B6-4921-904B-4F988984CE07}" type="datetime1">
              <a:rPr lang="nb-NO" altLang="nb-NO" smtClean="0"/>
              <a:t>19.02.2025</a:t>
            </a:fld>
            <a:endParaRPr lang="nb-NO" altLang="nb-NO"/>
          </a:p>
        </p:txBody>
      </p:sp>
      <p:sp>
        <p:nvSpPr>
          <p:cNvPr id="6" name="Footer Placeholder 4"/>
          <p:cNvSpPr>
            <a:spLocks noGrp="1"/>
          </p:cNvSpPr>
          <p:nvPr>
            <p:ph type="ftr" sz="quarter" idx="11"/>
          </p:nvPr>
        </p:nvSpPr>
        <p:spPr/>
        <p:txBody>
          <a:bodyPr/>
          <a:lstStyle>
            <a:lvl1pPr>
              <a:defRPr/>
            </a:lvl1pPr>
          </a:lstStyle>
          <a:p>
            <a:endParaRPr lang="en-US" altLang="nb-NO"/>
          </a:p>
        </p:txBody>
      </p:sp>
      <p:sp>
        <p:nvSpPr>
          <p:cNvPr id="7" name="Slide Number Placeholder 5"/>
          <p:cNvSpPr>
            <a:spLocks noGrp="1"/>
          </p:cNvSpPr>
          <p:nvPr>
            <p:ph type="sldNum" sz="quarter" idx="12"/>
          </p:nvPr>
        </p:nvSpPr>
        <p:spPr/>
        <p:txBody>
          <a:bodyPr/>
          <a:lstStyle>
            <a:lvl1pPr>
              <a:defRPr/>
            </a:lvl1pPr>
          </a:lstStyle>
          <a:p>
            <a:fld id="{A0FD15BD-E751-434B-A7B6-402A1341C290}" type="slidenum">
              <a:rPr lang="nb-NO" altLang="nb-NO"/>
              <a:pPr/>
              <a:t>‹#›</a:t>
            </a:fld>
            <a:endParaRPr lang="nb-NO" altLang="nb-NO"/>
          </a:p>
        </p:txBody>
      </p:sp>
    </p:spTree>
    <p:extLst>
      <p:ext uri="{BB962C8B-B14F-4D97-AF65-F5344CB8AC3E}">
        <p14:creationId xmlns:p14="http://schemas.microsoft.com/office/powerpoint/2010/main" val="10050927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00460" y="302801"/>
            <a:ext cx="9008269" cy="1260211"/>
          </a:xfrm>
        </p:spPr>
        <p:txBody>
          <a:bodyPr/>
          <a:lstStyle>
            <a:lvl1pPr>
              <a:defRPr/>
            </a:lvl1pPr>
          </a:lstStyle>
          <a:p>
            <a:r>
              <a:rPr lang="en-US"/>
              <a:t>Click to edit Master title style</a:t>
            </a:r>
            <a:endParaRPr lang="nb-NO"/>
          </a:p>
        </p:txBody>
      </p:sp>
      <p:sp>
        <p:nvSpPr>
          <p:cNvPr id="3" name="Text Placeholder 2"/>
          <p:cNvSpPr>
            <a:spLocks noGrp="1"/>
          </p:cNvSpPr>
          <p:nvPr>
            <p:ph type="body" idx="1"/>
          </p:nvPr>
        </p:nvSpPr>
        <p:spPr>
          <a:xfrm>
            <a:off x="500459" y="1692533"/>
            <a:ext cx="4422463" cy="705367"/>
          </a:xfrm>
        </p:spPr>
        <p:txBody>
          <a:bodyPr anchor="b"/>
          <a:lstStyle>
            <a:lvl1pPr marL="0" indent="0">
              <a:buNone/>
              <a:defRPr sz="2627" b="1"/>
            </a:lvl1pPr>
            <a:lvl2pPr marL="500451" indent="0">
              <a:buNone/>
              <a:defRPr sz="2189" b="1"/>
            </a:lvl2pPr>
            <a:lvl3pPr marL="1000902" indent="0">
              <a:buNone/>
              <a:defRPr sz="1970" b="1"/>
            </a:lvl3pPr>
            <a:lvl4pPr marL="1501353" indent="0">
              <a:buNone/>
              <a:defRPr sz="1751" b="1"/>
            </a:lvl4pPr>
            <a:lvl5pPr marL="2001804" indent="0">
              <a:buNone/>
              <a:defRPr sz="1751" b="1"/>
            </a:lvl5pPr>
            <a:lvl6pPr marL="2502256" indent="0">
              <a:buNone/>
              <a:defRPr sz="1751" b="1"/>
            </a:lvl6pPr>
            <a:lvl7pPr marL="3002707" indent="0">
              <a:buNone/>
              <a:defRPr sz="1751" b="1"/>
            </a:lvl7pPr>
            <a:lvl8pPr marL="3503158" indent="0">
              <a:buNone/>
              <a:defRPr sz="1751" b="1"/>
            </a:lvl8pPr>
            <a:lvl9pPr marL="4003609" indent="0">
              <a:buNone/>
              <a:defRPr sz="1751" b="1"/>
            </a:lvl9pPr>
          </a:lstStyle>
          <a:p>
            <a:pPr lvl="0"/>
            <a:r>
              <a:rPr lang="en-US"/>
              <a:t>Click to edit Master text styles</a:t>
            </a:r>
          </a:p>
        </p:txBody>
      </p:sp>
      <p:sp>
        <p:nvSpPr>
          <p:cNvPr id="4" name="Content Placeholder 3"/>
          <p:cNvSpPr>
            <a:spLocks noGrp="1"/>
          </p:cNvSpPr>
          <p:nvPr>
            <p:ph sz="half" idx="2"/>
          </p:nvPr>
        </p:nvSpPr>
        <p:spPr>
          <a:xfrm>
            <a:off x="500459" y="2397901"/>
            <a:ext cx="4422463" cy="4356478"/>
          </a:xfrm>
        </p:spPr>
        <p:txBody>
          <a:bodyPr/>
          <a:lstStyle>
            <a:lvl1pPr>
              <a:defRPr sz="2627"/>
            </a:lvl1pPr>
            <a:lvl2pPr>
              <a:defRPr sz="2189"/>
            </a:lvl2pPr>
            <a:lvl3pPr>
              <a:defRPr sz="1970"/>
            </a:lvl3pPr>
            <a:lvl4pPr>
              <a:defRPr sz="1751"/>
            </a:lvl4pPr>
            <a:lvl5pPr>
              <a:defRPr sz="1751"/>
            </a:lvl5pPr>
            <a:lvl6pPr>
              <a:defRPr sz="1751"/>
            </a:lvl6pPr>
            <a:lvl7pPr>
              <a:defRPr sz="1751"/>
            </a:lvl7pPr>
            <a:lvl8pPr>
              <a:defRPr sz="1751"/>
            </a:lvl8pPr>
            <a:lvl9pPr>
              <a:defRPr sz="175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5" name="Text Placeholder 4"/>
          <p:cNvSpPr>
            <a:spLocks noGrp="1"/>
          </p:cNvSpPr>
          <p:nvPr>
            <p:ph type="body" sz="quarter" idx="3"/>
          </p:nvPr>
        </p:nvSpPr>
        <p:spPr>
          <a:xfrm>
            <a:off x="5084529" y="1692533"/>
            <a:ext cx="4424200" cy="705367"/>
          </a:xfrm>
        </p:spPr>
        <p:txBody>
          <a:bodyPr anchor="b"/>
          <a:lstStyle>
            <a:lvl1pPr marL="0" indent="0">
              <a:buNone/>
              <a:defRPr sz="2627" b="1"/>
            </a:lvl1pPr>
            <a:lvl2pPr marL="500451" indent="0">
              <a:buNone/>
              <a:defRPr sz="2189" b="1"/>
            </a:lvl2pPr>
            <a:lvl3pPr marL="1000902" indent="0">
              <a:buNone/>
              <a:defRPr sz="1970" b="1"/>
            </a:lvl3pPr>
            <a:lvl4pPr marL="1501353" indent="0">
              <a:buNone/>
              <a:defRPr sz="1751" b="1"/>
            </a:lvl4pPr>
            <a:lvl5pPr marL="2001804" indent="0">
              <a:buNone/>
              <a:defRPr sz="1751" b="1"/>
            </a:lvl5pPr>
            <a:lvl6pPr marL="2502256" indent="0">
              <a:buNone/>
              <a:defRPr sz="1751" b="1"/>
            </a:lvl6pPr>
            <a:lvl7pPr marL="3002707" indent="0">
              <a:buNone/>
              <a:defRPr sz="1751" b="1"/>
            </a:lvl7pPr>
            <a:lvl8pPr marL="3503158" indent="0">
              <a:buNone/>
              <a:defRPr sz="1751" b="1"/>
            </a:lvl8pPr>
            <a:lvl9pPr marL="4003609" indent="0">
              <a:buNone/>
              <a:defRPr sz="1751" b="1"/>
            </a:lvl9pPr>
          </a:lstStyle>
          <a:p>
            <a:pPr lvl="0"/>
            <a:r>
              <a:rPr lang="en-US"/>
              <a:t>Click to edit Master text styles</a:t>
            </a:r>
          </a:p>
        </p:txBody>
      </p:sp>
      <p:sp>
        <p:nvSpPr>
          <p:cNvPr id="6" name="Content Placeholder 5"/>
          <p:cNvSpPr>
            <a:spLocks noGrp="1"/>
          </p:cNvSpPr>
          <p:nvPr>
            <p:ph sz="quarter" idx="4"/>
          </p:nvPr>
        </p:nvSpPr>
        <p:spPr>
          <a:xfrm>
            <a:off x="5084529" y="2397901"/>
            <a:ext cx="4424200" cy="4356478"/>
          </a:xfrm>
        </p:spPr>
        <p:txBody>
          <a:bodyPr/>
          <a:lstStyle>
            <a:lvl1pPr>
              <a:defRPr sz="2627"/>
            </a:lvl1pPr>
            <a:lvl2pPr>
              <a:defRPr sz="2189"/>
            </a:lvl2pPr>
            <a:lvl3pPr>
              <a:defRPr sz="1970"/>
            </a:lvl3pPr>
            <a:lvl4pPr>
              <a:defRPr sz="1751"/>
            </a:lvl4pPr>
            <a:lvl5pPr>
              <a:defRPr sz="1751"/>
            </a:lvl5pPr>
            <a:lvl6pPr>
              <a:defRPr sz="1751"/>
            </a:lvl6pPr>
            <a:lvl7pPr>
              <a:defRPr sz="1751"/>
            </a:lvl7pPr>
            <a:lvl8pPr>
              <a:defRPr sz="1751"/>
            </a:lvl8pPr>
            <a:lvl9pPr>
              <a:defRPr sz="175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7" name="Rectangle 41">
            <a:extLst>
              <a:ext uri="{FF2B5EF4-FFF2-40B4-BE49-F238E27FC236}">
                <a16:creationId xmlns:a16="http://schemas.microsoft.com/office/drawing/2014/main" id="{2B33F81B-97C6-BA81-92CC-AACE2CCCFDD6}"/>
              </a:ext>
            </a:extLst>
          </p:cNvPr>
          <p:cNvSpPr>
            <a:spLocks noGrp="1" noChangeArrowheads="1"/>
          </p:cNvSpPr>
          <p:nvPr>
            <p:ph type="ftr" sz="quarter" idx="10"/>
          </p:nvPr>
        </p:nvSpPr>
        <p:spPr>
          <a:xfrm>
            <a:off x="1937543" y="7225207"/>
            <a:ext cx="917509" cy="504084"/>
          </a:xfrm>
          <a:prstGeom prst="rect">
            <a:avLst/>
          </a:prstGeom>
        </p:spPr>
        <p:txBody>
          <a:bodyPr/>
          <a:lstStyle>
            <a:lvl1pPr>
              <a:defRPr>
                <a:latin typeface="Times" charset="0"/>
                <a:ea typeface="ＭＳ Ｐゴシック" charset="-128"/>
              </a:defRPr>
            </a:lvl1pPr>
          </a:lstStyle>
          <a:p>
            <a:pPr>
              <a:defRPr/>
            </a:pPr>
            <a:endParaRPr lang="nn-NO"/>
          </a:p>
        </p:txBody>
      </p:sp>
      <p:sp>
        <p:nvSpPr>
          <p:cNvPr id="8" name="Rectangle 42">
            <a:extLst>
              <a:ext uri="{FF2B5EF4-FFF2-40B4-BE49-F238E27FC236}">
                <a16:creationId xmlns:a16="http://schemas.microsoft.com/office/drawing/2014/main" id="{8F5623E5-E075-DE8F-B2B7-8DF13B063616}"/>
              </a:ext>
            </a:extLst>
          </p:cNvPr>
          <p:cNvSpPr>
            <a:spLocks noGrp="1" noChangeArrowheads="1"/>
          </p:cNvSpPr>
          <p:nvPr>
            <p:ph type="sldNum" sz="quarter" idx="11"/>
          </p:nvPr>
        </p:nvSpPr>
        <p:spPr/>
        <p:txBody>
          <a:bodyPr/>
          <a:lstStyle>
            <a:lvl1pPr>
              <a:defRPr/>
            </a:lvl1pPr>
          </a:lstStyle>
          <a:p>
            <a:fld id="{B719AD6D-ACE3-4906-8961-DE31956351DF}" type="slidenum">
              <a:rPr lang="nn-NO" altLang="nb-NO"/>
              <a:pPr/>
              <a:t>‹#›</a:t>
            </a:fld>
            <a:endParaRPr lang="nn-NO" altLang="nb-NO"/>
          </a:p>
        </p:txBody>
      </p:sp>
      <p:sp>
        <p:nvSpPr>
          <p:cNvPr id="9" name="Rectangle 40">
            <a:extLst>
              <a:ext uri="{FF2B5EF4-FFF2-40B4-BE49-F238E27FC236}">
                <a16:creationId xmlns:a16="http://schemas.microsoft.com/office/drawing/2014/main" id="{2414FBE0-4440-D373-694B-0222508EEAAE}"/>
              </a:ext>
            </a:extLst>
          </p:cNvPr>
          <p:cNvSpPr>
            <a:spLocks noGrp="1" noChangeArrowheads="1"/>
          </p:cNvSpPr>
          <p:nvPr>
            <p:ph type="dt" sz="half" idx="12"/>
          </p:nvPr>
        </p:nvSpPr>
        <p:spPr/>
        <p:txBody>
          <a:bodyPr/>
          <a:lstStyle>
            <a:lvl1pPr>
              <a:defRPr/>
            </a:lvl1pPr>
          </a:lstStyle>
          <a:p>
            <a:pPr>
              <a:defRPr/>
            </a:pPr>
            <a:endParaRPr lang="nn-NO"/>
          </a:p>
        </p:txBody>
      </p:sp>
    </p:spTree>
    <p:extLst>
      <p:ext uri="{BB962C8B-B14F-4D97-AF65-F5344CB8AC3E}">
        <p14:creationId xmlns:p14="http://schemas.microsoft.com/office/powerpoint/2010/main" val="492911092"/>
      </p:ext>
    </p:extLst>
  </p:cSld>
  <p:clrMapOvr>
    <a:masterClrMapping/>
  </p:clrMapOvr>
  <p:transition>
    <p:randomBa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Plassholder for tittel 1"/>
          <p:cNvSpPr>
            <a:spLocks noGrp="1"/>
          </p:cNvSpPr>
          <p:nvPr>
            <p:ph type="title"/>
          </p:nvPr>
        </p:nvSpPr>
        <p:spPr>
          <a:xfrm>
            <a:off x="800101" y="421425"/>
            <a:ext cx="7732885" cy="917054"/>
          </a:xfrm>
          <a:prstGeom prst="rect">
            <a:avLst/>
          </a:prstGeom>
        </p:spPr>
        <p:txBody>
          <a:bodyPr vert="horz" lIns="0" tIns="0" rIns="0" bIns="0" rtlCol="0" anchor="b">
            <a:normAutofit/>
          </a:bodyPr>
          <a:lstStyle/>
          <a:p>
            <a:r>
              <a:rPr lang="nb-NO" dirty="0"/>
              <a:t>Klikk for å redigere tittelstil</a:t>
            </a:r>
          </a:p>
        </p:txBody>
      </p:sp>
      <p:sp>
        <p:nvSpPr>
          <p:cNvPr id="3" name="Plassholder for tekst 2"/>
          <p:cNvSpPr>
            <a:spLocks noGrp="1"/>
          </p:cNvSpPr>
          <p:nvPr>
            <p:ph type="body" idx="1"/>
          </p:nvPr>
        </p:nvSpPr>
        <p:spPr>
          <a:xfrm>
            <a:off x="799200" y="1718826"/>
            <a:ext cx="8582271" cy="5358774"/>
          </a:xfrm>
          <a:prstGeom prst="rect">
            <a:avLst/>
          </a:prstGeom>
        </p:spPr>
        <p:txBody>
          <a:bodyPr vert="horz" lIns="0" tIns="0" rIns="0" bIns="0" rtlCol="0" anchor="t">
            <a:normAutofit/>
          </a:bodyPr>
          <a:lstStyle/>
          <a:p>
            <a:pPr lvl="0"/>
            <a:r>
              <a:rPr lang="nb-NO" dirty="0"/>
              <a:t>Klikk for å redigere tekststiler i malen</a:t>
            </a:r>
          </a:p>
          <a:p>
            <a:pPr lvl="1"/>
            <a:r>
              <a:rPr lang="nb-NO" dirty="0"/>
              <a:t>Andre nivå</a:t>
            </a:r>
          </a:p>
          <a:p>
            <a:pPr lvl="2"/>
            <a:r>
              <a:rPr lang="nb-NO" dirty="0"/>
              <a:t>Tredje nivå</a:t>
            </a:r>
          </a:p>
          <a:p>
            <a:pPr lvl="3"/>
            <a:r>
              <a:rPr lang="nb-NO" dirty="0"/>
              <a:t>Fjerde nivå</a:t>
            </a:r>
          </a:p>
          <a:p>
            <a:pPr lvl="4"/>
            <a:r>
              <a:rPr lang="nb-NO" dirty="0"/>
              <a:t>Femte nivå</a:t>
            </a:r>
          </a:p>
        </p:txBody>
      </p:sp>
      <p:sp>
        <p:nvSpPr>
          <p:cNvPr id="4" name="Plassholder for dato 3"/>
          <p:cNvSpPr>
            <a:spLocks noGrp="1"/>
          </p:cNvSpPr>
          <p:nvPr>
            <p:ph type="dt" sz="half" idx="2"/>
          </p:nvPr>
        </p:nvSpPr>
        <p:spPr>
          <a:xfrm>
            <a:off x="0" y="0"/>
            <a:ext cx="0" cy="0"/>
          </a:xfrm>
          <a:prstGeom prst="rect">
            <a:avLst/>
          </a:prstGeom>
        </p:spPr>
        <p:txBody>
          <a:bodyPr vert="horz" lIns="0" tIns="0" rIns="0" bIns="0" rtlCol="0" anchor="t"/>
          <a:lstStyle>
            <a:lvl1pPr algn="l">
              <a:defRPr sz="100">
                <a:solidFill>
                  <a:schemeClr val="bg1"/>
                </a:solidFill>
              </a:defRPr>
            </a:lvl1pPr>
          </a:lstStyle>
          <a:p>
            <a:fld id="{7081C60C-9289-4673-9F88-5B25836A2F36}" type="datetime1">
              <a:rPr lang="nb-NO" smtClean="0"/>
              <a:t>19.02.2025</a:t>
            </a:fld>
            <a:endParaRPr lang="nb-NO" dirty="0"/>
          </a:p>
        </p:txBody>
      </p:sp>
      <p:sp>
        <p:nvSpPr>
          <p:cNvPr id="5" name="Plassholder for bunntekst 4"/>
          <p:cNvSpPr>
            <a:spLocks noGrp="1"/>
          </p:cNvSpPr>
          <p:nvPr>
            <p:ph type="ftr" sz="quarter" idx="3"/>
          </p:nvPr>
        </p:nvSpPr>
        <p:spPr>
          <a:xfrm>
            <a:off x="0" y="0"/>
            <a:ext cx="0" cy="0"/>
          </a:xfrm>
          <a:prstGeom prst="rect">
            <a:avLst/>
          </a:prstGeom>
        </p:spPr>
        <p:txBody>
          <a:bodyPr vert="horz" lIns="0" tIns="0" rIns="0" bIns="0" rtlCol="0" anchor="t"/>
          <a:lstStyle>
            <a:lvl1pPr algn="l">
              <a:defRPr sz="100">
                <a:solidFill>
                  <a:schemeClr val="bg1"/>
                </a:solidFill>
              </a:defRPr>
            </a:lvl1pPr>
          </a:lstStyle>
          <a:p>
            <a:endParaRPr lang="nb-NO" dirty="0"/>
          </a:p>
        </p:txBody>
      </p:sp>
      <p:sp>
        <p:nvSpPr>
          <p:cNvPr id="6" name="Plassholder for lysbildenummer 5"/>
          <p:cNvSpPr>
            <a:spLocks noGrp="1"/>
          </p:cNvSpPr>
          <p:nvPr>
            <p:ph type="sldNum" sz="quarter" idx="4"/>
          </p:nvPr>
        </p:nvSpPr>
        <p:spPr>
          <a:xfrm>
            <a:off x="8696052" y="7034400"/>
            <a:ext cx="687711" cy="402567"/>
          </a:xfrm>
          <a:prstGeom prst="rect">
            <a:avLst/>
          </a:prstGeom>
        </p:spPr>
        <p:txBody>
          <a:bodyPr vert="horz" lIns="0" tIns="0" rIns="0" bIns="0" rtlCol="0" anchor="t"/>
          <a:lstStyle>
            <a:lvl1pPr algn="r">
              <a:defRPr sz="1100">
                <a:solidFill>
                  <a:srgbClr val="D0D1D3"/>
                </a:solidFill>
                <a:latin typeface="Times New Roman" pitchFamily="18" charset="0"/>
                <a:cs typeface="Times New Roman" pitchFamily="18" charset="0"/>
              </a:defRPr>
            </a:lvl1pPr>
          </a:lstStyle>
          <a:p>
            <a:fld id="{3FA4DDC8-1D0B-4B83-8CF0-4F24D54506BB}" type="slidenum">
              <a:rPr lang="nb-NO" smtClean="0"/>
              <a:pPr/>
              <a:t>‹#›</a:t>
            </a:fld>
            <a:endParaRPr lang="nb-NO" dirty="0"/>
          </a:p>
        </p:txBody>
      </p:sp>
      <p:pic>
        <p:nvPicPr>
          <p:cNvPr id="8" name="Bilde 7"/>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9007200" y="442800"/>
            <a:ext cx="403200" cy="804824"/>
          </a:xfrm>
          <a:prstGeom prst="rect">
            <a:avLst/>
          </a:prstGeom>
        </p:spPr>
      </p:pic>
      <p:pic>
        <p:nvPicPr>
          <p:cNvPr id="7" name="Picture 6"/>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540098" y="6883200"/>
            <a:ext cx="3276607" cy="627889"/>
          </a:xfrm>
          <a:prstGeom prst="rect">
            <a:avLst/>
          </a:prstGeom>
        </p:spPr>
      </p:pic>
    </p:spTree>
    <p:extLst>
      <p:ext uri="{BB962C8B-B14F-4D97-AF65-F5344CB8AC3E}">
        <p14:creationId xmlns:p14="http://schemas.microsoft.com/office/powerpoint/2010/main" val="25710692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1" r:id="rId3"/>
    <p:sldLayoutId id="2147483662" r:id="rId4"/>
    <p:sldLayoutId id="2147483651" r:id="rId5"/>
    <p:sldLayoutId id="2147483652" r:id="rId6"/>
    <p:sldLayoutId id="2147483656" r:id="rId7"/>
    <p:sldLayoutId id="2147483653" r:id="rId8"/>
    <p:sldLayoutId id="2147483657" r:id="rId9"/>
    <p:sldLayoutId id="2147483660" r:id="rId10"/>
    <p:sldLayoutId id="2147483659" r:id="rId11"/>
    <p:sldLayoutId id="2147483654" r:id="rId12"/>
    <p:sldLayoutId id="2147483655" r:id="rId13"/>
    <p:sldLayoutId id="2147483663" r:id="rId14"/>
    <p:sldLayoutId id="2147483664" r:id="rId15"/>
  </p:sldLayoutIdLst>
  <p:hf hdr="0" ftr="0" dt="0"/>
  <p:txStyles>
    <p:titleStyle>
      <a:lvl1pPr algn="l" defTabSz="1004011" rtl="0" eaLnBrk="1" latinLnBrk="0" hangingPunct="1">
        <a:spcBef>
          <a:spcPct val="0"/>
        </a:spcBef>
        <a:buNone/>
        <a:defRPr sz="3000" b="0" kern="1200" cap="none" baseline="0">
          <a:solidFill>
            <a:srgbClr val="003A54"/>
          </a:solidFill>
          <a:latin typeface="+mj-lt"/>
          <a:ea typeface="+mj-ea"/>
          <a:cs typeface="+mj-cs"/>
        </a:defRPr>
      </a:lvl1pPr>
    </p:titleStyle>
    <p:bodyStyle>
      <a:lvl1pPr marL="198000" indent="-198000" algn="l" defTabSz="1004011" rtl="0" eaLnBrk="1" latinLnBrk="0" hangingPunct="1">
        <a:lnSpc>
          <a:spcPct val="125000"/>
        </a:lnSpc>
        <a:spcBef>
          <a:spcPts val="0"/>
        </a:spcBef>
        <a:spcAft>
          <a:spcPts val="200"/>
        </a:spcAft>
        <a:buFont typeface="Arial" pitchFamily="34" charset="0"/>
        <a:buChar char="•"/>
        <a:defRPr sz="2800" kern="1200">
          <a:solidFill>
            <a:schemeClr val="tx1">
              <a:lumMod val="75000"/>
              <a:lumOff val="25000"/>
            </a:schemeClr>
          </a:solidFill>
          <a:latin typeface="+mn-lt"/>
          <a:ea typeface="+mn-ea"/>
          <a:cs typeface="+mn-cs"/>
        </a:defRPr>
      </a:lvl1pPr>
      <a:lvl2pPr marL="447675" indent="-180975" algn="l" defTabSz="1004011" rtl="0" eaLnBrk="1" latinLnBrk="0" hangingPunct="1">
        <a:spcBef>
          <a:spcPts val="0"/>
        </a:spcBef>
        <a:buFont typeface="Georgia" pitchFamily="18" charset="0"/>
        <a:buChar char="-"/>
        <a:defRPr sz="2200" kern="1200">
          <a:solidFill>
            <a:schemeClr val="tx1">
              <a:lumMod val="75000"/>
              <a:lumOff val="25000"/>
            </a:schemeClr>
          </a:solidFill>
          <a:latin typeface="Times New Roman" pitchFamily="18" charset="0"/>
          <a:ea typeface="+mn-ea"/>
          <a:cs typeface="Times New Roman" pitchFamily="18" charset="0"/>
        </a:defRPr>
      </a:lvl2pPr>
      <a:lvl3pPr marL="628650" indent="-180975" algn="l" defTabSz="1004011" rtl="0" eaLnBrk="1" latinLnBrk="0" hangingPunct="1">
        <a:spcBef>
          <a:spcPts val="0"/>
        </a:spcBef>
        <a:buFont typeface="Arial" pitchFamily="34" charset="0"/>
        <a:buChar char="•"/>
        <a:defRPr sz="2200" kern="1200">
          <a:solidFill>
            <a:schemeClr val="tx1">
              <a:lumMod val="75000"/>
              <a:lumOff val="25000"/>
            </a:schemeClr>
          </a:solidFill>
          <a:latin typeface="Times New Roman" pitchFamily="18" charset="0"/>
          <a:ea typeface="+mn-ea"/>
          <a:cs typeface="Times New Roman" pitchFamily="18" charset="0"/>
        </a:defRPr>
      </a:lvl3pPr>
      <a:lvl4pPr marL="895350" indent="-180975" algn="l" defTabSz="1004011" rtl="0" eaLnBrk="1" latinLnBrk="0" hangingPunct="1">
        <a:spcBef>
          <a:spcPts val="0"/>
        </a:spcBef>
        <a:buFont typeface="Georgia" pitchFamily="18" charset="0"/>
        <a:buChar char="-"/>
        <a:defRPr sz="2200" kern="1200">
          <a:solidFill>
            <a:schemeClr val="tx1">
              <a:lumMod val="75000"/>
              <a:lumOff val="25000"/>
            </a:schemeClr>
          </a:solidFill>
          <a:latin typeface="Times New Roman" pitchFamily="18" charset="0"/>
          <a:ea typeface="+mn-ea"/>
          <a:cs typeface="Times New Roman" pitchFamily="18" charset="0"/>
        </a:defRPr>
      </a:lvl4pPr>
      <a:lvl5pPr marL="1162050" indent="-266700" algn="l" defTabSz="1004011" rtl="0" eaLnBrk="1" latinLnBrk="0" hangingPunct="1">
        <a:spcBef>
          <a:spcPts val="0"/>
        </a:spcBef>
        <a:buFont typeface="Arial" pitchFamily="34" charset="0"/>
        <a:buChar char="»"/>
        <a:defRPr sz="2200" kern="1200">
          <a:solidFill>
            <a:schemeClr val="tx1">
              <a:lumMod val="75000"/>
              <a:lumOff val="25000"/>
            </a:schemeClr>
          </a:solidFill>
          <a:latin typeface="Times New Roman" pitchFamily="18" charset="0"/>
          <a:ea typeface="+mn-ea"/>
          <a:cs typeface="Times New Roman" pitchFamily="18" charset="0"/>
        </a:defRPr>
      </a:lvl5pPr>
      <a:lvl6pPr marL="2761031" indent="-251003" algn="l" defTabSz="1004011" rtl="0" eaLnBrk="1" latinLnBrk="0" hangingPunct="1">
        <a:spcBef>
          <a:spcPct val="20000"/>
        </a:spcBef>
        <a:buFont typeface="Arial" pitchFamily="34" charset="0"/>
        <a:buChar char="•"/>
        <a:defRPr sz="2200" kern="1200">
          <a:solidFill>
            <a:schemeClr val="tx1"/>
          </a:solidFill>
          <a:latin typeface="+mn-lt"/>
          <a:ea typeface="+mn-ea"/>
          <a:cs typeface="+mn-cs"/>
        </a:defRPr>
      </a:lvl6pPr>
      <a:lvl7pPr marL="3263036" indent="-251003" algn="l" defTabSz="1004011" rtl="0" eaLnBrk="1" latinLnBrk="0" hangingPunct="1">
        <a:spcBef>
          <a:spcPct val="20000"/>
        </a:spcBef>
        <a:buFont typeface="Arial" pitchFamily="34" charset="0"/>
        <a:buChar char="•"/>
        <a:defRPr sz="2200" kern="1200">
          <a:solidFill>
            <a:schemeClr val="tx1"/>
          </a:solidFill>
          <a:latin typeface="+mn-lt"/>
          <a:ea typeface="+mn-ea"/>
          <a:cs typeface="+mn-cs"/>
        </a:defRPr>
      </a:lvl7pPr>
      <a:lvl8pPr marL="3765042" indent="-251003" algn="l" defTabSz="1004011" rtl="0" eaLnBrk="1" latinLnBrk="0" hangingPunct="1">
        <a:spcBef>
          <a:spcPct val="20000"/>
        </a:spcBef>
        <a:buFont typeface="Arial" pitchFamily="34" charset="0"/>
        <a:buChar char="•"/>
        <a:defRPr sz="2200" kern="1200">
          <a:solidFill>
            <a:schemeClr val="tx1"/>
          </a:solidFill>
          <a:latin typeface="+mn-lt"/>
          <a:ea typeface="+mn-ea"/>
          <a:cs typeface="+mn-cs"/>
        </a:defRPr>
      </a:lvl8pPr>
      <a:lvl9pPr marL="4267048" indent="-251003" algn="l" defTabSz="1004011" rtl="0" eaLnBrk="1" latinLnBrk="0" hangingPunct="1">
        <a:spcBef>
          <a:spcPct val="20000"/>
        </a:spcBef>
        <a:buFont typeface="Arial" pitchFamily="34" charset="0"/>
        <a:buChar char="•"/>
        <a:defRPr sz="2200" kern="1200">
          <a:solidFill>
            <a:schemeClr val="tx1"/>
          </a:solidFill>
          <a:latin typeface="+mn-lt"/>
          <a:ea typeface="+mn-ea"/>
          <a:cs typeface="+mn-cs"/>
        </a:defRPr>
      </a:lvl9pPr>
    </p:bodyStyle>
    <p:otherStyle>
      <a:defPPr>
        <a:defRPr lang="nb-NO"/>
      </a:defPPr>
      <a:lvl1pPr marL="0" algn="l" defTabSz="1004011" rtl="0" eaLnBrk="1" latinLnBrk="0" hangingPunct="1">
        <a:defRPr sz="2000" kern="1200">
          <a:solidFill>
            <a:schemeClr val="tx1"/>
          </a:solidFill>
          <a:latin typeface="+mn-lt"/>
          <a:ea typeface="+mn-ea"/>
          <a:cs typeface="+mn-cs"/>
        </a:defRPr>
      </a:lvl1pPr>
      <a:lvl2pPr marL="502006" algn="l" defTabSz="1004011" rtl="0" eaLnBrk="1" latinLnBrk="0" hangingPunct="1">
        <a:defRPr sz="2000" kern="1200">
          <a:solidFill>
            <a:schemeClr val="tx1"/>
          </a:solidFill>
          <a:latin typeface="+mn-lt"/>
          <a:ea typeface="+mn-ea"/>
          <a:cs typeface="+mn-cs"/>
        </a:defRPr>
      </a:lvl2pPr>
      <a:lvl3pPr marL="1004011" algn="l" defTabSz="1004011" rtl="0" eaLnBrk="1" latinLnBrk="0" hangingPunct="1">
        <a:defRPr sz="2000" kern="1200">
          <a:solidFill>
            <a:schemeClr val="tx1"/>
          </a:solidFill>
          <a:latin typeface="+mn-lt"/>
          <a:ea typeface="+mn-ea"/>
          <a:cs typeface="+mn-cs"/>
        </a:defRPr>
      </a:lvl3pPr>
      <a:lvl4pPr marL="1506017" algn="l" defTabSz="1004011" rtl="0" eaLnBrk="1" latinLnBrk="0" hangingPunct="1">
        <a:defRPr sz="2000" kern="1200">
          <a:solidFill>
            <a:schemeClr val="tx1"/>
          </a:solidFill>
          <a:latin typeface="+mn-lt"/>
          <a:ea typeface="+mn-ea"/>
          <a:cs typeface="+mn-cs"/>
        </a:defRPr>
      </a:lvl4pPr>
      <a:lvl5pPr marL="2008022" algn="l" defTabSz="1004011" rtl="0" eaLnBrk="1" latinLnBrk="0" hangingPunct="1">
        <a:defRPr sz="2000" kern="1200">
          <a:solidFill>
            <a:schemeClr val="tx1"/>
          </a:solidFill>
          <a:latin typeface="+mn-lt"/>
          <a:ea typeface="+mn-ea"/>
          <a:cs typeface="+mn-cs"/>
        </a:defRPr>
      </a:lvl5pPr>
      <a:lvl6pPr marL="2510028" algn="l" defTabSz="1004011" rtl="0" eaLnBrk="1" latinLnBrk="0" hangingPunct="1">
        <a:defRPr sz="2000" kern="1200">
          <a:solidFill>
            <a:schemeClr val="tx1"/>
          </a:solidFill>
          <a:latin typeface="+mn-lt"/>
          <a:ea typeface="+mn-ea"/>
          <a:cs typeface="+mn-cs"/>
        </a:defRPr>
      </a:lvl6pPr>
      <a:lvl7pPr marL="3012034" algn="l" defTabSz="1004011" rtl="0" eaLnBrk="1" latinLnBrk="0" hangingPunct="1">
        <a:defRPr sz="2000" kern="1200">
          <a:solidFill>
            <a:schemeClr val="tx1"/>
          </a:solidFill>
          <a:latin typeface="+mn-lt"/>
          <a:ea typeface="+mn-ea"/>
          <a:cs typeface="+mn-cs"/>
        </a:defRPr>
      </a:lvl7pPr>
      <a:lvl8pPr marL="3514039" algn="l" defTabSz="1004011" rtl="0" eaLnBrk="1" latinLnBrk="0" hangingPunct="1">
        <a:defRPr sz="2000" kern="1200">
          <a:solidFill>
            <a:schemeClr val="tx1"/>
          </a:solidFill>
          <a:latin typeface="+mn-lt"/>
          <a:ea typeface="+mn-ea"/>
          <a:cs typeface="+mn-cs"/>
        </a:defRPr>
      </a:lvl8pPr>
      <a:lvl9pPr marL="4016045" algn="l" defTabSz="1004011"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png"/><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17.xml.rels><?xml version="1.0" encoding="UTF-8" standalone="yes"?>
<Relationships xmlns="http://schemas.openxmlformats.org/package/2006/relationships"><Relationship Id="rId3" Type="http://schemas.openxmlformats.org/officeDocument/2006/relationships/hyperlink" Target="https://en.wikipedia.org/wiki/Offshore_trust" TargetMode="Externa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14.xml"/><Relationship Id="rId1" Type="http://schemas.openxmlformats.org/officeDocument/2006/relationships/tags" Target="../tags/tag6.xml"/><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hyperlink" Target="https://www.ft.com/content/a98e4488-fd6b-11e5-b5f5-070dca6d0a0d" TargetMode="External"/><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slideLayout" Target="../slideLayouts/slideLayout2.xml"/><Relationship Id="rId1" Type="http://schemas.openxmlformats.org/officeDocument/2006/relationships/tags" Target="../tags/tag12.xml"/><Relationship Id="rId5" Type="http://schemas.openxmlformats.org/officeDocument/2006/relationships/image" Target="../media/image25.png"/><Relationship Id="rId4" Type="http://schemas.openxmlformats.org/officeDocument/2006/relationships/image" Target="../media/image24.jpe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4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1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0.xml"/></Relationships>
</file>

<file path=ppt/slides/_rels/slide48.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slideLayout" Target="../slideLayouts/slideLayout2.xml"/><Relationship Id="rId1" Type="http://schemas.openxmlformats.org/officeDocument/2006/relationships/tags" Target="../tags/tag21.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2.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23.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4.xml"/></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5.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6.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6162" y="138917"/>
            <a:ext cx="7151538" cy="1080120"/>
          </a:xfrm>
        </p:spPr>
        <p:txBody>
          <a:bodyPr/>
          <a:lstStyle/>
          <a:p>
            <a:r>
              <a:rPr lang="en-US" sz="3200" i="1"/>
              <a:t>SKatteparadis</a:t>
            </a:r>
            <a:r>
              <a:rPr lang="en-US" sz="3200" i="1" dirty="0"/>
              <a:t> – </a:t>
            </a:r>
            <a:r>
              <a:rPr lang="en-US" sz="3200" i="1" dirty="0" err="1"/>
              <a:t>hva</a:t>
            </a:r>
            <a:r>
              <a:rPr lang="en-US" sz="3200" i="1" dirty="0"/>
              <a:t> </a:t>
            </a:r>
            <a:r>
              <a:rPr lang="en-US" sz="3200" i="1" dirty="0" err="1"/>
              <a:t>er</a:t>
            </a:r>
            <a:r>
              <a:rPr lang="en-US" sz="3200" i="1" dirty="0"/>
              <a:t> </a:t>
            </a:r>
            <a:r>
              <a:rPr lang="en-US" sz="3200" i="1" dirty="0" err="1"/>
              <a:t>det</a:t>
            </a:r>
            <a:r>
              <a:rPr lang="en-US" sz="3200" i="1" dirty="0"/>
              <a:t>? </a:t>
            </a:r>
            <a:endParaRPr lang="en-US" sz="3200" dirty="0"/>
          </a:p>
        </p:txBody>
      </p:sp>
      <p:sp>
        <p:nvSpPr>
          <p:cNvPr id="3" name="Text Placeholder 2"/>
          <p:cNvSpPr>
            <a:spLocks noGrp="1"/>
          </p:cNvSpPr>
          <p:nvPr>
            <p:ph type="body" sz="quarter" idx="10"/>
          </p:nvPr>
        </p:nvSpPr>
        <p:spPr>
          <a:xfrm>
            <a:off x="900138" y="5652839"/>
            <a:ext cx="7993039" cy="914400"/>
          </a:xfrm>
        </p:spPr>
        <p:txBody>
          <a:bodyPr>
            <a:normAutofit fontScale="85000" lnSpcReduction="20000"/>
          </a:bodyPr>
          <a:lstStyle/>
          <a:p>
            <a:r>
              <a:rPr lang="nb-NO" sz="4000" dirty="0"/>
              <a:t>Professor Guttorm Schjelderup</a:t>
            </a:r>
            <a:r>
              <a:rPr lang="nb-NO" dirty="0"/>
              <a:t>,</a:t>
            </a:r>
          </a:p>
          <a:p>
            <a:r>
              <a:rPr lang="en-US" sz="2200" dirty="0"/>
              <a:t>Norwegian School of Economics and Norwegian Center for Taxation</a:t>
            </a:r>
          </a:p>
        </p:txBody>
      </p:sp>
      <p:pic>
        <p:nvPicPr>
          <p:cNvPr id="4" name="Picture 3"/>
          <p:cNvPicPr>
            <a:picLocks noChangeAspect="1"/>
          </p:cNvPicPr>
          <p:nvPr/>
        </p:nvPicPr>
        <p:blipFill>
          <a:blip r:embed="rId2"/>
          <a:stretch>
            <a:fillRect/>
          </a:stretch>
        </p:blipFill>
        <p:spPr>
          <a:xfrm>
            <a:off x="490836" y="1404367"/>
            <a:ext cx="7776864" cy="4032448"/>
          </a:xfrm>
          <a:prstGeom prst="rect">
            <a:avLst/>
          </a:prstGeom>
        </p:spPr>
      </p:pic>
    </p:spTree>
    <p:extLst>
      <p:ext uri="{BB962C8B-B14F-4D97-AF65-F5344CB8AC3E}">
        <p14:creationId xmlns:p14="http://schemas.microsoft.com/office/powerpoint/2010/main" val="3225098845"/>
      </p:ext>
    </p:extLst>
  </p:cSld>
  <p:clrMapOvr>
    <a:masterClrMapping/>
  </p:clrMapOvr>
  <mc:AlternateContent xmlns:mc="http://schemas.openxmlformats.org/markup-compatibility/2006" xmlns:p14="http://schemas.microsoft.com/office/powerpoint/2010/main">
    <mc:Choice Requires="p14">
      <p:transition spd="slow" p14:dur="2000" advTm="44041"/>
    </mc:Choice>
    <mc:Fallback xmlns="">
      <p:transition spd="slow" advTm="44041"/>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3A1F78-521B-F921-D16C-A997F533C3C8}"/>
              </a:ext>
            </a:extLst>
          </p:cNvPr>
          <p:cNvSpPr>
            <a:spLocks noGrp="1"/>
          </p:cNvSpPr>
          <p:nvPr>
            <p:ph type="title"/>
          </p:nvPr>
        </p:nvSpPr>
        <p:spPr/>
        <p:txBody>
          <a:bodyPr>
            <a:noAutofit/>
          </a:bodyPr>
          <a:lstStyle/>
          <a:p>
            <a:r>
              <a:rPr lang="en-US" sz="1800" dirty="0"/>
              <a:t>“The report played a key role in pushing for transparency and better regulations in international tax policies, shaping ongoing global initiatives like the OECD's efforts to combat base erosion and profit shifting (BEPS)”</a:t>
            </a:r>
            <a:endParaRPr lang="nb-NO" sz="1800" dirty="0"/>
          </a:p>
        </p:txBody>
      </p:sp>
      <p:sp>
        <p:nvSpPr>
          <p:cNvPr id="3" name="Slide Number Placeholder 2">
            <a:extLst>
              <a:ext uri="{FF2B5EF4-FFF2-40B4-BE49-F238E27FC236}">
                <a16:creationId xmlns:a16="http://schemas.microsoft.com/office/drawing/2014/main" id="{3373B0CB-9D54-6954-F180-3D4156CBF562}"/>
              </a:ext>
            </a:extLst>
          </p:cNvPr>
          <p:cNvSpPr>
            <a:spLocks noGrp="1"/>
          </p:cNvSpPr>
          <p:nvPr>
            <p:ph type="sldNum" sz="quarter" idx="12"/>
          </p:nvPr>
        </p:nvSpPr>
        <p:spPr/>
        <p:txBody>
          <a:bodyPr/>
          <a:lstStyle/>
          <a:p>
            <a:fld id="{3FA4DDC8-1D0B-4B83-8CF0-4F24D54506BB}" type="slidenum">
              <a:rPr lang="nb-NO" smtClean="0"/>
              <a:pPr/>
              <a:t>2</a:t>
            </a:fld>
            <a:endParaRPr lang="nb-NO"/>
          </a:p>
        </p:txBody>
      </p:sp>
      <p:pic>
        <p:nvPicPr>
          <p:cNvPr id="6" name="Content Placeholder 5">
            <a:extLst>
              <a:ext uri="{FF2B5EF4-FFF2-40B4-BE49-F238E27FC236}">
                <a16:creationId xmlns:a16="http://schemas.microsoft.com/office/drawing/2014/main" id="{0CCAD425-4E51-3AD9-7083-F7DD27A51A27}"/>
              </a:ext>
            </a:extLst>
          </p:cNvPr>
          <p:cNvPicPr>
            <a:picLocks noGrp="1" noChangeAspect="1"/>
          </p:cNvPicPr>
          <p:nvPr>
            <p:ph idx="1"/>
          </p:nvPr>
        </p:nvPicPr>
        <p:blipFill>
          <a:blip r:embed="rId2"/>
          <a:stretch>
            <a:fillRect/>
          </a:stretch>
        </p:blipFill>
        <p:spPr>
          <a:xfrm>
            <a:off x="109777" y="2556496"/>
            <a:ext cx="4973398" cy="3240886"/>
          </a:xfrm>
          <a:prstGeom prst="rect">
            <a:avLst/>
          </a:prstGeom>
        </p:spPr>
      </p:pic>
      <p:pic>
        <p:nvPicPr>
          <p:cNvPr id="8" name="Content Placeholder 7">
            <a:extLst>
              <a:ext uri="{FF2B5EF4-FFF2-40B4-BE49-F238E27FC236}">
                <a16:creationId xmlns:a16="http://schemas.microsoft.com/office/drawing/2014/main" id="{7B06A170-9DB4-9E3E-0B04-C4FDC72BA872}"/>
              </a:ext>
            </a:extLst>
          </p:cNvPr>
          <p:cNvPicPr>
            <a:picLocks noGrp="1" noChangeAspect="1"/>
          </p:cNvPicPr>
          <p:nvPr>
            <p:ph idx="13"/>
          </p:nvPr>
        </p:nvPicPr>
        <p:blipFill>
          <a:blip r:embed="rId3"/>
          <a:stretch>
            <a:fillRect/>
          </a:stretch>
        </p:blipFill>
        <p:spPr>
          <a:xfrm>
            <a:off x="4880429" y="2412479"/>
            <a:ext cx="5219053" cy="3323135"/>
          </a:xfrm>
        </p:spPr>
      </p:pic>
    </p:spTree>
    <p:extLst>
      <p:ext uri="{BB962C8B-B14F-4D97-AF65-F5344CB8AC3E}">
        <p14:creationId xmlns:p14="http://schemas.microsoft.com/office/powerpoint/2010/main" val="20733544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3FA4DDC8-1D0B-4B83-8CF0-4F24D54506BB}" type="slidenum">
              <a:rPr lang="nb-NO" smtClean="0"/>
              <a:pPr/>
              <a:t>3</a:t>
            </a:fld>
            <a:endParaRPr lang="nb-NO"/>
          </a:p>
        </p:txBody>
      </p:sp>
      <p:pic>
        <p:nvPicPr>
          <p:cNvPr id="3" name="Picture 2"/>
          <p:cNvPicPr>
            <a:picLocks noChangeAspect="1"/>
          </p:cNvPicPr>
          <p:nvPr/>
        </p:nvPicPr>
        <p:blipFill>
          <a:blip r:embed="rId2"/>
          <a:stretch>
            <a:fillRect/>
          </a:stretch>
        </p:blipFill>
        <p:spPr>
          <a:xfrm>
            <a:off x="1620218" y="1011228"/>
            <a:ext cx="6380166" cy="5147024"/>
          </a:xfrm>
          <a:prstGeom prst="rect">
            <a:avLst/>
          </a:prstGeom>
        </p:spPr>
      </p:pic>
      <p:sp>
        <p:nvSpPr>
          <p:cNvPr id="4" name="TekstSylinder 3">
            <a:extLst>
              <a:ext uri="{FF2B5EF4-FFF2-40B4-BE49-F238E27FC236}">
                <a16:creationId xmlns:a16="http://schemas.microsoft.com/office/drawing/2014/main" id="{AD4A6D11-9F5F-4155-8399-67B44C63BF79}"/>
              </a:ext>
            </a:extLst>
          </p:cNvPr>
          <p:cNvSpPr txBox="1"/>
          <p:nvPr/>
        </p:nvSpPr>
        <p:spPr>
          <a:xfrm>
            <a:off x="1188170" y="180231"/>
            <a:ext cx="7127720" cy="830997"/>
          </a:xfrm>
          <a:prstGeom prst="rect">
            <a:avLst/>
          </a:prstGeom>
          <a:noFill/>
        </p:spPr>
        <p:txBody>
          <a:bodyPr wrap="none" rtlCol="0">
            <a:spAutoFit/>
          </a:bodyPr>
          <a:lstStyle/>
          <a:p>
            <a:r>
              <a:rPr lang="nb-NO" sz="2400" dirty="0">
                <a:solidFill>
                  <a:srgbClr val="2B2B2B"/>
                </a:solidFill>
                <a:latin typeface="Austin News Text"/>
              </a:rPr>
              <a:t>S</a:t>
            </a:r>
            <a:r>
              <a:rPr lang="nb-NO" sz="2400" b="0" i="0" dirty="0">
                <a:solidFill>
                  <a:srgbClr val="2B2B2B"/>
                </a:solidFill>
                <a:effectLst/>
                <a:latin typeface="Austin News Text"/>
              </a:rPr>
              <a:t>katteparadis eller «Offshore Financial Centre» (OFC) er</a:t>
            </a:r>
          </a:p>
          <a:p>
            <a:r>
              <a:rPr lang="nb-NO" sz="2400" dirty="0">
                <a:solidFill>
                  <a:srgbClr val="2B2B2B"/>
                </a:solidFill>
                <a:latin typeface="Austin News Text"/>
              </a:rPr>
              <a:t>to ulike navn på den samme type jurisdiksjon</a:t>
            </a:r>
            <a:r>
              <a:rPr lang="nb-NO" sz="2400" b="0" i="0" dirty="0">
                <a:solidFill>
                  <a:srgbClr val="2B2B2B"/>
                </a:solidFill>
                <a:effectLst/>
                <a:latin typeface="Austin News Text"/>
              </a:rPr>
              <a:t>.</a:t>
            </a:r>
            <a:endParaRPr lang="en-US" sz="2800" dirty="0" err="1">
              <a:solidFill>
                <a:schemeClr val="tx1">
                  <a:lumMod val="75000"/>
                  <a:lumOff val="25000"/>
                </a:schemeClr>
              </a:solidFill>
            </a:endParaRPr>
          </a:p>
        </p:txBody>
      </p:sp>
      <p:sp>
        <p:nvSpPr>
          <p:cNvPr id="5" name="TekstSylinder 4">
            <a:extLst>
              <a:ext uri="{FF2B5EF4-FFF2-40B4-BE49-F238E27FC236}">
                <a16:creationId xmlns:a16="http://schemas.microsoft.com/office/drawing/2014/main" id="{A29BC6E7-F529-4798-8A85-39498ED2F084}"/>
              </a:ext>
            </a:extLst>
          </p:cNvPr>
          <p:cNvSpPr txBox="1"/>
          <p:nvPr/>
        </p:nvSpPr>
        <p:spPr>
          <a:xfrm>
            <a:off x="972146" y="6084887"/>
            <a:ext cx="6915226" cy="830997"/>
          </a:xfrm>
          <a:prstGeom prst="rect">
            <a:avLst/>
          </a:prstGeom>
          <a:noFill/>
        </p:spPr>
        <p:txBody>
          <a:bodyPr wrap="none" rtlCol="0">
            <a:spAutoFit/>
          </a:bodyPr>
          <a:lstStyle/>
          <a:p>
            <a:r>
              <a:rPr lang="nb-NO" sz="2400" dirty="0">
                <a:solidFill>
                  <a:schemeClr val="tx1">
                    <a:lumMod val="75000"/>
                    <a:lumOff val="25000"/>
                  </a:schemeClr>
                </a:solidFill>
              </a:rPr>
              <a:t>Tax </a:t>
            </a:r>
            <a:r>
              <a:rPr lang="nb-NO" sz="2400" dirty="0" err="1">
                <a:solidFill>
                  <a:schemeClr val="tx1">
                    <a:lumMod val="75000"/>
                    <a:lumOff val="25000"/>
                  </a:schemeClr>
                </a:solidFill>
              </a:rPr>
              <a:t>avoidance</a:t>
            </a:r>
            <a:r>
              <a:rPr lang="nb-NO" sz="2400" dirty="0">
                <a:solidFill>
                  <a:schemeClr val="tx1">
                    <a:lumMod val="75000"/>
                    <a:lumOff val="25000"/>
                  </a:schemeClr>
                </a:solidFill>
              </a:rPr>
              <a:t> er skatteplanlegging (lovlig) mens </a:t>
            </a:r>
          </a:p>
          <a:p>
            <a:r>
              <a:rPr lang="nb-NO" sz="2400" dirty="0" err="1">
                <a:solidFill>
                  <a:schemeClr val="tx1">
                    <a:lumMod val="75000"/>
                    <a:lumOff val="25000"/>
                  </a:schemeClr>
                </a:solidFill>
              </a:rPr>
              <a:t>tax</a:t>
            </a:r>
            <a:r>
              <a:rPr lang="nb-NO" sz="2400" dirty="0">
                <a:solidFill>
                  <a:schemeClr val="tx1">
                    <a:lumMod val="75000"/>
                    <a:lumOff val="25000"/>
                  </a:schemeClr>
                </a:solidFill>
              </a:rPr>
              <a:t> </a:t>
            </a:r>
            <a:r>
              <a:rPr lang="nb-NO" sz="2400" dirty="0" err="1">
                <a:solidFill>
                  <a:schemeClr val="tx1">
                    <a:lumMod val="75000"/>
                    <a:lumOff val="25000"/>
                  </a:schemeClr>
                </a:solidFill>
              </a:rPr>
              <a:t>evasion</a:t>
            </a:r>
            <a:r>
              <a:rPr lang="nb-NO" sz="2400" dirty="0">
                <a:solidFill>
                  <a:schemeClr val="tx1">
                    <a:lumMod val="75000"/>
                    <a:lumOff val="25000"/>
                  </a:schemeClr>
                </a:solidFill>
              </a:rPr>
              <a:t> er </a:t>
            </a:r>
            <a:r>
              <a:rPr lang="nb-NO" sz="2400" dirty="0" err="1">
                <a:solidFill>
                  <a:schemeClr val="tx1">
                    <a:lumMod val="75000"/>
                    <a:lumOff val="25000"/>
                  </a:schemeClr>
                </a:solidFill>
              </a:rPr>
              <a:t>skatteundragelse</a:t>
            </a:r>
            <a:r>
              <a:rPr lang="nb-NO" sz="2400" dirty="0">
                <a:solidFill>
                  <a:schemeClr val="tx1">
                    <a:lumMod val="75000"/>
                    <a:lumOff val="25000"/>
                  </a:schemeClr>
                </a:solidFill>
              </a:rPr>
              <a:t> (ulovlig)</a:t>
            </a:r>
          </a:p>
        </p:txBody>
      </p:sp>
    </p:spTree>
    <p:extLst>
      <p:ext uri="{BB962C8B-B14F-4D97-AF65-F5344CB8AC3E}">
        <p14:creationId xmlns:p14="http://schemas.microsoft.com/office/powerpoint/2010/main" val="2564721752"/>
      </p:ext>
    </p:extLst>
  </p:cSld>
  <p:clrMapOvr>
    <a:masterClrMapping/>
  </p:clrMapOvr>
  <mc:AlternateContent xmlns:mc="http://schemas.openxmlformats.org/markup-compatibility/2006" xmlns:p14="http://schemas.microsoft.com/office/powerpoint/2010/main">
    <mc:Choice Requires="p14">
      <p:transition spd="slow" p14:dur="2000" advTm="53918"/>
    </mc:Choice>
    <mc:Fallback xmlns="">
      <p:transition spd="slow" advTm="53918"/>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252066" y="124377"/>
            <a:ext cx="9383613" cy="1008112"/>
          </a:xfrm>
          <a:solidFill>
            <a:schemeClr val="tx2">
              <a:lumMod val="75000"/>
              <a:lumOff val="25000"/>
            </a:schemeClr>
          </a:solidFill>
        </p:spPr>
        <p:txBody>
          <a:bodyPr>
            <a:normAutofit/>
          </a:bodyPr>
          <a:lstStyle/>
          <a:p>
            <a:pPr eaLnBrk="1" hangingPunct="1">
              <a:defRPr/>
            </a:pPr>
            <a:r>
              <a:rPr lang="nb-NO" sz="3600" b="1" dirty="0">
                <a:solidFill>
                  <a:schemeClr val="bg1"/>
                </a:solidFill>
                <a:ea typeface="+mj-ea"/>
              </a:rPr>
              <a:t>Hva kjennetegner et skatteparadis</a:t>
            </a:r>
          </a:p>
        </p:txBody>
      </p:sp>
      <p:sp>
        <p:nvSpPr>
          <p:cNvPr id="7171" name="Content Placeholder 2"/>
          <p:cNvSpPr>
            <a:spLocks noGrp="1"/>
          </p:cNvSpPr>
          <p:nvPr>
            <p:ph idx="1"/>
          </p:nvPr>
        </p:nvSpPr>
        <p:spPr>
          <a:xfrm>
            <a:off x="274558" y="1476375"/>
            <a:ext cx="9540007" cy="5456455"/>
          </a:xfrm>
        </p:spPr>
        <p:txBody>
          <a:bodyPr>
            <a:normAutofit/>
          </a:bodyPr>
          <a:lstStyle/>
          <a:p>
            <a:pPr eaLnBrk="1" hangingPunct="1">
              <a:lnSpc>
                <a:spcPct val="100000"/>
              </a:lnSpc>
            </a:pPr>
            <a:r>
              <a:rPr lang="nb-NO" altLang="nb-NO" dirty="0">
                <a:latin typeface="Palatino Linotype" panose="02040502050505030304" pitchFamily="18" charset="0"/>
              </a:rPr>
              <a:t>Ingen </a:t>
            </a:r>
            <a:r>
              <a:rPr lang="nb-NO" altLang="nb-NO" i="1" dirty="0">
                <a:solidFill>
                  <a:srgbClr val="FF0000"/>
                </a:solidFill>
                <a:latin typeface="Palatino Linotype" panose="02040502050505030304" pitchFamily="18" charset="0"/>
              </a:rPr>
              <a:t>offisiell</a:t>
            </a:r>
            <a:r>
              <a:rPr lang="nb-NO" altLang="nb-NO" dirty="0">
                <a:latin typeface="Palatino Linotype" panose="02040502050505030304" pitchFamily="18" charset="0"/>
              </a:rPr>
              <a:t> definisjon men både IMF og OECD hadde tidligere lister som de nå har gått vekk fra av politiske årsaker</a:t>
            </a:r>
          </a:p>
          <a:p>
            <a:pPr eaLnBrk="1" hangingPunct="1">
              <a:lnSpc>
                <a:spcPct val="100000"/>
              </a:lnSpc>
            </a:pPr>
            <a:endParaRPr lang="nb-NO" altLang="nb-NO" dirty="0">
              <a:latin typeface="Palatino Linotype" panose="02040502050505030304" pitchFamily="18" charset="0"/>
            </a:endParaRPr>
          </a:p>
          <a:p>
            <a:r>
              <a:rPr lang="nb-NO" altLang="nb-NO" dirty="0">
                <a:latin typeface="Palatino Linotype" panose="02040502050505030304" pitchFamily="18" charset="0"/>
              </a:rPr>
              <a:t>Både IMF og OECD er organisasjoner hvor medlemslandene har vetorett så det var vanskelig å lage offisielle lister av politiske årsaker</a:t>
            </a:r>
          </a:p>
          <a:p>
            <a:endParaRPr lang="nb-NO" altLang="nb-NO" dirty="0">
              <a:latin typeface="Palatino Linotype" panose="02040502050505030304" pitchFamily="18" charset="0"/>
            </a:endParaRPr>
          </a:p>
          <a:p>
            <a:r>
              <a:rPr lang="nb-NO" altLang="nb-NO" dirty="0">
                <a:latin typeface="Palatino Linotype" panose="02040502050505030304" pitchFamily="18" charset="0"/>
              </a:rPr>
              <a:t>Sivilsamfunnsorganisasjoner som </a:t>
            </a:r>
            <a:r>
              <a:rPr lang="nb-NO" altLang="nb-NO" dirty="0" err="1">
                <a:latin typeface="Palatino Linotype" panose="02040502050505030304" pitchFamily="18" charset="0"/>
              </a:rPr>
              <a:t>Oxfam</a:t>
            </a:r>
            <a:r>
              <a:rPr lang="nb-NO" altLang="nb-NO" dirty="0">
                <a:latin typeface="Palatino Linotype" panose="02040502050505030304" pitchFamily="18" charset="0"/>
              </a:rPr>
              <a:t> og Tax </a:t>
            </a:r>
            <a:r>
              <a:rPr lang="nb-NO" altLang="nb-NO" dirty="0" err="1">
                <a:latin typeface="Palatino Linotype" panose="02040502050505030304" pitchFamily="18" charset="0"/>
              </a:rPr>
              <a:t>Justice</a:t>
            </a:r>
            <a:r>
              <a:rPr lang="nb-NO" altLang="nb-NO" dirty="0">
                <a:latin typeface="Palatino Linotype" panose="02040502050505030304" pitchFamily="18" charset="0"/>
              </a:rPr>
              <a:t> Network (TJN)  laget egne lister basert på ulike kriterier</a:t>
            </a:r>
          </a:p>
          <a:p>
            <a:pPr eaLnBrk="1" hangingPunct="1"/>
            <a:endParaRPr lang="nb-NO" altLang="nb-NO" dirty="0">
              <a:latin typeface="Palatino Linotype" panose="02040502050505030304" pitchFamily="18" charset="0"/>
            </a:endParaRPr>
          </a:p>
          <a:p>
            <a:pPr eaLnBrk="1" hangingPunct="1"/>
            <a:endParaRPr lang="nb-NO" altLang="nb-NO" dirty="0"/>
          </a:p>
          <a:p>
            <a:pPr lvl="1" eaLnBrk="1" hangingPunct="1">
              <a:buFontTx/>
              <a:buNone/>
            </a:pPr>
            <a:endParaRPr lang="nb-NO" altLang="nb-NO" sz="2800" dirty="0"/>
          </a:p>
        </p:txBody>
      </p:sp>
      <p:sp>
        <p:nvSpPr>
          <p:cNvPr id="5" name="Footer Placeholder 4"/>
          <p:cNvSpPr>
            <a:spLocks noGrp="1"/>
          </p:cNvSpPr>
          <p:nvPr>
            <p:ph type="ftr" sz="quarter" idx="11"/>
          </p:nvPr>
        </p:nvSpPr>
        <p:spPr/>
        <p:txBody>
          <a:bodyPr/>
          <a:lstStyle/>
          <a:p>
            <a:pPr>
              <a:defRPr/>
            </a:pPr>
            <a:r>
              <a:rPr lang="nb-NO"/>
              <a:t>Side/Page</a:t>
            </a:r>
          </a:p>
        </p:txBody>
      </p:sp>
      <p:sp>
        <p:nvSpPr>
          <p:cNvPr id="7173"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2627">
                <a:solidFill>
                  <a:schemeClr val="tx1"/>
                </a:solidFill>
                <a:latin typeface="Calibri" panose="020F0502020204030204" pitchFamily="34" charset="0"/>
                <a:ea typeface="MS PGothic" panose="020B0600070205080204" pitchFamily="34" charset="-128"/>
              </a:defRPr>
            </a:lvl1pPr>
            <a:lvl2pPr marL="813233" indent="-312782" eaLnBrk="0" hangingPunct="0">
              <a:spcBef>
                <a:spcPct val="20000"/>
              </a:spcBef>
              <a:buChar char="–"/>
              <a:defRPr sz="2189">
                <a:solidFill>
                  <a:schemeClr val="tx1"/>
                </a:solidFill>
                <a:latin typeface="Calibri" panose="020F0502020204030204" pitchFamily="34" charset="0"/>
                <a:ea typeface="MS PGothic" panose="020B0600070205080204" pitchFamily="34" charset="-128"/>
              </a:defRPr>
            </a:lvl2pPr>
            <a:lvl3pPr marL="1251128" indent="-250226" eaLnBrk="0" hangingPunct="0">
              <a:spcBef>
                <a:spcPct val="20000"/>
              </a:spcBef>
              <a:buChar char="•"/>
              <a:defRPr sz="1751">
                <a:solidFill>
                  <a:schemeClr val="tx1"/>
                </a:solidFill>
                <a:latin typeface="Calibri" panose="020F0502020204030204" pitchFamily="34" charset="0"/>
                <a:ea typeface="MS PGothic" panose="020B0600070205080204" pitchFamily="34" charset="-128"/>
              </a:defRPr>
            </a:lvl3pPr>
            <a:lvl4pPr marL="1751579" indent="-250226" eaLnBrk="0" hangingPunct="0">
              <a:spcBef>
                <a:spcPct val="20000"/>
              </a:spcBef>
              <a:buChar char="–"/>
              <a:defRPr sz="1532">
                <a:solidFill>
                  <a:schemeClr val="tx1"/>
                </a:solidFill>
                <a:latin typeface="Calibri" panose="020F0502020204030204" pitchFamily="34" charset="0"/>
                <a:ea typeface="MS PGothic" panose="020B0600070205080204" pitchFamily="34" charset="-128"/>
              </a:defRPr>
            </a:lvl4pPr>
            <a:lvl5pPr marL="2252030" indent="-250226" eaLnBrk="0" hangingPunct="0">
              <a:spcBef>
                <a:spcPct val="20000"/>
              </a:spcBef>
              <a:buChar char="»"/>
              <a:defRPr sz="1532">
                <a:solidFill>
                  <a:schemeClr val="tx1"/>
                </a:solidFill>
                <a:latin typeface="Calibri" panose="020F0502020204030204" pitchFamily="34" charset="0"/>
                <a:ea typeface="MS PGothic" panose="020B0600070205080204" pitchFamily="34" charset="-128"/>
              </a:defRPr>
            </a:lvl5pPr>
            <a:lvl6pPr marL="2752481" indent="-250226" eaLnBrk="0" fontAlgn="base" hangingPunct="0">
              <a:spcBef>
                <a:spcPct val="20000"/>
              </a:spcBef>
              <a:spcAft>
                <a:spcPct val="0"/>
              </a:spcAft>
              <a:buChar char="»"/>
              <a:defRPr sz="1532">
                <a:solidFill>
                  <a:schemeClr val="tx1"/>
                </a:solidFill>
                <a:latin typeface="Calibri" panose="020F0502020204030204" pitchFamily="34" charset="0"/>
                <a:ea typeface="MS PGothic" panose="020B0600070205080204" pitchFamily="34" charset="-128"/>
              </a:defRPr>
            </a:lvl6pPr>
            <a:lvl7pPr marL="3252932" indent="-250226" eaLnBrk="0" fontAlgn="base" hangingPunct="0">
              <a:spcBef>
                <a:spcPct val="20000"/>
              </a:spcBef>
              <a:spcAft>
                <a:spcPct val="0"/>
              </a:spcAft>
              <a:buChar char="»"/>
              <a:defRPr sz="1532">
                <a:solidFill>
                  <a:schemeClr val="tx1"/>
                </a:solidFill>
                <a:latin typeface="Calibri" panose="020F0502020204030204" pitchFamily="34" charset="0"/>
                <a:ea typeface="MS PGothic" panose="020B0600070205080204" pitchFamily="34" charset="-128"/>
              </a:defRPr>
            </a:lvl7pPr>
            <a:lvl8pPr marL="3753383" indent="-250226" eaLnBrk="0" fontAlgn="base" hangingPunct="0">
              <a:spcBef>
                <a:spcPct val="20000"/>
              </a:spcBef>
              <a:spcAft>
                <a:spcPct val="0"/>
              </a:spcAft>
              <a:buChar char="»"/>
              <a:defRPr sz="1532">
                <a:solidFill>
                  <a:schemeClr val="tx1"/>
                </a:solidFill>
                <a:latin typeface="Calibri" panose="020F0502020204030204" pitchFamily="34" charset="0"/>
                <a:ea typeface="MS PGothic" panose="020B0600070205080204" pitchFamily="34" charset="-128"/>
              </a:defRPr>
            </a:lvl8pPr>
            <a:lvl9pPr marL="4253835" indent="-250226" eaLnBrk="0" fontAlgn="base" hangingPunct="0">
              <a:spcBef>
                <a:spcPct val="20000"/>
              </a:spcBef>
              <a:spcAft>
                <a:spcPct val="0"/>
              </a:spcAft>
              <a:buChar char="»"/>
              <a:defRPr sz="1532">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fld id="{0AA3819B-A286-4B9C-B716-C50438782F33}" type="slidenum">
              <a:rPr lang="nb-NO" altLang="nb-NO" sz="985">
                <a:solidFill>
                  <a:srgbClr val="9E9FA3"/>
                </a:solidFill>
                <a:latin typeface="Verdana" panose="020B0604030504040204" pitchFamily="34" charset="0"/>
              </a:rPr>
              <a:pPr eaLnBrk="1" hangingPunct="1">
                <a:spcBef>
                  <a:spcPct val="0"/>
                </a:spcBef>
                <a:buFontTx/>
                <a:buNone/>
              </a:pPr>
              <a:t>4</a:t>
            </a:fld>
            <a:endParaRPr lang="nb-NO" altLang="nb-NO" sz="985">
              <a:solidFill>
                <a:srgbClr val="9E9FA3"/>
              </a:solidFill>
              <a:latin typeface="Verdana" panose="020B0604030504040204" pitchFamily="34" charset="0"/>
            </a:endParaRPr>
          </a:p>
        </p:txBody>
      </p:sp>
    </p:spTree>
    <p:custDataLst>
      <p:tags r:id="rId1"/>
    </p:custDataLst>
    <p:extLst>
      <p:ext uri="{BB962C8B-B14F-4D97-AF65-F5344CB8AC3E}">
        <p14:creationId xmlns:p14="http://schemas.microsoft.com/office/powerpoint/2010/main" val="2456381241"/>
      </p:ext>
    </p:extLst>
  </p:cSld>
  <p:clrMapOvr>
    <a:masterClrMapping/>
  </p:clrMapOvr>
  <mc:AlternateContent xmlns:mc="http://schemas.openxmlformats.org/markup-compatibility/2006" xmlns:p14="http://schemas.microsoft.com/office/powerpoint/2010/main">
    <mc:Choice Requires="p14">
      <p:transition spd="slow" p14:dur="2000" advTm="140725"/>
    </mc:Choice>
    <mc:Fallback xmlns="">
      <p:transition spd="slow" advTm="140725"/>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5FBEE2-EB2E-20E7-198A-CD48FB40E9E7}"/>
              </a:ext>
            </a:extLst>
          </p:cNvPr>
          <p:cNvSpPr>
            <a:spLocks noGrp="1"/>
          </p:cNvSpPr>
          <p:nvPr>
            <p:ph type="title"/>
          </p:nvPr>
        </p:nvSpPr>
        <p:spPr>
          <a:solidFill>
            <a:srgbClr val="0070C0"/>
          </a:solidFill>
        </p:spPr>
        <p:txBody>
          <a:bodyPr/>
          <a:lstStyle/>
          <a:p>
            <a:r>
              <a:rPr lang="nb-NO" dirty="0">
                <a:solidFill>
                  <a:schemeClr val="bg1"/>
                </a:solidFill>
              </a:rPr>
              <a:t>Skatteparadiser kan være selvstendige land eller delstater av et land </a:t>
            </a:r>
          </a:p>
        </p:txBody>
      </p:sp>
      <p:sp>
        <p:nvSpPr>
          <p:cNvPr id="3" name="Content Placeholder 2">
            <a:extLst>
              <a:ext uri="{FF2B5EF4-FFF2-40B4-BE49-F238E27FC236}">
                <a16:creationId xmlns:a16="http://schemas.microsoft.com/office/drawing/2014/main" id="{FC52C485-D272-C358-69B9-78B8AF7CDAC8}"/>
              </a:ext>
            </a:extLst>
          </p:cNvPr>
          <p:cNvSpPr>
            <a:spLocks noGrp="1"/>
          </p:cNvSpPr>
          <p:nvPr>
            <p:ph idx="1"/>
          </p:nvPr>
        </p:nvSpPr>
        <p:spPr/>
        <p:txBody>
          <a:bodyPr>
            <a:normAutofit/>
          </a:bodyPr>
          <a:lstStyle/>
          <a:p>
            <a:pPr eaLnBrk="1" hangingPunct="1">
              <a:lnSpc>
                <a:spcPct val="100000"/>
              </a:lnSpc>
            </a:pPr>
            <a:r>
              <a:rPr lang="nb-NO" altLang="nb-NO" sz="2400" dirty="0">
                <a:latin typeface="Palatino Linotype" panose="02040502050505030304" pitchFamily="18" charset="0"/>
              </a:rPr>
              <a:t>Stater assosiert med betegnelsen skatteparadis kan være </a:t>
            </a:r>
            <a:r>
              <a:rPr lang="nb-NO" altLang="nb-NO" sz="2400" dirty="0">
                <a:solidFill>
                  <a:srgbClr val="FF0000"/>
                </a:solidFill>
                <a:latin typeface="Palatino Linotype" panose="02040502050505030304" pitchFamily="18" charset="0"/>
              </a:rPr>
              <a:t>land</a:t>
            </a:r>
            <a:r>
              <a:rPr lang="nb-NO" altLang="nb-NO" sz="2400" dirty="0">
                <a:latin typeface="Palatino Linotype" panose="02040502050505030304" pitchFamily="18" charset="0"/>
              </a:rPr>
              <a:t> eller </a:t>
            </a:r>
            <a:r>
              <a:rPr lang="nb-NO" altLang="nb-NO" sz="2400" dirty="0">
                <a:solidFill>
                  <a:srgbClr val="FF0000"/>
                </a:solidFill>
                <a:latin typeface="Palatino Linotype" panose="02040502050505030304" pitchFamily="18" charset="0"/>
              </a:rPr>
              <a:t>geografiske områder med suverenitet i skattepolitikken</a:t>
            </a:r>
            <a:endParaRPr lang="nb-NO" altLang="nb-NO" sz="2400" dirty="0">
              <a:latin typeface="Palatino Linotype" panose="02040502050505030304" pitchFamily="18" charset="0"/>
            </a:endParaRPr>
          </a:p>
          <a:p>
            <a:endParaRPr lang="nb-NO" altLang="nb-NO" sz="2400" dirty="0">
              <a:latin typeface="Palatino Linotype" panose="02040502050505030304" pitchFamily="18" charset="0"/>
            </a:endParaRPr>
          </a:p>
          <a:p>
            <a:r>
              <a:rPr lang="nb-NO" altLang="nb-NO" sz="2400" dirty="0">
                <a:latin typeface="Palatino Linotype" panose="02040502050505030304" pitchFamily="18" charset="0"/>
              </a:rPr>
              <a:t>Geografiske område med begrenset selvråderett: Jersey, Guernsey og  amerikanske delstater som for eksempel  Delaware og Nevada</a:t>
            </a:r>
          </a:p>
          <a:p>
            <a:pPr marL="474225" indent="-457200"/>
            <a:endParaRPr lang="nb-NO" altLang="nb-NO" sz="2400" dirty="0">
              <a:latin typeface="Palatino Linotype" panose="02040502050505030304" pitchFamily="18" charset="0"/>
            </a:endParaRPr>
          </a:p>
          <a:p>
            <a:pPr marL="474225" indent="-457200"/>
            <a:r>
              <a:rPr lang="nb-NO" altLang="nb-NO" sz="2400" dirty="0">
                <a:latin typeface="Palatino Linotype" panose="02040502050505030304" pitchFamily="18" charset="0"/>
              </a:rPr>
              <a:t>Selvstendige stater assosiert med betegnelsen skatteparadis er for eksempel.: Mauritius, Sveits, Luxemburg, Monaco, Liechtenstein, Panama, Caymanøyene, Jomfruøyene, Dubai etc.</a:t>
            </a:r>
          </a:p>
          <a:p>
            <a:pPr eaLnBrk="1" hangingPunct="1"/>
            <a:endParaRPr lang="nb-NO" altLang="nb-NO" sz="2400" dirty="0">
              <a:latin typeface="Palatino Linotype" panose="02040502050505030304" pitchFamily="18" charset="0"/>
            </a:endParaRPr>
          </a:p>
          <a:p>
            <a:endParaRPr lang="nb-NO" sz="2400" dirty="0"/>
          </a:p>
        </p:txBody>
      </p:sp>
      <p:sp>
        <p:nvSpPr>
          <p:cNvPr id="4" name="Slide Number Placeholder 3">
            <a:extLst>
              <a:ext uri="{FF2B5EF4-FFF2-40B4-BE49-F238E27FC236}">
                <a16:creationId xmlns:a16="http://schemas.microsoft.com/office/drawing/2014/main" id="{0AD5EBD1-D79A-3514-058B-A9ED5C809AB1}"/>
              </a:ext>
            </a:extLst>
          </p:cNvPr>
          <p:cNvSpPr>
            <a:spLocks noGrp="1"/>
          </p:cNvSpPr>
          <p:nvPr>
            <p:ph type="sldNum" sz="quarter" idx="12"/>
          </p:nvPr>
        </p:nvSpPr>
        <p:spPr/>
        <p:txBody>
          <a:bodyPr/>
          <a:lstStyle/>
          <a:p>
            <a:fld id="{3FA4DDC8-1D0B-4B83-8CF0-4F24D54506BB}" type="slidenum">
              <a:rPr lang="nb-NO" smtClean="0"/>
              <a:pPr/>
              <a:t>5</a:t>
            </a:fld>
            <a:endParaRPr lang="nb-NO"/>
          </a:p>
        </p:txBody>
      </p:sp>
    </p:spTree>
    <p:extLst>
      <p:ext uri="{BB962C8B-B14F-4D97-AF65-F5344CB8AC3E}">
        <p14:creationId xmlns:p14="http://schemas.microsoft.com/office/powerpoint/2010/main" val="32660183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555A5-4999-3C11-D532-1DA191460EDA}"/>
              </a:ext>
            </a:extLst>
          </p:cNvPr>
          <p:cNvSpPr>
            <a:spLocks noGrp="1"/>
          </p:cNvSpPr>
          <p:nvPr>
            <p:ph type="title"/>
          </p:nvPr>
        </p:nvSpPr>
        <p:spPr>
          <a:xfrm>
            <a:off x="684114" y="396255"/>
            <a:ext cx="7992887" cy="755648"/>
          </a:xfrm>
          <a:solidFill>
            <a:schemeClr val="tx2">
              <a:lumMod val="75000"/>
              <a:lumOff val="25000"/>
            </a:schemeClr>
          </a:solidFill>
        </p:spPr>
        <p:txBody>
          <a:bodyPr>
            <a:normAutofit/>
          </a:bodyPr>
          <a:lstStyle/>
          <a:p>
            <a:r>
              <a:rPr lang="nb-NO" sz="3200" dirty="0">
                <a:solidFill>
                  <a:schemeClr val="bg1"/>
                </a:solidFill>
              </a:rPr>
              <a:t>Hva vet vi om skatteparadisene</a:t>
            </a:r>
          </a:p>
        </p:txBody>
      </p:sp>
      <p:sp>
        <p:nvSpPr>
          <p:cNvPr id="3" name="Content Placeholder 2">
            <a:extLst>
              <a:ext uri="{FF2B5EF4-FFF2-40B4-BE49-F238E27FC236}">
                <a16:creationId xmlns:a16="http://schemas.microsoft.com/office/drawing/2014/main" id="{9C914DF7-6BE4-6503-815B-CC680E30919D}"/>
              </a:ext>
            </a:extLst>
          </p:cNvPr>
          <p:cNvSpPr>
            <a:spLocks noGrp="1"/>
          </p:cNvSpPr>
          <p:nvPr>
            <p:ph idx="1"/>
          </p:nvPr>
        </p:nvSpPr>
        <p:spPr>
          <a:xfrm>
            <a:off x="583457" y="1548383"/>
            <a:ext cx="8842274" cy="5358774"/>
          </a:xfrm>
        </p:spPr>
        <p:txBody>
          <a:bodyPr/>
          <a:lstStyle/>
          <a:p>
            <a:pPr marL="592575" lvl="1" indent="-342900">
              <a:buFont typeface="Wingdings" panose="05000000000000000000" pitchFamily="2" charset="2"/>
              <a:buChar char="§"/>
            </a:pPr>
            <a:r>
              <a:rPr lang="nb-NO" sz="2400" dirty="0">
                <a:latin typeface="Palatino Linotype" panose="02040502050505030304" pitchFamily="18" charset="0"/>
              </a:rPr>
              <a:t>Skatteparadisene er små stater i geografisk utstrekning med en liten befolkning (Hines 2010)</a:t>
            </a:r>
          </a:p>
          <a:p>
            <a:pPr marL="592575" lvl="1" indent="-342900">
              <a:buFont typeface="Wingdings" panose="05000000000000000000" pitchFamily="2" charset="2"/>
              <a:buChar char="§"/>
            </a:pPr>
            <a:endParaRPr lang="nb-NO" sz="2400" dirty="0">
              <a:latin typeface="Palatino Linotype" panose="02040502050505030304" pitchFamily="18" charset="0"/>
            </a:endParaRPr>
          </a:p>
          <a:p>
            <a:pPr marL="773550" lvl="2" indent="-342900">
              <a:buFont typeface="Wingdings 3" panose="05040102010807070707" pitchFamily="18" charset="2"/>
              <a:buChar char="_"/>
            </a:pPr>
            <a:r>
              <a:rPr lang="nb-NO" sz="2400" dirty="0">
                <a:latin typeface="Palatino Linotype" panose="02040502050505030304" pitchFamily="18" charset="0"/>
              </a:rPr>
              <a:t>små land tjener mest på å være skatteparadis fordi selskapsregistre med mange selskaper genererer enorme inntekter per </a:t>
            </a:r>
            <a:r>
              <a:rPr lang="nb-NO" sz="2400" dirty="0" err="1">
                <a:latin typeface="Palatino Linotype" panose="02040502050505030304" pitchFamily="18" charset="0"/>
              </a:rPr>
              <a:t>capita</a:t>
            </a:r>
            <a:endParaRPr lang="nb-NO" sz="2400" dirty="0">
              <a:latin typeface="Palatino Linotype" panose="02040502050505030304" pitchFamily="18" charset="0"/>
            </a:endParaRPr>
          </a:p>
          <a:p>
            <a:pPr marL="430650" lvl="2" indent="0">
              <a:buNone/>
            </a:pPr>
            <a:endParaRPr lang="nb-NO" sz="2400" dirty="0">
              <a:latin typeface="Palatino Linotype" panose="02040502050505030304" pitchFamily="18" charset="0"/>
            </a:endParaRPr>
          </a:p>
          <a:p>
            <a:pPr marL="773550" lvl="2" indent="-342900"/>
            <a:r>
              <a:rPr lang="nb-NO" sz="2400" dirty="0">
                <a:latin typeface="Palatino Linotype" panose="02040502050505030304" pitchFamily="18" charset="0"/>
              </a:rPr>
              <a:t>Skatteparadisene har lovgivning basert på anglosaksisk rett hvor investorbeskyttelse står sterkt og bruker engelsk som forretningsspråk</a:t>
            </a:r>
          </a:p>
          <a:p>
            <a:pPr marL="773550" lvl="2" indent="-342900"/>
            <a:endParaRPr lang="nb-NO" sz="2400" dirty="0">
              <a:latin typeface="Palatino Linotype" panose="02040502050505030304" pitchFamily="18" charset="0"/>
            </a:endParaRPr>
          </a:p>
          <a:p>
            <a:pPr marL="773550" lvl="2" indent="-342900"/>
            <a:r>
              <a:rPr lang="nb-NO" sz="2400" dirty="0">
                <a:latin typeface="Palatino Linotype" panose="02040502050505030304" pitchFamily="18" charset="0"/>
              </a:rPr>
              <a:t>I lovgivningen heter det ofte «</a:t>
            </a:r>
            <a:r>
              <a:rPr lang="nb-NO" sz="2400" dirty="0" err="1">
                <a:latin typeface="Palatino Linotype" panose="02040502050505030304" pitchFamily="18" charset="0"/>
              </a:rPr>
              <a:t>foreign</a:t>
            </a:r>
            <a:r>
              <a:rPr lang="nb-NO" sz="2400" dirty="0">
                <a:latin typeface="Palatino Linotype" panose="02040502050505030304" pitchFamily="18" charset="0"/>
              </a:rPr>
              <a:t> investor» fordi oppretter man selskap i et skatteparadis må man investere via dette i utlandet. Kan ikke drive lokalt i skatteparadiset.</a:t>
            </a:r>
          </a:p>
          <a:p>
            <a:endParaRPr lang="nb-NO" dirty="0"/>
          </a:p>
        </p:txBody>
      </p:sp>
      <p:sp>
        <p:nvSpPr>
          <p:cNvPr id="4" name="Slide Number Placeholder 3">
            <a:extLst>
              <a:ext uri="{FF2B5EF4-FFF2-40B4-BE49-F238E27FC236}">
                <a16:creationId xmlns:a16="http://schemas.microsoft.com/office/drawing/2014/main" id="{60A549E5-CEF8-519C-041C-04695A457E14}"/>
              </a:ext>
            </a:extLst>
          </p:cNvPr>
          <p:cNvSpPr>
            <a:spLocks noGrp="1"/>
          </p:cNvSpPr>
          <p:nvPr>
            <p:ph type="sldNum" sz="quarter" idx="12"/>
          </p:nvPr>
        </p:nvSpPr>
        <p:spPr/>
        <p:txBody>
          <a:bodyPr/>
          <a:lstStyle/>
          <a:p>
            <a:fld id="{3FA4DDC8-1D0B-4B83-8CF0-4F24D54506BB}" type="slidenum">
              <a:rPr lang="nb-NO" smtClean="0"/>
              <a:pPr/>
              <a:t>6</a:t>
            </a:fld>
            <a:endParaRPr lang="nb-NO"/>
          </a:p>
        </p:txBody>
      </p:sp>
    </p:spTree>
    <p:extLst>
      <p:ext uri="{BB962C8B-B14F-4D97-AF65-F5344CB8AC3E}">
        <p14:creationId xmlns:p14="http://schemas.microsoft.com/office/powerpoint/2010/main" val="17475561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Placeholder 5">
            <a:extLst>
              <a:ext uri="{FF2B5EF4-FFF2-40B4-BE49-F238E27FC236}">
                <a16:creationId xmlns:a16="http://schemas.microsoft.com/office/drawing/2014/main" id="{4C933578-FAB1-D465-ECD7-C2106D221754}"/>
              </a:ext>
            </a:extLst>
          </p:cNvPr>
          <p:cNvSpPr>
            <a:spLocks noGrp="1"/>
          </p:cNvSpPr>
          <p:nvPr>
            <p:ph type="body" idx="1"/>
          </p:nvPr>
        </p:nvSpPr>
        <p:spPr>
          <a:xfrm>
            <a:off x="494899" y="1369421"/>
            <a:ext cx="4422463" cy="705367"/>
          </a:xfrm>
        </p:spPr>
        <p:txBody>
          <a:bodyPr/>
          <a:lstStyle/>
          <a:p>
            <a:r>
              <a:rPr lang="nb-NO" altLang="nb-NO" dirty="0">
                <a:solidFill>
                  <a:srgbClr val="1D0FD7"/>
                </a:solidFill>
                <a:ea typeface="ＭＳ Ｐゴシック" panose="020B0600070205080204" pitchFamily="34" charset="-128"/>
              </a:rPr>
              <a:t>Skatteparadis</a:t>
            </a:r>
          </a:p>
        </p:txBody>
      </p:sp>
      <p:sp>
        <p:nvSpPr>
          <p:cNvPr id="18435" name="Content Placeholder 6">
            <a:extLst>
              <a:ext uri="{FF2B5EF4-FFF2-40B4-BE49-F238E27FC236}">
                <a16:creationId xmlns:a16="http://schemas.microsoft.com/office/drawing/2014/main" id="{F887EAF9-15A5-9036-457E-92A394D01363}"/>
              </a:ext>
            </a:extLst>
          </p:cNvPr>
          <p:cNvSpPr>
            <a:spLocks noGrp="1"/>
          </p:cNvSpPr>
          <p:nvPr>
            <p:ph sz="half" idx="2"/>
          </p:nvPr>
        </p:nvSpPr>
        <p:spPr>
          <a:xfrm>
            <a:off x="363179" y="2126376"/>
            <a:ext cx="4589283" cy="4325151"/>
          </a:xfrm>
        </p:spPr>
        <p:txBody>
          <a:bodyPr>
            <a:normAutofit/>
          </a:bodyPr>
          <a:lstStyle/>
          <a:p>
            <a:r>
              <a:rPr lang="nb-NO" altLang="nb-NO" sz="2189" dirty="0">
                <a:ea typeface="ＭＳ Ｐゴシック" panose="020B0600070205080204" pitchFamily="34" charset="-128"/>
              </a:rPr>
              <a:t>Inngjerdet (to-delt) lovgivning </a:t>
            </a:r>
          </a:p>
          <a:p>
            <a:r>
              <a:rPr lang="nb-NO" altLang="nb-NO" sz="2189" dirty="0">
                <a:ea typeface="ＭＳ Ｐゴシック" panose="020B0600070205080204" pitchFamily="34" charset="-128"/>
              </a:rPr>
              <a:t>Selskapsregistre uten regnskap</a:t>
            </a:r>
          </a:p>
          <a:p>
            <a:r>
              <a:rPr lang="nb-NO" altLang="nb-NO" sz="2189" dirty="0">
                <a:ea typeface="ＭＳ Ｐゴシック" panose="020B0600070205080204" pitchFamily="34" charset="-128"/>
              </a:rPr>
              <a:t>Ingen revisjon. Ingen regnskaper i selskapsregisteret</a:t>
            </a:r>
          </a:p>
          <a:p>
            <a:r>
              <a:rPr lang="nb-NO" altLang="nb-NO" sz="2189" dirty="0">
                <a:ea typeface="ＭＳ Ｐゴシック" panose="020B0600070205080204" pitchFamily="34" charset="-128"/>
              </a:rPr>
              <a:t>Ingen kontroll av regeletterlevelse</a:t>
            </a:r>
          </a:p>
          <a:p>
            <a:r>
              <a:rPr lang="nb-NO" altLang="nb-NO" sz="2189" dirty="0">
                <a:ea typeface="ＭＳ Ｐゴシック" panose="020B0600070205080204" pitchFamily="34" charset="-128"/>
              </a:rPr>
              <a:t>Gunstige skattemessige betingelser hvis investorer ikke driver virksomhet i skatteparadiset</a:t>
            </a:r>
          </a:p>
        </p:txBody>
      </p:sp>
      <p:sp>
        <p:nvSpPr>
          <p:cNvPr id="18436" name="Text Placeholder 7">
            <a:extLst>
              <a:ext uri="{FF2B5EF4-FFF2-40B4-BE49-F238E27FC236}">
                <a16:creationId xmlns:a16="http://schemas.microsoft.com/office/drawing/2014/main" id="{59ABAC66-F364-15A2-3731-5371F34DF938}"/>
              </a:ext>
            </a:extLst>
          </p:cNvPr>
          <p:cNvSpPr>
            <a:spLocks noGrp="1"/>
          </p:cNvSpPr>
          <p:nvPr>
            <p:ph type="body" sz="quarter" idx="3"/>
          </p:nvPr>
        </p:nvSpPr>
        <p:spPr>
          <a:xfrm>
            <a:off x="5004594" y="1356742"/>
            <a:ext cx="4424200" cy="705367"/>
          </a:xfrm>
        </p:spPr>
        <p:txBody>
          <a:bodyPr/>
          <a:lstStyle/>
          <a:p>
            <a:r>
              <a:rPr lang="nb-NO" altLang="nb-NO" dirty="0">
                <a:solidFill>
                  <a:srgbClr val="1D0FD7"/>
                </a:solidFill>
                <a:ea typeface="ＭＳ Ｐゴシック" panose="020B0600070205080204" pitchFamily="34" charset="-128"/>
              </a:rPr>
              <a:t>Vanlige stater</a:t>
            </a:r>
          </a:p>
        </p:txBody>
      </p:sp>
      <p:sp>
        <p:nvSpPr>
          <p:cNvPr id="18437" name="Content Placeholder 8">
            <a:extLst>
              <a:ext uri="{FF2B5EF4-FFF2-40B4-BE49-F238E27FC236}">
                <a16:creationId xmlns:a16="http://schemas.microsoft.com/office/drawing/2014/main" id="{494D6BC4-918C-47CE-B447-C6C9622FD85A}"/>
              </a:ext>
            </a:extLst>
          </p:cNvPr>
          <p:cNvSpPr>
            <a:spLocks noGrp="1"/>
          </p:cNvSpPr>
          <p:nvPr>
            <p:ph sz="quarter" idx="4"/>
          </p:nvPr>
        </p:nvSpPr>
        <p:spPr>
          <a:xfrm>
            <a:off x="5015368" y="2074788"/>
            <a:ext cx="4424200" cy="4356478"/>
          </a:xfrm>
        </p:spPr>
        <p:txBody>
          <a:bodyPr>
            <a:normAutofit/>
          </a:bodyPr>
          <a:lstStyle/>
          <a:p>
            <a:r>
              <a:rPr lang="nb-NO" altLang="nb-NO" sz="2189" dirty="0">
                <a:ea typeface="ＭＳ Ｐゴシック" panose="020B0600070205080204" pitchFamily="34" charset="-128"/>
              </a:rPr>
              <a:t>Like regler for alle (nesten)</a:t>
            </a:r>
          </a:p>
          <a:p>
            <a:r>
              <a:rPr lang="nb-NO" altLang="nb-NO" sz="2189" dirty="0">
                <a:ea typeface="ＭＳ Ｐゴシック" panose="020B0600070205080204" pitchFamily="34" charset="-128"/>
              </a:rPr>
              <a:t>Offentlige selskapsregistre med regnskap</a:t>
            </a:r>
          </a:p>
          <a:p>
            <a:r>
              <a:rPr lang="nb-NO" altLang="nb-NO" sz="2189" dirty="0">
                <a:ea typeface="ＭＳ Ｐゴシック" panose="020B0600070205080204" pitchFamily="34" charset="-128"/>
              </a:rPr>
              <a:t>Regnskapsplikt og revisjon</a:t>
            </a:r>
          </a:p>
          <a:p>
            <a:r>
              <a:rPr lang="nb-NO" altLang="nb-NO" sz="2189" dirty="0">
                <a:ea typeface="ＭＳ Ｐゴシック" panose="020B0600070205080204" pitchFamily="34" charset="-128"/>
              </a:rPr>
              <a:t>Oppbevaring av regnskaper i tid</a:t>
            </a:r>
          </a:p>
          <a:p>
            <a:r>
              <a:rPr lang="nb-NO" altLang="nb-NO" sz="2189" dirty="0">
                <a:ea typeface="ＭＳ Ｐゴシック" panose="020B0600070205080204" pitchFamily="34" charset="-128"/>
              </a:rPr>
              <a:t>Lovgivning som balanserer ulike samfunnshensyn</a:t>
            </a:r>
          </a:p>
          <a:p>
            <a:r>
              <a:rPr lang="nb-NO" altLang="nb-NO" sz="2189" dirty="0">
                <a:ea typeface="ＭＳ Ｐゴシック" panose="020B0600070205080204" pitchFamily="34" charset="-128"/>
              </a:rPr>
              <a:t>Straff for brudd på regler og etterlevelse</a:t>
            </a:r>
          </a:p>
        </p:txBody>
      </p:sp>
      <p:sp>
        <p:nvSpPr>
          <p:cNvPr id="18439" name="Rectangle 2">
            <a:extLst>
              <a:ext uri="{FF2B5EF4-FFF2-40B4-BE49-F238E27FC236}">
                <a16:creationId xmlns:a16="http://schemas.microsoft.com/office/drawing/2014/main" id="{A0AA6633-684B-86AB-052E-4914DE86C967}"/>
              </a:ext>
            </a:extLst>
          </p:cNvPr>
          <p:cNvSpPr txBox="1">
            <a:spLocks noChangeArrowheads="1"/>
          </p:cNvSpPr>
          <p:nvPr/>
        </p:nvSpPr>
        <p:spPr bwMode="auto">
          <a:xfrm>
            <a:off x="500459" y="661776"/>
            <a:ext cx="8904007" cy="705367"/>
          </a:xfrm>
          <a:prstGeom prst="rect">
            <a:avLst/>
          </a:prstGeom>
          <a:solidFill>
            <a:schemeClr val="tx2">
              <a:lumMod val="75000"/>
              <a:lumOff val="25000"/>
            </a:schemeClr>
          </a:solidFill>
          <a:ln>
            <a:noFill/>
          </a:ln>
        </p:spPr>
        <p:txBody>
          <a:bodyPr lIns="0" tIns="0" rIns="0" bIns="0"/>
          <a:lstStyle>
            <a:lvl1pPr marL="342900" indent="-342900">
              <a:defRPr sz="2400">
                <a:solidFill>
                  <a:schemeClr val="tx1"/>
                </a:solidFill>
                <a:latin typeface="Times" panose="02020603050405020304" pitchFamily="18" charset="0"/>
                <a:ea typeface="ＭＳ Ｐゴシック" panose="020B0600070205080204" pitchFamily="34" charset="-128"/>
              </a:defRPr>
            </a:lvl1pPr>
            <a:lvl2pPr marL="742950" indent="-285750">
              <a:defRPr sz="2400">
                <a:solidFill>
                  <a:schemeClr val="tx1"/>
                </a:solidFill>
                <a:latin typeface="Times" panose="02020603050405020304" pitchFamily="18" charset="0"/>
                <a:ea typeface="ＭＳ Ｐゴシック" panose="020B0600070205080204" pitchFamily="34" charset="-128"/>
              </a:defRPr>
            </a:lvl2pPr>
            <a:lvl3pPr marL="1143000" indent="-228600">
              <a:defRPr sz="2400">
                <a:solidFill>
                  <a:schemeClr val="tx1"/>
                </a:solidFill>
                <a:latin typeface="Times" panose="02020603050405020304" pitchFamily="18" charset="0"/>
                <a:ea typeface="ＭＳ Ｐゴシック" panose="020B0600070205080204" pitchFamily="34" charset="-128"/>
              </a:defRPr>
            </a:lvl3pPr>
            <a:lvl4pPr marL="1600200" indent="-228600">
              <a:defRPr sz="2400">
                <a:solidFill>
                  <a:schemeClr val="tx1"/>
                </a:solidFill>
                <a:latin typeface="Times" panose="02020603050405020304" pitchFamily="18" charset="0"/>
                <a:ea typeface="ＭＳ Ｐゴシック" panose="020B0600070205080204" pitchFamily="34" charset="-128"/>
              </a:defRPr>
            </a:lvl4pPr>
            <a:lvl5pPr marL="2057400" indent="-228600">
              <a:defRPr sz="2400">
                <a:solidFill>
                  <a:schemeClr val="tx1"/>
                </a:solidFill>
                <a:latin typeface="Times"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9pPr>
          </a:lstStyle>
          <a:p>
            <a:pPr eaLnBrk="1" hangingPunct="1"/>
            <a:r>
              <a:rPr lang="nb-NO" altLang="nb-NO" sz="2800" b="1" dirty="0">
                <a:solidFill>
                  <a:schemeClr val="bg1"/>
                </a:solidFill>
                <a:latin typeface="Calibri" panose="020F0502020204030204" pitchFamily="34" charset="0"/>
              </a:rPr>
              <a:t>Hvordan skiller skatteparadisene seg fra vanlige stater </a:t>
            </a:r>
          </a:p>
        </p:txBody>
      </p:sp>
      <p:sp>
        <p:nvSpPr>
          <p:cNvPr id="18441" name="Date Placeholder 12">
            <a:extLst>
              <a:ext uri="{FF2B5EF4-FFF2-40B4-BE49-F238E27FC236}">
                <a16:creationId xmlns:a16="http://schemas.microsoft.com/office/drawing/2014/main" id="{1DB81CB0-24E7-9910-D8E9-FCE7C2BAD996}"/>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627">
                <a:solidFill>
                  <a:schemeClr val="tx1"/>
                </a:solidFill>
                <a:latin typeface="Times" panose="02020603050405020304" pitchFamily="18" charset="0"/>
                <a:ea typeface="ＭＳ Ｐゴシック" panose="020B0600070205080204" pitchFamily="34" charset="-128"/>
              </a:defRPr>
            </a:lvl1pPr>
            <a:lvl2pPr marL="813233" indent="-312782">
              <a:defRPr sz="2627">
                <a:solidFill>
                  <a:schemeClr val="tx1"/>
                </a:solidFill>
                <a:latin typeface="Times" panose="02020603050405020304" pitchFamily="18" charset="0"/>
                <a:ea typeface="ＭＳ Ｐゴシック" panose="020B0600070205080204" pitchFamily="34" charset="-128"/>
              </a:defRPr>
            </a:lvl2pPr>
            <a:lvl3pPr marL="1251128" indent="-250226">
              <a:defRPr sz="2627">
                <a:solidFill>
                  <a:schemeClr val="tx1"/>
                </a:solidFill>
                <a:latin typeface="Times" panose="02020603050405020304" pitchFamily="18" charset="0"/>
                <a:ea typeface="ＭＳ Ｐゴシック" panose="020B0600070205080204" pitchFamily="34" charset="-128"/>
              </a:defRPr>
            </a:lvl3pPr>
            <a:lvl4pPr marL="1751579" indent="-250226">
              <a:defRPr sz="2627">
                <a:solidFill>
                  <a:schemeClr val="tx1"/>
                </a:solidFill>
                <a:latin typeface="Times" panose="02020603050405020304" pitchFamily="18" charset="0"/>
                <a:ea typeface="ＭＳ Ｐゴシック" panose="020B0600070205080204" pitchFamily="34" charset="-128"/>
              </a:defRPr>
            </a:lvl4pPr>
            <a:lvl5pPr marL="2252030" indent="-250226">
              <a:defRPr sz="2627">
                <a:solidFill>
                  <a:schemeClr val="tx1"/>
                </a:solidFill>
                <a:latin typeface="Times" panose="02020603050405020304" pitchFamily="18" charset="0"/>
                <a:ea typeface="ＭＳ Ｐゴシック" panose="020B0600070205080204" pitchFamily="34" charset="-128"/>
              </a:defRPr>
            </a:lvl5pPr>
            <a:lvl6pPr marL="2752481" indent="-250226" eaLnBrk="0" fontAlgn="base" hangingPunct="0">
              <a:spcBef>
                <a:spcPct val="0"/>
              </a:spcBef>
              <a:spcAft>
                <a:spcPct val="0"/>
              </a:spcAft>
              <a:defRPr sz="2627">
                <a:solidFill>
                  <a:schemeClr val="tx1"/>
                </a:solidFill>
                <a:latin typeface="Times" panose="02020603050405020304" pitchFamily="18" charset="0"/>
                <a:ea typeface="ＭＳ Ｐゴシック" panose="020B0600070205080204" pitchFamily="34" charset="-128"/>
              </a:defRPr>
            </a:lvl6pPr>
            <a:lvl7pPr marL="3252932" indent="-250226" eaLnBrk="0" fontAlgn="base" hangingPunct="0">
              <a:spcBef>
                <a:spcPct val="0"/>
              </a:spcBef>
              <a:spcAft>
                <a:spcPct val="0"/>
              </a:spcAft>
              <a:defRPr sz="2627">
                <a:solidFill>
                  <a:schemeClr val="tx1"/>
                </a:solidFill>
                <a:latin typeface="Times" panose="02020603050405020304" pitchFamily="18" charset="0"/>
                <a:ea typeface="ＭＳ Ｐゴシック" panose="020B0600070205080204" pitchFamily="34" charset="-128"/>
              </a:defRPr>
            </a:lvl7pPr>
            <a:lvl8pPr marL="3753383" indent="-250226" eaLnBrk="0" fontAlgn="base" hangingPunct="0">
              <a:spcBef>
                <a:spcPct val="0"/>
              </a:spcBef>
              <a:spcAft>
                <a:spcPct val="0"/>
              </a:spcAft>
              <a:defRPr sz="2627">
                <a:solidFill>
                  <a:schemeClr val="tx1"/>
                </a:solidFill>
                <a:latin typeface="Times" panose="02020603050405020304" pitchFamily="18" charset="0"/>
                <a:ea typeface="ＭＳ Ｐゴシック" panose="020B0600070205080204" pitchFamily="34" charset="-128"/>
              </a:defRPr>
            </a:lvl8pPr>
            <a:lvl9pPr marL="4253835" indent="-250226" eaLnBrk="0" fontAlgn="base" hangingPunct="0">
              <a:spcBef>
                <a:spcPct val="0"/>
              </a:spcBef>
              <a:spcAft>
                <a:spcPct val="0"/>
              </a:spcAft>
              <a:defRPr sz="2627">
                <a:solidFill>
                  <a:schemeClr val="tx1"/>
                </a:solidFill>
                <a:latin typeface="Times" panose="02020603050405020304" pitchFamily="18" charset="0"/>
                <a:ea typeface="ＭＳ Ｐゴシック" panose="020B0600070205080204" pitchFamily="34" charset="-128"/>
              </a:defRPr>
            </a:lvl9pPr>
          </a:lstStyle>
          <a:p>
            <a:endParaRPr lang="nb-NO" altLang="nb-NO" sz="985">
              <a:solidFill>
                <a:schemeClr val="bg1"/>
              </a:solidFill>
              <a:latin typeface="Calibri" panose="020F0502020204030204" pitchFamily="34" charset="0"/>
            </a:endParaRPr>
          </a:p>
        </p:txBody>
      </p:sp>
    </p:spTree>
  </p:cSld>
  <p:clrMapOvr>
    <a:masterClrMapping/>
  </p:clrMapOvr>
  <p:transition>
    <p:cover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Content Placeholder 2">
            <a:extLst>
              <a:ext uri="{FF2B5EF4-FFF2-40B4-BE49-F238E27FC236}">
                <a16:creationId xmlns:a16="http://schemas.microsoft.com/office/drawing/2014/main" id="{74A695B9-A237-31E8-A2C2-EFC841949E24}"/>
              </a:ext>
            </a:extLst>
          </p:cNvPr>
          <p:cNvSpPr>
            <a:spLocks noGrp="1"/>
          </p:cNvSpPr>
          <p:nvPr>
            <p:ph idx="1"/>
          </p:nvPr>
        </p:nvSpPr>
        <p:spPr>
          <a:xfrm>
            <a:off x="312788" y="1620391"/>
            <a:ext cx="9540007" cy="5341554"/>
          </a:xfrm>
        </p:spPr>
        <p:txBody>
          <a:bodyPr>
            <a:normAutofit fontScale="92500" lnSpcReduction="10000"/>
          </a:bodyPr>
          <a:lstStyle/>
          <a:p>
            <a:r>
              <a:rPr lang="nb-NO" altLang="nb-NO" sz="2408" i="1" dirty="0">
                <a:ea typeface="ＭＳ Ｐゴシック" panose="020B0600070205080204" pitchFamily="34" charset="-128"/>
              </a:rPr>
              <a:t>To sett med lover: Ett for de som bor og driver i skatteparadiset og ett for utenlandske investorer som er svært gunstig</a:t>
            </a:r>
          </a:p>
          <a:p>
            <a:pPr lvl="1">
              <a:buFontTx/>
              <a:buNone/>
            </a:pPr>
            <a:endParaRPr lang="nb-NO" altLang="nb-NO" sz="2627" dirty="0">
              <a:ea typeface="ＭＳ Ｐゴシック" panose="020B0600070205080204" pitchFamily="34" charset="-128"/>
            </a:endParaRPr>
          </a:p>
          <a:p>
            <a:r>
              <a:rPr lang="nb-NO" altLang="nb-NO" sz="2408" dirty="0">
                <a:ea typeface="ＭＳ Ｐゴシック" panose="020B0600070205080204" pitchFamily="34" charset="-128"/>
              </a:rPr>
              <a:t>Investorer som ønsker å dra nytte av lovgivningen rettet mot dem (null skatt, ingen revisjon, ingen plikt til å levere regnskaper, hemmelighold </a:t>
            </a:r>
            <a:r>
              <a:rPr lang="nb-NO" altLang="nb-NO" sz="2408" dirty="0" err="1">
                <a:ea typeface="ＭＳ Ｐゴシック" panose="020B0600070205080204" pitchFamily="34" charset="-128"/>
              </a:rPr>
              <a:t>etc</a:t>
            </a:r>
            <a:r>
              <a:rPr lang="nb-NO" altLang="nb-NO" sz="2408" dirty="0">
                <a:ea typeface="ＭＳ Ｐゴシック" panose="020B0600070205080204" pitchFamily="34" charset="-128"/>
              </a:rPr>
              <a:t>) kan ikke drive fysisk virksomhet i skatteparadiset derav betegnelsen skallselskaper/postkasseselskaper.</a:t>
            </a:r>
          </a:p>
          <a:p>
            <a:endParaRPr lang="nb-NO" altLang="nb-NO" sz="2408" dirty="0">
              <a:ea typeface="ＭＳ Ｐゴシック" panose="020B0600070205080204" pitchFamily="34" charset="-128"/>
            </a:endParaRPr>
          </a:p>
          <a:p>
            <a:r>
              <a:rPr lang="nb-NO" altLang="nb-NO" sz="2408" dirty="0">
                <a:solidFill>
                  <a:srgbClr val="FF0000"/>
                </a:solidFill>
                <a:ea typeface="ＭＳ Ｐゴシック" panose="020B0600070205080204" pitchFamily="34" charset="-128"/>
              </a:rPr>
              <a:t>«</a:t>
            </a:r>
            <a:r>
              <a:rPr lang="nb-NO" altLang="nb-NO" sz="2408" dirty="0" err="1">
                <a:solidFill>
                  <a:srgbClr val="FF0000"/>
                </a:solidFill>
                <a:ea typeface="ＭＳ Ｐゴシック" panose="020B0600070205080204" pitchFamily="34" charset="-128"/>
              </a:rPr>
              <a:t>Revealed</a:t>
            </a:r>
            <a:r>
              <a:rPr lang="nb-NO" altLang="nb-NO" sz="2408" dirty="0">
                <a:solidFill>
                  <a:srgbClr val="FF0000"/>
                </a:solidFill>
                <a:ea typeface="ＭＳ Ｐゴシック" panose="020B0600070205080204" pitchFamily="34" charset="-128"/>
              </a:rPr>
              <a:t> </a:t>
            </a:r>
            <a:r>
              <a:rPr lang="nb-NO" altLang="nb-NO" sz="2408" dirty="0" err="1">
                <a:solidFill>
                  <a:srgbClr val="FF0000"/>
                </a:solidFill>
                <a:ea typeface="ＭＳ Ｐゴシック" panose="020B0600070205080204" pitchFamily="34" charset="-128"/>
              </a:rPr>
              <a:t>Preference</a:t>
            </a:r>
            <a:r>
              <a:rPr lang="nb-NO" altLang="nb-NO" sz="2408" dirty="0">
                <a:solidFill>
                  <a:srgbClr val="FF0000"/>
                </a:solidFill>
                <a:ea typeface="ＭＳ Ｐゴシック" panose="020B0600070205080204" pitchFamily="34" charset="-128"/>
              </a:rPr>
              <a:t>»: </a:t>
            </a:r>
            <a:r>
              <a:rPr lang="nb-NO" altLang="nb-NO" sz="2408" dirty="0">
                <a:ea typeface="ＭＳ Ｐゴシック" panose="020B0600070205080204" pitchFamily="34" charset="-128"/>
              </a:rPr>
              <a:t>var lovgivningen vekstfremmende vill den blitt anvendt lokalt. Lovgivningen er rettet mot personer bosatt i andre land og innrettet for å skape inntekter til skatteparadiset på bekostning av andre land siden ingenting skapes i skatteparadiset av de utenlandske investorene</a:t>
            </a:r>
            <a:endParaRPr lang="nb-NO" altLang="nb-NO" dirty="0">
              <a:ea typeface="ＭＳ Ｐゴシック" panose="020B0600070205080204" pitchFamily="34" charset="-128"/>
            </a:endParaRPr>
          </a:p>
        </p:txBody>
      </p:sp>
      <p:sp>
        <p:nvSpPr>
          <p:cNvPr id="17412" name="Rectangle 2">
            <a:extLst>
              <a:ext uri="{FF2B5EF4-FFF2-40B4-BE49-F238E27FC236}">
                <a16:creationId xmlns:a16="http://schemas.microsoft.com/office/drawing/2014/main" id="{4FE21E6C-0BDA-9822-3679-CC132C18F04F}"/>
              </a:ext>
            </a:extLst>
          </p:cNvPr>
          <p:cNvSpPr>
            <a:spLocks noGrp="1" noChangeArrowheads="1"/>
          </p:cNvSpPr>
          <p:nvPr>
            <p:ph type="title"/>
          </p:nvPr>
        </p:nvSpPr>
        <p:spPr>
          <a:xfrm>
            <a:off x="252066" y="756295"/>
            <a:ext cx="9289032" cy="621530"/>
          </a:xfrm>
          <a:solidFill>
            <a:schemeClr val="tx2">
              <a:lumMod val="75000"/>
              <a:lumOff val="25000"/>
            </a:schemeClr>
          </a:solidFill>
        </p:spPr>
        <p:txBody>
          <a:bodyPr>
            <a:noAutofit/>
          </a:bodyPr>
          <a:lstStyle/>
          <a:p>
            <a:pPr marL="375338" indent="-375338"/>
            <a:r>
              <a:rPr lang="en-GB" altLang="nb-NO" sz="3200" dirty="0" err="1">
                <a:solidFill>
                  <a:schemeClr val="bg1"/>
                </a:solidFill>
                <a:ea typeface="ＭＳ Ｐゴシック" panose="020B0600070205080204" pitchFamily="34" charset="-128"/>
              </a:rPr>
              <a:t>Inngjerdet</a:t>
            </a:r>
            <a:r>
              <a:rPr lang="en-GB" altLang="nb-NO" sz="3200" dirty="0">
                <a:solidFill>
                  <a:schemeClr val="bg1"/>
                </a:solidFill>
                <a:ea typeface="ＭＳ Ｐゴシック" panose="020B0600070205080204" pitchFamily="34" charset="-128"/>
              </a:rPr>
              <a:t> (to-delt) </a:t>
            </a:r>
            <a:r>
              <a:rPr lang="en-GB" altLang="nb-NO" sz="3200" dirty="0" err="1">
                <a:solidFill>
                  <a:schemeClr val="bg1"/>
                </a:solidFill>
                <a:ea typeface="ＭＳ Ｐゴシック" panose="020B0600070205080204" pitchFamily="34" charset="-128"/>
              </a:rPr>
              <a:t>skattesystem</a:t>
            </a:r>
            <a:endParaRPr lang="en-GB" altLang="nb-NO" sz="3200" dirty="0">
              <a:solidFill>
                <a:schemeClr val="bg1"/>
              </a:solidFill>
              <a:ea typeface="ＭＳ Ｐゴシック" panose="020B0600070205080204" pitchFamily="34" charset="-128"/>
            </a:endParaRPr>
          </a:p>
        </p:txBody>
      </p:sp>
    </p:spTree>
  </p:cSld>
  <p:clrMapOvr>
    <a:masterClrMapping/>
  </p:clrMapOvr>
  <p:transition>
    <p:cover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8194">
                                            <p:txEl>
                                              <p:pRg st="0" end="0"/>
                                            </p:txEl>
                                          </p:spTgt>
                                        </p:tgtEl>
                                        <p:attrNameLst>
                                          <p:attrName>style.visibility</p:attrName>
                                        </p:attrNameLst>
                                      </p:cBhvr>
                                      <p:to>
                                        <p:strVal val="visible"/>
                                      </p:to>
                                    </p:set>
                                    <p:anim calcmode="lin" valueType="num">
                                      <p:cBhvr additive="base">
                                        <p:cTn id="7" dur="500" fill="hold"/>
                                        <p:tgtEl>
                                          <p:spTgt spid="819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19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8194">
                                            <p:txEl>
                                              <p:pRg st="2" end="2"/>
                                            </p:txEl>
                                          </p:spTgt>
                                        </p:tgtEl>
                                        <p:attrNameLst>
                                          <p:attrName>style.visibility</p:attrName>
                                        </p:attrNameLst>
                                      </p:cBhvr>
                                      <p:to>
                                        <p:strVal val="visible"/>
                                      </p:to>
                                    </p:set>
                                    <p:anim calcmode="lin" valueType="num">
                                      <p:cBhvr additive="base">
                                        <p:cTn id="13" dur="500" fill="hold"/>
                                        <p:tgtEl>
                                          <p:spTgt spid="8194">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19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194">
                                            <p:txEl>
                                              <p:pRg st="4" end="4"/>
                                            </p:txEl>
                                          </p:spTgt>
                                        </p:tgtEl>
                                        <p:attrNameLst>
                                          <p:attrName>style.visibility</p:attrName>
                                        </p:attrNameLst>
                                      </p:cBhvr>
                                      <p:to>
                                        <p:strVal val="visible"/>
                                      </p:to>
                                    </p:set>
                                    <p:anim calcmode="lin" valueType="num">
                                      <p:cBhvr additive="base">
                                        <p:cTn id="19" dur="500" fill="hold"/>
                                        <p:tgtEl>
                                          <p:spTgt spid="8194">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19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4"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EE63BE63-4EBA-80C4-A208-4DA4CA0FE4B4}"/>
              </a:ext>
            </a:extLst>
          </p:cNvPr>
          <p:cNvSpPr>
            <a:spLocks noGrp="1"/>
          </p:cNvSpPr>
          <p:nvPr>
            <p:ph type="title"/>
          </p:nvPr>
        </p:nvSpPr>
        <p:spPr>
          <a:xfrm>
            <a:off x="312788" y="1332359"/>
            <a:ext cx="9540007" cy="938361"/>
          </a:xfrm>
        </p:spPr>
        <p:txBody>
          <a:bodyPr>
            <a:normAutofit fontScale="90000"/>
          </a:bodyPr>
          <a:lstStyle/>
          <a:p>
            <a:r>
              <a:rPr lang="en-US" altLang="nb-NO" i="1" dirty="0">
                <a:solidFill>
                  <a:srgbClr val="FF0000"/>
                </a:solidFill>
                <a:ea typeface="ＭＳ Ｐゴシック" panose="020B0600070205080204" pitchFamily="34" charset="-128"/>
              </a:rPr>
              <a:t>”Either this is the largest building in the world or the largest tax scam” </a:t>
            </a:r>
            <a:r>
              <a:rPr lang="en-US" altLang="nb-NO" sz="2189" dirty="0">
                <a:ea typeface="ＭＳ Ｐゴシック" panose="020B0600070205080204" pitchFamily="34" charset="-128"/>
              </a:rPr>
              <a:t>(US President Barack Obama, Jan. 5, 2008, debate in Manchester, N.H</a:t>
            </a:r>
            <a:r>
              <a:rPr lang="nb-NO" altLang="nb-NO" sz="2189" dirty="0">
                <a:ea typeface="ＭＳ Ｐゴシック" panose="020B0600070205080204" pitchFamily="34" charset="-128"/>
              </a:rPr>
              <a:t>)</a:t>
            </a:r>
            <a:endParaRPr lang="nb-NO" altLang="nb-NO" dirty="0">
              <a:ea typeface="ＭＳ Ｐゴシック" panose="020B0600070205080204" pitchFamily="34" charset="-128"/>
            </a:endParaRPr>
          </a:p>
        </p:txBody>
      </p:sp>
      <p:pic>
        <p:nvPicPr>
          <p:cNvPr id="19459" name="Picture 2">
            <a:extLst>
              <a:ext uri="{FF2B5EF4-FFF2-40B4-BE49-F238E27FC236}">
                <a16:creationId xmlns:a16="http://schemas.microsoft.com/office/drawing/2014/main" id="{DEA6DD17-3DF1-BDBE-40C1-79606A97D7C1}"/>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a:xfrm>
            <a:off x="1135410" y="2556495"/>
            <a:ext cx="2778592" cy="3174789"/>
          </a:xfrm>
          <a:noFill/>
        </p:spPr>
      </p:pic>
      <p:pic>
        <p:nvPicPr>
          <p:cNvPr id="19460" name="Picture 2">
            <a:extLst>
              <a:ext uri="{FF2B5EF4-FFF2-40B4-BE49-F238E27FC236}">
                <a16:creationId xmlns:a16="http://schemas.microsoft.com/office/drawing/2014/main" id="{497067F6-E2DC-650D-B6AA-FD22790AFF17}"/>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5046299" y="2556495"/>
            <a:ext cx="3803839" cy="3127871"/>
          </a:xfrm>
          <a:noFill/>
        </p:spPr>
      </p:pic>
      <p:sp>
        <p:nvSpPr>
          <p:cNvPr id="19461" name="Rectangle 4">
            <a:extLst>
              <a:ext uri="{FF2B5EF4-FFF2-40B4-BE49-F238E27FC236}">
                <a16:creationId xmlns:a16="http://schemas.microsoft.com/office/drawing/2014/main" id="{99D2CD3A-37BA-8DBE-A831-291AABA95DF7}"/>
              </a:ext>
            </a:extLst>
          </p:cNvPr>
          <p:cNvSpPr>
            <a:spLocks noChangeArrowheads="1"/>
          </p:cNvSpPr>
          <p:nvPr/>
        </p:nvSpPr>
        <p:spPr bwMode="auto">
          <a:xfrm>
            <a:off x="396082" y="393998"/>
            <a:ext cx="9242974" cy="850560"/>
          </a:xfrm>
          <a:prstGeom prst="rect">
            <a:avLst/>
          </a:prstGeom>
          <a:solidFill>
            <a:schemeClr val="tx2">
              <a:lumMod val="75000"/>
              <a:lumOff val="25000"/>
            </a:schemeClr>
          </a:solidFill>
          <a:ln>
            <a:noFill/>
          </a:ln>
        </p:spPr>
        <p:txBody>
          <a:bodyPr wrap="none" anchor="ctr"/>
          <a:lstStyle>
            <a:lvl1pPr>
              <a:defRPr sz="2400">
                <a:solidFill>
                  <a:schemeClr val="tx1"/>
                </a:solidFill>
                <a:latin typeface="Times" panose="02020603050405020304" pitchFamily="18" charset="0"/>
                <a:ea typeface="ＭＳ Ｐゴシック" panose="020B0600070205080204" pitchFamily="34" charset="-128"/>
              </a:defRPr>
            </a:lvl1pPr>
            <a:lvl2pPr marL="742950" indent="-285750">
              <a:defRPr sz="2400">
                <a:solidFill>
                  <a:schemeClr val="tx1"/>
                </a:solidFill>
                <a:latin typeface="Times" panose="02020603050405020304" pitchFamily="18" charset="0"/>
                <a:ea typeface="ＭＳ Ｐゴシック" panose="020B0600070205080204" pitchFamily="34" charset="-128"/>
              </a:defRPr>
            </a:lvl2pPr>
            <a:lvl3pPr marL="1143000" indent="-228600">
              <a:defRPr sz="2400">
                <a:solidFill>
                  <a:schemeClr val="tx1"/>
                </a:solidFill>
                <a:latin typeface="Times" panose="02020603050405020304" pitchFamily="18" charset="0"/>
                <a:ea typeface="ＭＳ Ｐゴシック" panose="020B0600070205080204" pitchFamily="34" charset="-128"/>
              </a:defRPr>
            </a:lvl3pPr>
            <a:lvl4pPr marL="1600200" indent="-228600">
              <a:defRPr sz="2400">
                <a:solidFill>
                  <a:schemeClr val="tx1"/>
                </a:solidFill>
                <a:latin typeface="Times" panose="02020603050405020304" pitchFamily="18" charset="0"/>
                <a:ea typeface="ＭＳ Ｐゴシック" panose="020B0600070205080204" pitchFamily="34" charset="-128"/>
              </a:defRPr>
            </a:lvl4pPr>
            <a:lvl5pPr marL="2057400" indent="-228600">
              <a:defRPr sz="2400">
                <a:solidFill>
                  <a:schemeClr val="tx1"/>
                </a:solidFill>
                <a:latin typeface="Times"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9pPr>
          </a:lstStyle>
          <a:p>
            <a:pPr algn="ctr"/>
            <a:endParaRPr lang="nb-NO" altLang="nb-NO" sz="2627"/>
          </a:p>
        </p:txBody>
      </p:sp>
      <p:sp>
        <p:nvSpPr>
          <p:cNvPr id="19462" name="Rectangle 2">
            <a:extLst>
              <a:ext uri="{FF2B5EF4-FFF2-40B4-BE49-F238E27FC236}">
                <a16:creationId xmlns:a16="http://schemas.microsoft.com/office/drawing/2014/main" id="{61A54191-13AA-4094-2902-6CF39CB85173}"/>
              </a:ext>
            </a:extLst>
          </p:cNvPr>
          <p:cNvSpPr txBox="1">
            <a:spLocks noChangeArrowheads="1"/>
          </p:cNvSpPr>
          <p:nvPr/>
        </p:nvSpPr>
        <p:spPr bwMode="auto">
          <a:xfrm>
            <a:off x="500460" y="670331"/>
            <a:ext cx="9352335" cy="6620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514350" indent="-514350">
              <a:defRPr sz="2400">
                <a:solidFill>
                  <a:schemeClr val="tx1"/>
                </a:solidFill>
                <a:latin typeface="Times" panose="02020603050405020304" pitchFamily="18" charset="0"/>
                <a:ea typeface="ＭＳ Ｐゴシック" panose="020B0600070205080204" pitchFamily="34" charset="-128"/>
              </a:defRPr>
            </a:lvl1pPr>
            <a:lvl2pPr marL="742950" indent="-285750">
              <a:defRPr sz="2400">
                <a:solidFill>
                  <a:schemeClr val="tx1"/>
                </a:solidFill>
                <a:latin typeface="Times" panose="02020603050405020304" pitchFamily="18" charset="0"/>
                <a:ea typeface="ＭＳ Ｐゴシック" panose="020B0600070205080204" pitchFamily="34" charset="-128"/>
              </a:defRPr>
            </a:lvl2pPr>
            <a:lvl3pPr marL="1143000" indent="-228600">
              <a:defRPr sz="2400">
                <a:solidFill>
                  <a:schemeClr val="tx1"/>
                </a:solidFill>
                <a:latin typeface="Times" panose="02020603050405020304" pitchFamily="18" charset="0"/>
                <a:ea typeface="ＭＳ Ｐゴシック" panose="020B0600070205080204" pitchFamily="34" charset="-128"/>
              </a:defRPr>
            </a:lvl3pPr>
            <a:lvl4pPr marL="1600200" indent="-228600">
              <a:defRPr sz="2400">
                <a:solidFill>
                  <a:schemeClr val="tx1"/>
                </a:solidFill>
                <a:latin typeface="Times" panose="02020603050405020304" pitchFamily="18" charset="0"/>
                <a:ea typeface="ＭＳ Ｐゴシック" panose="020B0600070205080204" pitchFamily="34" charset="-128"/>
              </a:defRPr>
            </a:lvl4pPr>
            <a:lvl5pPr marL="2057400" indent="-228600">
              <a:defRPr sz="2400">
                <a:solidFill>
                  <a:schemeClr val="tx1"/>
                </a:solidFill>
                <a:latin typeface="Times"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9pPr>
          </a:lstStyle>
          <a:p>
            <a:pPr algn="ctr" eaLnBrk="1" hangingPunct="1"/>
            <a:r>
              <a:rPr lang="nn-NO" altLang="nb-NO" sz="3600" b="1" dirty="0" err="1">
                <a:solidFill>
                  <a:schemeClr val="bg1"/>
                </a:solidFill>
                <a:latin typeface="Calibri" panose="020F0502020204030204" pitchFamily="34" charset="0"/>
              </a:rPr>
              <a:t>Postkasseselskaper</a:t>
            </a:r>
            <a:endParaRPr lang="nn-NO" altLang="nb-NO" sz="3200" b="1" dirty="0">
              <a:solidFill>
                <a:schemeClr val="bg1"/>
              </a:solidFill>
              <a:latin typeface="Calibri" panose="020F0502020204030204" pitchFamily="34" charset="0"/>
            </a:endParaRPr>
          </a:p>
        </p:txBody>
      </p:sp>
      <p:sp>
        <p:nvSpPr>
          <p:cNvPr id="23562" name="TextBox 12">
            <a:extLst>
              <a:ext uri="{FF2B5EF4-FFF2-40B4-BE49-F238E27FC236}">
                <a16:creationId xmlns:a16="http://schemas.microsoft.com/office/drawing/2014/main" id="{7B0F7D83-34BB-C041-448C-0A8A4571A1AB}"/>
              </a:ext>
            </a:extLst>
          </p:cNvPr>
          <p:cNvSpPr txBox="1">
            <a:spLocks noChangeArrowheads="1"/>
          </p:cNvSpPr>
          <p:nvPr/>
        </p:nvSpPr>
        <p:spPr bwMode="auto">
          <a:xfrm>
            <a:off x="469181" y="5868863"/>
            <a:ext cx="8367056" cy="11029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anose="02020603050405020304" pitchFamily="18" charset="0"/>
                <a:ea typeface="ＭＳ Ｐゴシック" panose="020B0600070205080204" pitchFamily="34" charset="-128"/>
              </a:defRPr>
            </a:lvl1pPr>
            <a:lvl2pPr marL="742950" indent="-285750">
              <a:defRPr sz="2400">
                <a:solidFill>
                  <a:schemeClr val="tx1"/>
                </a:solidFill>
                <a:latin typeface="Times" panose="02020603050405020304" pitchFamily="18" charset="0"/>
                <a:ea typeface="ＭＳ Ｐゴシック" panose="020B0600070205080204" pitchFamily="34" charset="-128"/>
              </a:defRPr>
            </a:lvl2pPr>
            <a:lvl3pPr marL="1143000" indent="-228600">
              <a:defRPr sz="2400">
                <a:solidFill>
                  <a:schemeClr val="tx1"/>
                </a:solidFill>
                <a:latin typeface="Times" panose="02020603050405020304" pitchFamily="18" charset="0"/>
                <a:ea typeface="ＭＳ Ｐゴシック" panose="020B0600070205080204" pitchFamily="34" charset="-128"/>
              </a:defRPr>
            </a:lvl3pPr>
            <a:lvl4pPr marL="1600200" indent="-228600">
              <a:defRPr sz="2400">
                <a:solidFill>
                  <a:schemeClr val="tx1"/>
                </a:solidFill>
                <a:latin typeface="Times" panose="02020603050405020304" pitchFamily="18" charset="0"/>
                <a:ea typeface="ＭＳ Ｐゴシック" panose="020B0600070205080204" pitchFamily="34" charset="-128"/>
              </a:defRPr>
            </a:lvl4pPr>
            <a:lvl5pPr marL="2057400" indent="-228600">
              <a:defRPr sz="2400">
                <a:solidFill>
                  <a:schemeClr val="tx1"/>
                </a:solidFill>
                <a:latin typeface="Times"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9pPr>
          </a:lstStyle>
          <a:p>
            <a:r>
              <a:rPr lang="nb-NO" altLang="nb-NO" sz="2189" dirty="0">
                <a:solidFill>
                  <a:srgbClr val="050403"/>
                </a:solidFill>
              </a:rPr>
              <a:t>…..</a:t>
            </a:r>
            <a:r>
              <a:rPr lang="nb-NO" altLang="nb-NO" sz="2189" dirty="0" err="1">
                <a:solidFill>
                  <a:srgbClr val="050403"/>
                </a:solidFill>
              </a:rPr>
              <a:t>about</a:t>
            </a:r>
            <a:r>
              <a:rPr lang="nb-NO" altLang="nb-NO" sz="2189" dirty="0">
                <a:solidFill>
                  <a:srgbClr val="050403"/>
                </a:solidFill>
              </a:rPr>
              <a:t> Ugland House, </a:t>
            </a:r>
            <a:r>
              <a:rPr lang="en-US" altLang="nb-NO" sz="2189" dirty="0">
                <a:solidFill>
                  <a:srgbClr val="050403"/>
                </a:solidFill>
              </a:rPr>
              <a:t>a small building in Cayman Islands, where 12.748 companies are registered and supposedly conduct their business (among them Coca Cola and Intel Corp.) </a:t>
            </a:r>
            <a:r>
              <a:rPr lang="en-US" altLang="nb-NO" sz="2189" b="1" dirty="0">
                <a:solidFill>
                  <a:srgbClr val="FF0000"/>
                </a:solidFill>
              </a:rPr>
              <a:t>No real activity is going on!</a:t>
            </a:r>
            <a:endParaRPr lang="nb-NO" altLang="nb-NO" sz="2189" b="1" dirty="0">
              <a:solidFill>
                <a:srgbClr val="FF0000"/>
              </a:solidFill>
            </a:endParaRPr>
          </a:p>
        </p:txBody>
      </p:sp>
      <p:sp>
        <p:nvSpPr>
          <p:cNvPr id="19464" name="Date Placeholder 11">
            <a:extLst>
              <a:ext uri="{FF2B5EF4-FFF2-40B4-BE49-F238E27FC236}">
                <a16:creationId xmlns:a16="http://schemas.microsoft.com/office/drawing/2014/main" id="{BEC7024E-E873-5140-C7EC-F541734FE158}"/>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627">
                <a:solidFill>
                  <a:schemeClr val="tx1"/>
                </a:solidFill>
                <a:latin typeface="Times" panose="02020603050405020304" pitchFamily="18" charset="0"/>
                <a:ea typeface="ＭＳ Ｐゴシック" panose="020B0600070205080204" pitchFamily="34" charset="-128"/>
              </a:defRPr>
            </a:lvl1pPr>
            <a:lvl2pPr marL="813233" indent="-312782">
              <a:defRPr sz="2627">
                <a:solidFill>
                  <a:schemeClr val="tx1"/>
                </a:solidFill>
                <a:latin typeface="Times" panose="02020603050405020304" pitchFamily="18" charset="0"/>
                <a:ea typeface="ＭＳ Ｐゴシック" panose="020B0600070205080204" pitchFamily="34" charset="-128"/>
              </a:defRPr>
            </a:lvl2pPr>
            <a:lvl3pPr marL="1251128" indent="-250226">
              <a:defRPr sz="2627">
                <a:solidFill>
                  <a:schemeClr val="tx1"/>
                </a:solidFill>
                <a:latin typeface="Times" panose="02020603050405020304" pitchFamily="18" charset="0"/>
                <a:ea typeface="ＭＳ Ｐゴシック" panose="020B0600070205080204" pitchFamily="34" charset="-128"/>
              </a:defRPr>
            </a:lvl3pPr>
            <a:lvl4pPr marL="1751579" indent="-250226">
              <a:defRPr sz="2627">
                <a:solidFill>
                  <a:schemeClr val="tx1"/>
                </a:solidFill>
                <a:latin typeface="Times" panose="02020603050405020304" pitchFamily="18" charset="0"/>
                <a:ea typeface="ＭＳ Ｐゴシック" panose="020B0600070205080204" pitchFamily="34" charset="-128"/>
              </a:defRPr>
            </a:lvl4pPr>
            <a:lvl5pPr marL="2252030" indent="-250226">
              <a:defRPr sz="2627">
                <a:solidFill>
                  <a:schemeClr val="tx1"/>
                </a:solidFill>
                <a:latin typeface="Times" panose="02020603050405020304" pitchFamily="18" charset="0"/>
                <a:ea typeface="ＭＳ Ｐゴシック" panose="020B0600070205080204" pitchFamily="34" charset="-128"/>
              </a:defRPr>
            </a:lvl5pPr>
            <a:lvl6pPr marL="2752481" indent="-250226" eaLnBrk="0" fontAlgn="base" hangingPunct="0">
              <a:spcBef>
                <a:spcPct val="0"/>
              </a:spcBef>
              <a:spcAft>
                <a:spcPct val="0"/>
              </a:spcAft>
              <a:defRPr sz="2627">
                <a:solidFill>
                  <a:schemeClr val="tx1"/>
                </a:solidFill>
                <a:latin typeface="Times" panose="02020603050405020304" pitchFamily="18" charset="0"/>
                <a:ea typeface="ＭＳ Ｐゴシック" panose="020B0600070205080204" pitchFamily="34" charset="-128"/>
              </a:defRPr>
            </a:lvl6pPr>
            <a:lvl7pPr marL="3252932" indent="-250226" eaLnBrk="0" fontAlgn="base" hangingPunct="0">
              <a:spcBef>
                <a:spcPct val="0"/>
              </a:spcBef>
              <a:spcAft>
                <a:spcPct val="0"/>
              </a:spcAft>
              <a:defRPr sz="2627">
                <a:solidFill>
                  <a:schemeClr val="tx1"/>
                </a:solidFill>
                <a:latin typeface="Times" panose="02020603050405020304" pitchFamily="18" charset="0"/>
                <a:ea typeface="ＭＳ Ｐゴシック" panose="020B0600070205080204" pitchFamily="34" charset="-128"/>
              </a:defRPr>
            </a:lvl7pPr>
            <a:lvl8pPr marL="3753383" indent="-250226" eaLnBrk="0" fontAlgn="base" hangingPunct="0">
              <a:spcBef>
                <a:spcPct val="0"/>
              </a:spcBef>
              <a:spcAft>
                <a:spcPct val="0"/>
              </a:spcAft>
              <a:defRPr sz="2627">
                <a:solidFill>
                  <a:schemeClr val="tx1"/>
                </a:solidFill>
                <a:latin typeface="Times" panose="02020603050405020304" pitchFamily="18" charset="0"/>
                <a:ea typeface="ＭＳ Ｐゴシック" panose="020B0600070205080204" pitchFamily="34" charset="-128"/>
              </a:defRPr>
            </a:lvl8pPr>
            <a:lvl9pPr marL="4253835" indent="-250226" eaLnBrk="0" fontAlgn="base" hangingPunct="0">
              <a:spcBef>
                <a:spcPct val="0"/>
              </a:spcBef>
              <a:spcAft>
                <a:spcPct val="0"/>
              </a:spcAft>
              <a:defRPr sz="2627">
                <a:solidFill>
                  <a:schemeClr val="tx1"/>
                </a:solidFill>
                <a:latin typeface="Times" panose="02020603050405020304" pitchFamily="18" charset="0"/>
                <a:ea typeface="ＭＳ Ｐゴシック" panose="020B0600070205080204" pitchFamily="34" charset="-128"/>
              </a:defRPr>
            </a:lvl9pPr>
          </a:lstStyle>
          <a:p>
            <a:endParaRPr lang="nb-NO" altLang="nb-NO" sz="985">
              <a:solidFill>
                <a:schemeClr val="bg1"/>
              </a:solidFill>
              <a:latin typeface="Calibri" panose="020F0502020204030204" pitchFamily="34" charset="0"/>
            </a:endParaRPr>
          </a:p>
        </p:txBody>
      </p:sp>
    </p:spTree>
  </p:cSld>
  <p:clrMapOvr>
    <a:masterClrMapping/>
  </p:clrMapOvr>
  <p:transition>
    <p:cover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589C6-9023-601E-0D13-4A71CA013748}"/>
              </a:ext>
            </a:extLst>
          </p:cNvPr>
          <p:cNvSpPr>
            <a:spLocks noGrp="1"/>
          </p:cNvSpPr>
          <p:nvPr>
            <p:ph type="title"/>
          </p:nvPr>
        </p:nvSpPr>
        <p:spPr>
          <a:xfrm>
            <a:off x="799200" y="324247"/>
            <a:ext cx="8669890" cy="1224136"/>
          </a:xfrm>
          <a:solidFill>
            <a:schemeClr val="tx2">
              <a:lumMod val="75000"/>
              <a:lumOff val="25000"/>
            </a:schemeClr>
          </a:solidFill>
        </p:spPr>
        <p:txBody>
          <a:bodyPr>
            <a:normAutofit fontScale="90000"/>
          </a:bodyPr>
          <a:lstStyle/>
          <a:p>
            <a:r>
              <a:rPr lang="nb-NO" sz="3200" dirty="0">
                <a:solidFill>
                  <a:schemeClr val="bg1"/>
                </a:solidFill>
                <a:latin typeface="Calibri" panose="020F0502020204030204" pitchFamily="34" charset="0"/>
                <a:ea typeface="Calibri" panose="020F0502020204030204" pitchFamily="34" charset="0"/>
                <a:cs typeface="Calibri" panose="020F0502020204030204" pitchFamily="34" charset="0"/>
              </a:rPr>
              <a:t>Utenlandske investorer betaler avgifter i stedet for skatt</a:t>
            </a:r>
            <a:r>
              <a:rPr lang="nb-NO" sz="2800" dirty="0">
                <a:solidFill>
                  <a:schemeClr val="bg1"/>
                </a:solidFill>
                <a:latin typeface="Palatino Linotype" panose="02040502050505030304" pitchFamily="18" charset="0"/>
              </a:rPr>
              <a:t> </a:t>
            </a:r>
            <a:br>
              <a:rPr lang="nb-NO" sz="2000" dirty="0">
                <a:latin typeface="Palatino Linotype" panose="02040502050505030304" pitchFamily="18" charset="0"/>
              </a:rPr>
            </a:br>
            <a:endParaRPr lang="nb-NO" sz="2400" dirty="0"/>
          </a:p>
        </p:txBody>
      </p:sp>
      <p:sp>
        <p:nvSpPr>
          <p:cNvPr id="3" name="Content Placeholder 2">
            <a:extLst>
              <a:ext uri="{FF2B5EF4-FFF2-40B4-BE49-F238E27FC236}">
                <a16:creationId xmlns:a16="http://schemas.microsoft.com/office/drawing/2014/main" id="{9E187D21-8ECA-526C-508F-BD3B29443941}"/>
              </a:ext>
            </a:extLst>
          </p:cNvPr>
          <p:cNvSpPr>
            <a:spLocks noGrp="1"/>
          </p:cNvSpPr>
          <p:nvPr>
            <p:ph idx="1"/>
          </p:nvPr>
        </p:nvSpPr>
        <p:spPr>
          <a:xfrm>
            <a:off x="799200" y="1718826"/>
            <a:ext cx="8885914" cy="5358774"/>
          </a:xfrm>
        </p:spPr>
        <p:txBody>
          <a:bodyPr>
            <a:normAutofit/>
          </a:bodyPr>
          <a:lstStyle/>
          <a:p>
            <a:r>
              <a:rPr lang="nb-NO" sz="2600" dirty="0">
                <a:latin typeface="Palatino Linotype" panose="02040502050505030304" pitchFamily="18" charset="0"/>
              </a:rPr>
              <a:t>Registreringsavgift for å komme inn i selskapsregisteret</a:t>
            </a:r>
          </a:p>
          <a:p>
            <a:pPr lvl="1"/>
            <a:r>
              <a:rPr lang="nb-NO" sz="2000" dirty="0">
                <a:latin typeface="Palatino Linotype" panose="02040502050505030304" pitchFamily="18" charset="0"/>
              </a:rPr>
              <a:t>Deretter årlig avgift for å være i selskapsregisteret (som er obligatorisk)</a:t>
            </a:r>
          </a:p>
          <a:p>
            <a:endParaRPr lang="nb-NO" sz="2600" dirty="0">
              <a:latin typeface="Palatino Linotype" panose="02040502050505030304" pitchFamily="18" charset="0"/>
            </a:endParaRPr>
          </a:p>
          <a:p>
            <a:r>
              <a:rPr lang="nb-NO" sz="2600" dirty="0">
                <a:latin typeface="Palatino Linotype" panose="02040502050505030304" pitchFamily="18" charset="0"/>
              </a:rPr>
              <a:t>Årlig avgift for bruk av  bankkonto i skatteparadiset</a:t>
            </a:r>
          </a:p>
          <a:p>
            <a:endParaRPr lang="nb-NO" sz="2600" dirty="0">
              <a:latin typeface="Palatino Linotype" panose="02040502050505030304" pitchFamily="18" charset="0"/>
            </a:endParaRPr>
          </a:p>
          <a:p>
            <a:r>
              <a:rPr lang="nb-NO" sz="2600" dirty="0">
                <a:latin typeface="Palatino Linotype" panose="02040502050505030304" pitchFamily="18" charset="0"/>
              </a:rPr>
              <a:t>Avgift for å bruke «»lokale styremedlemmer»</a:t>
            </a:r>
            <a:endParaRPr lang="en-US" sz="2600" dirty="0">
              <a:latin typeface="Palatino Linotype" panose="02040502050505030304" pitchFamily="18" charset="0"/>
            </a:endParaRPr>
          </a:p>
          <a:p>
            <a:pPr marL="0" indent="0">
              <a:lnSpc>
                <a:spcPct val="100000"/>
              </a:lnSpc>
              <a:buNone/>
            </a:pPr>
            <a:endParaRPr lang="nb-NO" sz="2400" dirty="0">
              <a:latin typeface="Palatino Linotype" panose="02040502050505030304" pitchFamily="18" charset="0"/>
            </a:endParaRPr>
          </a:p>
          <a:p>
            <a:pPr>
              <a:lnSpc>
                <a:spcPct val="100000"/>
              </a:lnSpc>
            </a:pPr>
            <a:r>
              <a:rPr lang="nb-NO" sz="2400" dirty="0">
                <a:latin typeface="Palatino Linotype" panose="02040502050505030304" pitchFamily="18" charset="0"/>
              </a:rPr>
              <a:t>Hvis skatteparadiset ilegger skatt kan «</a:t>
            </a:r>
            <a:r>
              <a:rPr lang="nb-NO" sz="2400" dirty="0" err="1">
                <a:latin typeface="Palatino Linotype" panose="02040502050505030304" pitchFamily="18" charset="0"/>
              </a:rPr>
              <a:t>foreign</a:t>
            </a:r>
            <a:r>
              <a:rPr lang="nb-NO" sz="2400" dirty="0">
                <a:latin typeface="Palatino Linotype" panose="02040502050505030304" pitchFamily="18" charset="0"/>
              </a:rPr>
              <a:t> investors» søke om å slippe skatt og slike søknader innvilges i de fleste tilfeller</a:t>
            </a:r>
          </a:p>
          <a:p>
            <a:pPr>
              <a:lnSpc>
                <a:spcPct val="100000"/>
              </a:lnSpc>
            </a:pPr>
            <a:endParaRPr lang="nb-NO" sz="2400" dirty="0">
              <a:latin typeface="Palatino Linotype" panose="02040502050505030304" pitchFamily="18" charset="0"/>
            </a:endParaRPr>
          </a:p>
        </p:txBody>
      </p:sp>
      <p:sp>
        <p:nvSpPr>
          <p:cNvPr id="4" name="Slide Number Placeholder 3">
            <a:extLst>
              <a:ext uri="{FF2B5EF4-FFF2-40B4-BE49-F238E27FC236}">
                <a16:creationId xmlns:a16="http://schemas.microsoft.com/office/drawing/2014/main" id="{64DA0D15-8EA1-C161-225B-6AFB3DFF4D5B}"/>
              </a:ext>
            </a:extLst>
          </p:cNvPr>
          <p:cNvSpPr>
            <a:spLocks noGrp="1"/>
          </p:cNvSpPr>
          <p:nvPr>
            <p:ph type="sldNum" sz="quarter" idx="12"/>
          </p:nvPr>
        </p:nvSpPr>
        <p:spPr/>
        <p:txBody>
          <a:bodyPr/>
          <a:lstStyle/>
          <a:p>
            <a:fld id="{3FA4DDC8-1D0B-4B83-8CF0-4F24D54506BB}" type="slidenum">
              <a:rPr lang="nb-NO" smtClean="0"/>
              <a:pPr/>
              <a:t>10</a:t>
            </a:fld>
            <a:endParaRPr lang="nb-NO"/>
          </a:p>
        </p:txBody>
      </p:sp>
    </p:spTree>
    <p:extLst>
      <p:ext uri="{BB962C8B-B14F-4D97-AF65-F5344CB8AC3E}">
        <p14:creationId xmlns:p14="http://schemas.microsoft.com/office/powerpoint/2010/main" val="6522325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6145" y="739521"/>
            <a:ext cx="8451890" cy="504056"/>
          </a:xfrm>
          <a:solidFill>
            <a:schemeClr val="tx2">
              <a:lumMod val="75000"/>
              <a:lumOff val="25000"/>
            </a:schemeClr>
          </a:solidFill>
        </p:spPr>
        <p:txBody>
          <a:bodyPr>
            <a:normAutofit/>
          </a:bodyPr>
          <a:lstStyle/>
          <a:p>
            <a:r>
              <a:rPr lang="nb-NO" sz="3200" dirty="0">
                <a:solidFill>
                  <a:schemeClr val="bg1"/>
                </a:solidFill>
                <a:latin typeface="Palatino Linotype" panose="02040502050505030304" pitchFamily="18" charset="0"/>
              </a:rPr>
              <a:t>Eksempel: De engelske jomfruøyene (BVI) </a:t>
            </a:r>
          </a:p>
        </p:txBody>
      </p:sp>
      <p:sp>
        <p:nvSpPr>
          <p:cNvPr id="3" name="Content Placeholder 2"/>
          <p:cNvSpPr>
            <a:spLocks noGrp="1"/>
          </p:cNvSpPr>
          <p:nvPr>
            <p:ph idx="1"/>
          </p:nvPr>
        </p:nvSpPr>
        <p:spPr>
          <a:xfrm>
            <a:off x="482362" y="1444861"/>
            <a:ext cx="8915673" cy="5790822"/>
          </a:xfrm>
        </p:spPr>
        <p:txBody>
          <a:bodyPr>
            <a:normAutofit/>
          </a:bodyPr>
          <a:lstStyle/>
          <a:p>
            <a:pPr marL="249675" lvl="1" indent="0">
              <a:buNone/>
            </a:pPr>
            <a:endParaRPr lang="nb-NO" sz="2000" dirty="0">
              <a:latin typeface="Palatino Linotype" panose="02040502050505030304" pitchFamily="18" charset="0"/>
            </a:endParaRPr>
          </a:p>
          <a:p>
            <a:pPr marL="592575" lvl="1" indent="-342900">
              <a:buFont typeface="Wingdings" panose="05000000000000000000" pitchFamily="2" charset="2"/>
              <a:buChar char="§"/>
            </a:pPr>
            <a:r>
              <a:rPr lang="nb-NO" sz="2400" dirty="0">
                <a:latin typeface="Palatino Linotype" panose="02040502050505030304" pitchFamily="18" charset="0"/>
              </a:rPr>
              <a:t>31 000 innbyggere og 900 000 «offshore» selskaper i 2021 (Norge hadde mindre enn 250.000 selskaper ). </a:t>
            </a:r>
          </a:p>
          <a:p>
            <a:pPr marL="773550" lvl="2" indent="-342900">
              <a:buFont typeface="Courier New" panose="02070309020205020404" pitchFamily="49" charset="0"/>
              <a:buChar char="o"/>
            </a:pPr>
            <a:endParaRPr lang="nb-NO" sz="2400" dirty="0">
              <a:latin typeface="Palatino Linotype" panose="02040502050505030304" pitchFamily="18" charset="0"/>
            </a:endParaRPr>
          </a:p>
          <a:p>
            <a:pPr marL="592575" lvl="1" indent="-342900">
              <a:buFont typeface="Wingdings" panose="05000000000000000000" pitchFamily="2" charset="2"/>
              <a:buChar char="§"/>
            </a:pPr>
            <a:r>
              <a:rPr lang="nb-NO" sz="2400" dirty="0">
                <a:latin typeface="Palatino Linotype" panose="02040502050505030304" pitchFamily="18" charset="0"/>
              </a:rPr>
              <a:t>Avgift for å ha et selskap i selskapsregisteret på BVI i 2023</a:t>
            </a:r>
          </a:p>
          <a:p>
            <a:pPr marL="773550" lvl="2" indent="-342900">
              <a:buFont typeface="Wingdings" panose="05000000000000000000" pitchFamily="2" charset="2"/>
              <a:buChar char="§"/>
            </a:pPr>
            <a:r>
              <a:rPr lang="nb-NO" sz="2400" dirty="0">
                <a:latin typeface="Palatino Linotype" panose="02040502050505030304" pitchFamily="18" charset="0"/>
              </a:rPr>
              <a:t>$ 550 for selskaper med mindre enn 50 000 aksjer</a:t>
            </a:r>
          </a:p>
          <a:p>
            <a:pPr marL="773550" lvl="2" indent="-342900">
              <a:buFont typeface="Wingdings" panose="05000000000000000000" pitchFamily="2" charset="2"/>
              <a:buChar char="§"/>
            </a:pPr>
            <a:r>
              <a:rPr lang="nb-NO" sz="2400" dirty="0">
                <a:latin typeface="Palatino Linotype" panose="02040502050505030304" pitchFamily="18" charset="0"/>
              </a:rPr>
              <a:t>$ 1350 for selskaper med mer enn 50 000 aksjer</a:t>
            </a:r>
            <a:endParaRPr lang="nb-NO" sz="2400" dirty="0">
              <a:solidFill>
                <a:schemeClr val="tx1"/>
              </a:solidFill>
              <a:latin typeface="Palatino Linotype" panose="02040502050505030304" pitchFamily="18" charset="0"/>
            </a:endParaRPr>
          </a:p>
          <a:p>
            <a:pPr marL="773550" lvl="2" indent="-342900">
              <a:buFont typeface="Courier New" panose="02070309020205020404" pitchFamily="49" charset="0"/>
              <a:buChar char="o"/>
            </a:pPr>
            <a:r>
              <a:rPr lang="nb-NO" sz="2400" i="1" dirty="0">
                <a:solidFill>
                  <a:schemeClr val="tx1"/>
                </a:solidFill>
                <a:latin typeface="Palatino Linotype" panose="02040502050505030304" pitchFamily="18" charset="0"/>
              </a:rPr>
              <a:t>$ 50 for hvert styremedlem</a:t>
            </a:r>
          </a:p>
          <a:p>
            <a:pPr marL="773550" lvl="2" indent="-342900">
              <a:buFont typeface="Courier New" panose="02070309020205020404" pitchFamily="49" charset="0"/>
              <a:buChar char="o"/>
            </a:pPr>
            <a:r>
              <a:rPr lang="nb-NO" sz="2400" i="1" dirty="0">
                <a:solidFill>
                  <a:schemeClr val="tx1"/>
                </a:solidFill>
                <a:latin typeface="Palatino Linotype" panose="02040502050505030304" pitchFamily="18" charset="0"/>
              </a:rPr>
              <a:t>$ 350 for å få et «</a:t>
            </a:r>
            <a:r>
              <a:rPr lang="nb-NO" sz="2400" i="1" dirty="0" err="1">
                <a:solidFill>
                  <a:schemeClr val="tx1"/>
                </a:solidFill>
                <a:latin typeface="Palatino Linotype" panose="02040502050505030304" pitchFamily="18" charset="0"/>
              </a:rPr>
              <a:t>good</a:t>
            </a:r>
            <a:r>
              <a:rPr lang="nb-NO" sz="2400" i="1" dirty="0">
                <a:solidFill>
                  <a:schemeClr val="tx1"/>
                </a:solidFill>
                <a:latin typeface="Palatino Linotype" panose="02040502050505030304" pitchFamily="18" charset="0"/>
              </a:rPr>
              <a:t> </a:t>
            </a:r>
            <a:r>
              <a:rPr lang="nb-NO" sz="2400" i="1" dirty="0" err="1">
                <a:solidFill>
                  <a:schemeClr val="tx1"/>
                </a:solidFill>
                <a:latin typeface="Palatino Linotype" panose="02040502050505030304" pitchFamily="18" charset="0"/>
              </a:rPr>
              <a:t>standing</a:t>
            </a:r>
            <a:r>
              <a:rPr lang="nb-NO" sz="2400" i="1" dirty="0">
                <a:solidFill>
                  <a:schemeClr val="tx1"/>
                </a:solidFill>
                <a:latin typeface="Palatino Linotype" panose="02040502050505030304" pitchFamily="18" charset="0"/>
              </a:rPr>
              <a:t> </a:t>
            </a:r>
            <a:r>
              <a:rPr lang="nb-NO" sz="2400" i="1" dirty="0" err="1">
                <a:solidFill>
                  <a:schemeClr val="tx1"/>
                </a:solidFill>
                <a:latin typeface="Palatino Linotype" panose="02040502050505030304" pitchFamily="18" charset="0"/>
              </a:rPr>
              <a:t>certificate</a:t>
            </a:r>
            <a:r>
              <a:rPr lang="nb-NO" sz="2400" i="1" dirty="0">
                <a:solidFill>
                  <a:schemeClr val="tx1"/>
                </a:solidFill>
                <a:latin typeface="Palatino Linotype" panose="02040502050505030304" pitchFamily="18" charset="0"/>
              </a:rPr>
              <a:t>» som er nødvendig for å åpne bankkonto</a:t>
            </a:r>
          </a:p>
          <a:p>
            <a:pPr marL="773550" lvl="2" indent="-342900">
              <a:buFont typeface="Courier New" panose="02070309020205020404" pitchFamily="49" charset="0"/>
              <a:buChar char="o"/>
            </a:pPr>
            <a:endParaRPr lang="nb-NO" sz="2400" i="1" dirty="0">
              <a:solidFill>
                <a:schemeClr val="tx1"/>
              </a:solidFill>
              <a:latin typeface="Palatino Linotype" panose="02040502050505030304" pitchFamily="18" charset="0"/>
            </a:endParaRPr>
          </a:p>
          <a:p>
            <a:pPr marL="592575" lvl="1" indent="-342900">
              <a:buFont typeface="Wingdings" panose="05000000000000000000" pitchFamily="2" charset="2"/>
              <a:buChar char="§"/>
            </a:pPr>
            <a:r>
              <a:rPr lang="nb-NO" sz="2400" dirty="0">
                <a:solidFill>
                  <a:schemeClr val="tx1"/>
                </a:solidFill>
                <a:latin typeface="Palatino Linotype" panose="02040502050505030304" pitchFamily="18" charset="0"/>
              </a:rPr>
              <a:t>Anslag tyder på at de ulike avgiftene gir inntekt pr innbygger på rundt $30 0000 i 2023.</a:t>
            </a:r>
            <a:r>
              <a:rPr lang="nb-NO" sz="2400" dirty="0">
                <a:latin typeface="Palatino Linotype" panose="02040502050505030304" pitchFamily="18" charset="0"/>
              </a:rPr>
              <a:t> BNP per innbygger var $48 200 i 2023 på BVI så </a:t>
            </a:r>
            <a:r>
              <a:rPr lang="nb-NO" sz="2400" dirty="0" err="1">
                <a:latin typeface="Palatino Linotype" panose="02040502050505030304" pitchFamily="18" charset="0"/>
              </a:rPr>
              <a:t>ca</a:t>
            </a:r>
            <a:r>
              <a:rPr lang="nb-NO" sz="2400" dirty="0">
                <a:latin typeface="Palatino Linotype" panose="02040502050505030304" pitchFamily="18" charset="0"/>
              </a:rPr>
              <a:t> 62% av BNP kom fra avgifter.</a:t>
            </a:r>
          </a:p>
          <a:p>
            <a:endParaRPr lang="nb-NO" dirty="0"/>
          </a:p>
        </p:txBody>
      </p:sp>
      <p:sp>
        <p:nvSpPr>
          <p:cNvPr id="4" name="Slide Number Placeholder 3"/>
          <p:cNvSpPr>
            <a:spLocks noGrp="1"/>
          </p:cNvSpPr>
          <p:nvPr>
            <p:ph type="sldNum" sz="quarter" idx="12"/>
          </p:nvPr>
        </p:nvSpPr>
        <p:spPr/>
        <p:txBody>
          <a:bodyPr/>
          <a:lstStyle/>
          <a:p>
            <a:fld id="{3FA4DDC8-1D0B-4B83-8CF0-4F24D54506BB}" type="slidenum">
              <a:rPr lang="nb-NO" smtClean="0"/>
              <a:pPr/>
              <a:t>11</a:t>
            </a:fld>
            <a:endParaRPr lang="nb-NO"/>
          </a:p>
        </p:txBody>
      </p:sp>
    </p:spTree>
    <p:custDataLst>
      <p:tags r:id="rId1"/>
    </p:custDataLst>
    <p:extLst>
      <p:ext uri="{BB962C8B-B14F-4D97-AF65-F5344CB8AC3E}">
        <p14:creationId xmlns:p14="http://schemas.microsoft.com/office/powerpoint/2010/main" val="3344397296"/>
      </p:ext>
    </p:extLst>
  </p:cSld>
  <p:clrMapOvr>
    <a:masterClrMapping/>
  </p:clrMapOvr>
  <mc:AlternateContent xmlns:mc="http://schemas.openxmlformats.org/markup-compatibility/2006" xmlns:p14="http://schemas.microsoft.com/office/powerpoint/2010/main">
    <mc:Choice Requires="p14">
      <p:transition spd="slow" p14:dur="2000" advTm="132060"/>
    </mc:Choice>
    <mc:Fallback xmlns="">
      <p:transition spd="slow" advTm="13206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4052" y="756295"/>
            <a:ext cx="8495038" cy="683513"/>
          </a:xfrm>
          <a:solidFill>
            <a:schemeClr val="tx2">
              <a:lumMod val="75000"/>
              <a:lumOff val="25000"/>
            </a:schemeClr>
          </a:solidFill>
        </p:spPr>
        <p:txBody>
          <a:bodyPr>
            <a:normAutofit/>
          </a:bodyPr>
          <a:lstStyle/>
          <a:p>
            <a:r>
              <a:rPr lang="nb-NO" sz="3200" b="1" dirty="0">
                <a:solidFill>
                  <a:schemeClr val="bg1"/>
                </a:solidFill>
              </a:rPr>
              <a:t>Bruken av stråmenn i skatteparadis</a:t>
            </a:r>
            <a:endParaRPr lang="nb-NO" sz="2400" b="1" dirty="0">
              <a:solidFill>
                <a:schemeClr val="bg1"/>
              </a:solidFill>
            </a:endParaRPr>
          </a:p>
        </p:txBody>
      </p:sp>
      <p:sp>
        <p:nvSpPr>
          <p:cNvPr id="3" name="Content Placeholder 2"/>
          <p:cNvSpPr>
            <a:spLocks noGrp="1"/>
          </p:cNvSpPr>
          <p:nvPr>
            <p:ph idx="1"/>
          </p:nvPr>
        </p:nvSpPr>
        <p:spPr>
          <a:xfrm>
            <a:off x="756122" y="1954307"/>
            <a:ext cx="8881056" cy="5080093"/>
          </a:xfrm>
        </p:spPr>
        <p:txBody>
          <a:bodyPr>
            <a:noAutofit/>
          </a:bodyPr>
          <a:lstStyle/>
          <a:p>
            <a:pPr>
              <a:lnSpc>
                <a:spcPct val="100000"/>
              </a:lnSpc>
            </a:pPr>
            <a:r>
              <a:rPr lang="nb-NO" sz="2400" dirty="0">
                <a:solidFill>
                  <a:schemeClr val="tx1"/>
                </a:solidFill>
                <a:latin typeface="Palatino Linotype" panose="02040502050505030304" pitchFamily="18" charset="0"/>
              </a:rPr>
              <a:t>I mange skatteparadis kan utenlandske investorer skjule hvem som kontrollerer selskapet, eier aksjene og hvem som fatter beslutninger ved bruk av stråmenn.</a:t>
            </a:r>
          </a:p>
          <a:p>
            <a:pPr lvl="1"/>
            <a:r>
              <a:rPr lang="nb-NO" sz="2400" dirty="0">
                <a:solidFill>
                  <a:schemeClr val="tx1"/>
                </a:solidFill>
                <a:latin typeface="Palatino Linotype" panose="02040502050505030304" pitchFamily="18" charset="0"/>
              </a:rPr>
              <a:t>Bidrar til skatteunndragelse</a:t>
            </a:r>
          </a:p>
          <a:p>
            <a:pPr lvl="1"/>
            <a:r>
              <a:rPr lang="nb-NO" sz="2400" dirty="0">
                <a:solidFill>
                  <a:schemeClr val="tx1"/>
                </a:solidFill>
                <a:latin typeface="Palatino Linotype" panose="02040502050505030304" pitchFamily="18" charset="0"/>
              </a:rPr>
              <a:t>Bidrar til å unngå reguleringer og sanksjoner</a:t>
            </a:r>
          </a:p>
          <a:p>
            <a:pPr lvl="1"/>
            <a:r>
              <a:rPr lang="nb-NO" sz="2400" dirty="0">
                <a:solidFill>
                  <a:schemeClr val="tx1"/>
                </a:solidFill>
                <a:latin typeface="Palatino Linotype" panose="02040502050505030304" pitchFamily="18" charset="0"/>
              </a:rPr>
              <a:t>Gjør det vanskelig å straffe for ulike lovbrudd</a:t>
            </a:r>
          </a:p>
          <a:p>
            <a:pPr lvl="1"/>
            <a:r>
              <a:rPr lang="nb-NO" sz="2400" dirty="0">
                <a:solidFill>
                  <a:schemeClr val="tx1"/>
                </a:solidFill>
                <a:latin typeface="Palatino Linotype" panose="02040502050505030304" pitchFamily="18" charset="0"/>
              </a:rPr>
              <a:t>Gjør det lønnsomt med kriminalitet fordi man kan skjule seg</a:t>
            </a:r>
          </a:p>
          <a:p>
            <a:pPr>
              <a:lnSpc>
                <a:spcPct val="100000"/>
              </a:lnSpc>
            </a:pPr>
            <a:endParaRPr lang="nb-NO" sz="2400" dirty="0">
              <a:solidFill>
                <a:schemeClr val="tx1"/>
              </a:solidFill>
              <a:latin typeface="Palatino Linotype" panose="02040502050505030304" pitchFamily="18" charset="0"/>
            </a:endParaRPr>
          </a:p>
          <a:p>
            <a:pPr>
              <a:lnSpc>
                <a:spcPct val="100000"/>
              </a:lnSpc>
            </a:pPr>
            <a:r>
              <a:rPr lang="nb-NO" sz="2400" dirty="0">
                <a:solidFill>
                  <a:schemeClr val="tx1"/>
                </a:solidFill>
                <a:latin typeface="Palatino Linotype" panose="02040502050505030304" pitchFamily="18" charset="0"/>
              </a:rPr>
              <a:t>Det har vist seg vanskelig å finne ut hvem som eier luksus-yachter i forbindelse med krigen i Ukraina og sanksjoner mot russiske oligarker </a:t>
            </a:r>
            <a:endParaRPr lang="nb-NO" sz="2400" dirty="0">
              <a:latin typeface="Palatino Linotype" panose="02040502050505030304" pitchFamily="18" charset="0"/>
            </a:endParaRPr>
          </a:p>
          <a:p>
            <a:endParaRPr lang="nb-NO" dirty="0">
              <a:latin typeface="Palatino Linotype" panose="02040502050505030304" pitchFamily="18" charset="0"/>
            </a:endParaRPr>
          </a:p>
        </p:txBody>
      </p:sp>
      <p:sp>
        <p:nvSpPr>
          <p:cNvPr id="4" name="Slide Number Placeholder 3"/>
          <p:cNvSpPr>
            <a:spLocks noGrp="1"/>
          </p:cNvSpPr>
          <p:nvPr>
            <p:ph type="sldNum" sz="quarter" idx="12"/>
          </p:nvPr>
        </p:nvSpPr>
        <p:spPr/>
        <p:txBody>
          <a:bodyPr/>
          <a:lstStyle/>
          <a:p>
            <a:fld id="{3FA4DDC8-1D0B-4B83-8CF0-4F24D54506BB}" type="slidenum">
              <a:rPr lang="nb-NO" smtClean="0"/>
              <a:pPr/>
              <a:t>12</a:t>
            </a:fld>
            <a:endParaRPr lang="nb-NO"/>
          </a:p>
        </p:txBody>
      </p:sp>
    </p:spTree>
    <p:custDataLst>
      <p:tags r:id="rId1"/>
    </p:custDataLst>
    <p:extLst>
      <p:ext uri="{BB962C8B-B14F-4D97-AF65-F5344CB8AC3E}">
        <p14:creationId xmlns:p14="http://schemas.microsoft.com/office/powerpoint/2010/main" val="3545713598"/>
      </p:ext>
    </p:extLst>
  </p:cSld>
  <p:clrMapOvr>
    <a:masterClrMapping/>
  </p:clrMapOvr>
  <mc:AlternateContent xmlns:mc="http://schemas.openxmlformats.org/markup-compatibility/2006" xmlns:p14="http://schemas.microsoft.com/office/powerpoint/2010/main">
    <mc:Choice Requires="p14">
      <p:transition spd="slow" p14:dur="2000" advTm="84752"/>
    </mc:Choice>
    <mc:Fallback xmlns="">
      <p:transition spd="slow" advTm="8475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C5D40-BC0A-AFDF-B65E-1603EABE5F50}"/>
              </a:ext>
            </a:extLst>
          </p:cNvPr>
          <p:cNvSpPr>
            <a:spLocks noGrp="1"/>
          </p:cNvSpPr>
          <p:nvPr>
            <p:ph type="title"/>
          </p:nvPr>
        </p:nvSpPr>
        <p:spPr/>
        <p:txBody>
          <a:bodyPr>
            <a:normAutofit fontScale="90000"/>
          </a:bodyPr>
          <a:lstStyle/>
          <a:p>
            <a:r>
              <a:rPr lang="en-US" dirty="0"/>
              <a:t>The superyacht Scheherazade is believed to be owned by Vladimir Putin. </a:t>
            </a:r>
            <a:br>
              <a:rPr lang="en-US" dirty="0"/>
            </a:br>
            <a:endParaRPr lang="nb-NO" dirty="0"/>
          </a:p>
        </p:txBody>
      </p:sp>
      <p:sp>
        <p:nvSpPr>
          <p:cNvPr id="3" name="Slide Number Placeholder 2">
            <a:extLst>
              <a:ext uri="{FF2B5EF4-FFF2-40B4-BE49-F238E27FC236}">
                <a16:creationId xmlns:a16="http://schemas.microsoft.com/office/drawing/2014/main" id="{D06C4082-520C-CA95-1F38-EC6491FABAA9}"/>
              </a:ext>
            </a:extLst>
          </p:cNvPr>
          <p:cNvSpPr>
            <a:spLocks noGrp="1"/>
          </p:cNvSpPr>
          <p:nvPr>
            <p:ph type="sldNum" sz="quarter" idx="12"/>
          </p:nvPr>
        </p:nvSpPr>
        <p:spPr/>
        <p:txBody>
          <a:bodyPr/>
          <a:lstStyle/>
          <a:p>
            <a:fld id="{3FA4DDC8-1D0B-4B83-8CF0-4F24D54506BB}" type="slidenum">
              <a:rPr lang="nb-NO" smtClean="0"/>
              <a:pPr/>
              <a:t>13</a:t>
            </a:fld>
            <a:endParaRPr lang="nb-NO"/>
          </a:p>
        </p:txBody>
      </p:sp>
      <p:pic>
        <p:nvPicPr>
          <p:cNvPr id="6" name="Content Placeholder 5">
            <a:extLst>
              <a:ext uri="{FF2B5EF4-FFF2-40B4-BE49-F238E27FC236}">
                <a16:creationId xmlns:a16="http://schemas.microsoft.com/office/drawing/2014/main" id="{B752A756-041A-7F2D-A26F-A05B4EBCDA37}"/>
              </a:ext>
            </a:extLst>
          </p:cNvPr>
          <p:cNvPicPr>
            <a:picLocks noGrp="1" noChangeAspect="1"/>
          </p:cNvPicPr>
          <p:nvPr>
            <p:ph idx="1"/>
          </p:nvPr>
        </p:nvPicPr>
        <p:blipFill>
          <a:blip r:embed="rId2"/>
          <a:stretch>
            <a:fillRect/>
          </a:stretch>
        </p:blipFill>
        <p:spPr>
          <a:xfrm>
            <a:off x="704349" y="1980431"/>
            <a:ext cx="4300245" cy="2261097"/>
          </a:xfrm>
          <a:prstGeom prst="rect">
            <a:avLst/>
          </a:prstGeom>
        </p:spPr>
      </p:pic>
      <p:sp>
        <p:nvSpPr>
          <p:cNvPr id="5" name="Content Placeholder 4">
            <a:extLst>
              <a:ext uri="{FF2B5EF4-FFF2-40B4-BE49-F238E27FC236}">
                <a16:creationId xmlns:a16="http://schemas.microsoft.com/office/drawing/2014/main" id="{65BF5AB6-734F-ADEA-2A5E-3F39D5874F37}"/>
              </a:ext>
            </a:extLst>
          </p:cNvPr>
          <p:cNvSpPr>
            <a:spLocks noGrp="1"/>
          </p:cNvSpPr>
          <p:nvPr>
            <p:ph idx="13"/>
          </p:nvPr>
        </p:nvSpPr>
        <p:spPr/>
        <p:txBody>
          <a:bodyPr>
            <a:normAutofit fontScale="85000" lnSpcReduction="10000"/>
          </a:bodyPr>
          <a:lstStyle/>
          <a:p>
            <a:r>
              <a:rPr lang="en-US" b="0" i="0" dirty="0">
                <a:effectLst/>
                <a:latin typeface="Arial" panose="020B0604020202020204" pitchFamily="34" charset="0"/>
              </a:rPr>
              <a:t> The ship’s crew members—except for the captain— are Russian citizens many employed by the Federal Protective Service (Putin’s personal protection guard).</a:t>
            </a:r>
          </a:p>
          <a:p>
            <a:endParaRPr lang="en-US" b="0" i="0" dirty="0">
              <a:effectLst/>
              <a:latin typeface="Arial" panose="020B0604020202020204" pitchFamily="34" charset="0"/>
            </a:endParaRPr>
          </a:p>
          <a:p>
            <a:r>
              <a:rPr lang="en-US" dirty="0"/>
              <a:t>The </a:t>
            </a:r>
            <a:r>
              <a:rPr lang="en-US" b="0" i="0" dirty="0">
                <a:effectLst/>
                <a:latin typeface="Arial" panose="020B0604020202020204" pitchFamily="34" charset="0"/>
              </a:rPr>
              <a:t>ship’s beneficial owner - the Russian billionaire Eduard </a:t>
            </a:r>
            <a:r>
              <a:rPr lang="en-US" b="0" i="0" dirty="0" err="1">
                <a:effectLst/>
                <a:latin typeface="Arial" panose="020B0604020202020204" pitchFamily="34" charset="0"/>
              </a:rPr>
              <a:t>Khudainatov</a:t>
            </a:r>
            <a:r>
              <a:rPr lang="en-US" b="0" i="0" dirty="0">
                <a:effectLst/>
                <a:latin typeface="Arial" panose="020B0604020202020204" pitchFamily="34" charset="0"/>
              </a:rPr>
              <a:t> is believed to be a front for Putin.</a:t>
            </a:r>
            <a:endParaRPr lang="nb-NO" dirty="0"/>
          </a:p>
        </p:txBody>
      </p:sp>
      <p:sp>
        <p:nvSpPr>
          <p:cNvPr id="7" name="TextBox 6">
            <a:extLst>
              <a:ext uri="{FF2B5EF4-FFF2-40B4-BE49-F238E27FC236}">
                <a16:creationId xmlns:a16="http://schemas.microsoft.com/office/drawing/2014/main" id="{926FD444-9EF8-92CB-23DC-6C0828B8EABE}"/>
              </a:ext>
            </a:extLst>
          </p:cNvPr>
          <p:cNvSpPr txBox="1"/>
          <p:nvPr/>
        </p:nvSpPr>
        <p:spPr>
          <a:xfrm>
            <a:off x="598788" y="4401000"/>
            <a:ext cx="4559261" cy="1323439"/>
          </a:xfrm>
          <a:prstGeom prst="rect">
            <a:avLst/>
          </a:prstGeom>
          <a:noFill/>
        </p:spPr>
        <p:txBody>
          <a:bodyPr wrap="none" rtlCol="0">
            <a:spAutoFit/>
          </a:bodyPr>
          <a:lstStyle/>
          <a:p>
            <a:r>
              <a:rPr lang="en-US" dirty="0">
                <a:solidFill>
                  <a:srgbClr val="3366FF"/>
                </a:solidFill>
              </a:rPr>
              <a:t>Scheherazade was  in 2022 registered</a:t>
            </a:r>
          </a:p>
          <a:p>
            <a:r>
              <a:rPr lang="en-US" dirty="0">
                <a:solidFill>
                  <a:srgbClr val="3366FF"/>
                </a:solidFill>
              </a:rPr>
              <a:t>in the Cayman Islands and owned by</a:t>
            </a:r>
          </a:p>
          <a:p>
            <a:r>
              <a:rPr lang="en-US" dirty="0" err="1">
                <a:solidFill>
                  <a:srgbClr val="3366FF"/>
                </a:solidFill>
              </a:rPr>
              <a:t>Bielor</a:t>
            </a:r>
            <a:r>
              <a:rPr lang="en-US" dirty="0">
                <a:solidFill>
                  <a:srgbClr val="3366FF"/>
                </a:solidFill>
              </a:rPr>
              <a:t> Asset Limited, a company in</a:t>
            </a:r>
          </a:p>
          <a:p>
            <a:r>
              <a:rPr lang="en-US" dirty="0">
                <a:solidFill>
                  <a:srgbClr val="3366FF"/>
                </a:solidFill>
              </a:rPr>
              <a:t> the Marshall Islands. </a:t>
            </a:r>
            <a:endParaRPr lang="nb-NO" dirty="0" err="1">
              <a:solidFill>
                <a:srgbClr val="3366FF"/>
              </a:solidFill>
            </a:endParaRPr>
          </a:p>
        </p:txBody>
      </p:sp>
    </p:spTree>
    <p:extLst>
      <p:ext uri="{BB962C8B-B14F-4D97-AF65-F5344CB8AC3E}">
        <p14:creationId xmlns:p14="http://schemas.microsoft.com/office/powerpoint/2010/main" val="36635991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BAB1C28-845A-8F4A-E8E1-B0ABA755D2E2}"/>
              </a:ext>
            </a:extLst>
          </p:cNvPr>
          <p:cNvSpPr>
            <a:spLocks noGrp="1"/>
          </p:cNvSpPr>
          <p:nvPr>
            <p:ph type="sldNum" sz="quarter" idx="12"/>
          </p:nvPr>
        </p:nvSpPr>
        <p:spPr/>
        <p:txBody>
          <a:bodyPr/>
          <a:lstStyle/>
          <a:p>
            <a:fld id="{3FA4DDC8-1D0B-4B83-8CF0-4F24D54506BB}" type="slidenum">
              <a:rPr lang="nb-NO" smtClean="0"/>
              <a:pPr/>
              <a:t>14</a:t>
            </a:fld>
            <a:endParaRPr lang="nb-NO"/>
          </a:p>
        </p:txBody>
      </p:sp>
      <p:pic>
        <p:nvPicPr>
          <p:cNvPr id="3" name="Picture 2">
            <a:extLst>
              <a:ext uri="{FF2B5EF4-FFF2-40B4-BE49-F238E27FC236}">
                <a16:creationId xmlns:a16="http://schemas.microsoft.com/office/drawing/2014/main" id="{A93D23BE-FC07-0A96-AB3B-33F112EA624C}"/>
              </a:ext>
            </a:extLst>
          </p:cNvPr>
          <p:cNvPicPr>
            <a:picLocks noChangeAspect="1"/>
          </p:cNvPicPr>
          <p:nvPr/>
        </p:nvPicPr>
        <p:blipFill>
          <a:blip r:embed="rId2"/>
          <a:stretch>
            <a:fillRect/>
          </a:stretch>
        </p:blipFill>
        <p:spPr>
          <a:xfrm>
            <a:off x="540098" y="53054"/>
            <a:ext cx="9073007" cy="7575400"/>
          </a:xfrm>
          <a:prstGeom prst="rect">
            <a:avLst/>
          </a:prstGeom>
        </p:spPr>
      </p:pic>
    </p:spTree>
    <p:extLst>
      <p:ext uri="{BB962C8B-B14F-4D97-AF65-F5344CB8AC3E}">
        <p14:creationId xmlns:p14="http://schemas.microsoft.com/office/powerpoint/2010/main" val="13370336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8B1635F-29DD-B815-178E-E8D296EAEB57}"/>
              </a:ext>
            </a:extLst>
          </p:cNvPr>
          <p:cNvSpPr>
            <a:spLocks noGrp="1"/>
          </p:cNvSpPr>
          <p:nvPr>
            <p:ph type="sldNum" sz="quarter" idx="12"/>
          </p:nvPr>
        </p:nvSpPr>
        <p:spPr/>
        <p:txBody>
          <a:bodyPr/>
          <a:lstStyle/>
          <a:p>
            <a:fld id="{3FA4DDC8-1D0B-4B83-8CF0-4F24D54506BB}" type="slidenum">
              <a:rPr lang="nb-NO" smtClean="0"/>
              <a:pPr/>
              <a:t>15</a:t>
            </a:fld>
            <a:endParaRPr lang="nb-NO"/>
          </a:p>
        </p:txBody>
      </p:sp>
      <p:pic>
        <p:nvPicPr>
          <p:cNvPr id="3" name="Picture 2">
            <a:extLst>
              <a:ext uri="{FF2B5EF4-FFF2-40B4-BE49-F238E27FC236}">
                <a16:creationId xmlns:a16="http://schemas.microsoft.com/office/drawing/2014/main" id="{1897BF43-51BB-A5A1-D18E-CDAC64747101}"/>
              </a:ext>
            </a:extLst>
          </p:cNvPr>
          <p:cNvPicPr>
            <a:picLocks noChangeAspect="1"/>
          </p:cNvPicPr>
          <p:nvPr/>
        </p:nvPicPr>
        <p:blipFill>
          <a:blip r:embed="rId2"/>
          <a:stretch>
            <a:fillRect/>
          </a:stretch>
        </p:blipFill>
        <p:spPr>
          <a:xfrm>
            <a:off x="1294749" y="456124"/>
            <a:ext cx="7419689" cy="7105139"/>
          </a:xfrm>
          <a:prstGeom prst="rect">
            <a:avLst/>
          </a:prstGeom>
        </p:spPr>
      </p:pic>
    </p:spTree>
    <p:extLst>
      <p:ext uri="{BB962C8B-B14F-4D97-AF65-F5344CB8AC3E}">
        <p14:creationId xmlns:p14="http://schemas.microsoft.com/office/powerpoint/2010/main" val="27264199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494" y="828303"/>
            <a:ext cx="8775584" cy="682809"/>
          </a:xfrm>
          <a:solidFill>
            <a:schemeClr val="tx2">
              <a:lumMod val="75000"/>
              <a:lumOff val="25000"/>
            </a:schemeClr>
          </a:solidFill>
        </p:spPr>
        <p:txBody>
          <a:bodyPr>
            <a:noAutofit/>
          </a:bodyPr>
          <a:lstStyle/>
          <a:p>
            <a:r>
              <a:rPr lang="nb-NO" sz="2800" b="1" dirty="0">
                <a:solidFill>
                  <a:schemeClr val="bg1"/>
                </a:solidFill>
                <a:latin typeface="Calibri" panose="020F0502020204030204" pitchFamily="34" charset="0"/>
                <a:ea typeface="Calibri" panose="020F0502020204030204" pitchFamily="34" charset="0"/>
                <a:cs typeface="Calibri" panose="020F0502020204030204" pitchFamily="34" charset="0"/>
              </a:rPr>
              <a:t>Eksempel på stråmenn fra Panama </a:t>
            </a:r>
            <a:r>
              <a:rPr lang="nb-NO" sz="2800" b="1" dirty="0" err="1">
                <a:solidFill>
                  <a:schemeClr val="bg1"/>
                </a:solidFill>
                <a:latin typeface="Calibri" panose="020F0502020204030204" pitchFamily="34" charset="0"/>
                <a:ea typeface="Calibri" panose="020F0502020204030204" pitchFamily="34" charset="0"/>
                <a:cs typeface="Calibri" panose="020F0502020204030204" pitchFamily="34" charset="0"/>
              </a:rPr>
              <a:t>papers</a:t>
            </a:r>
            <a:r>
              <a:rPr lang="nb-NO" sz="2800" b="1" dirty="0">
                <a:solidFill>
                  <a:schemeClr val="bg1"/>
                </a:solidFill>
                <a:latin typeface="Calibri" panose="020F0502020204030204" pitchFamily="34" charset="0"/>
                <a:ea typeface="Calibri" panose="020F0502020204030204" pitchFamily="34" charset="0"/>
                <a:cs typeface="Calibri" panose="020F0502020204030204" pitchFamily="34" charset="0"/>
              </a:rPr>
              <a:t> (2016)</a:t>
            </a:r>
            <a:endParaRPr lang="en-US" sz="2800" b="1" dirty="0">
              <a:latin typeface="Palatino Linotype" panose="02040502050505030304" pitchFamily="18" charset="0"/>
            </a:endParaRPr>
          </a:p>
        </p:txBody>
      </p:sp>
      <p:sp>
        <p:nvSpPr>
          <p:cNvPr id="3" name="Content Placeholder 2"/>
          <p:cNvSpPr>
            <a:spLocks noGrp="1"/>
          </p:cNvSpPr>
          <p:nvPr>
            <p:ph idx="1"/>
          </p:nvPr>
        </p:nvSpPr>
        <p:spPr>
          <a:xfrm>
            <a:off x="616801" y="2108375"/>
            <a:ext cx="8775585" cy="5328592"/>
          </a:xfrm>
        </p:spPr>
        <p:txBody>
          <a:bodyPr>
            <a:normAutofit/>
          </a:bodyPr>
          <a:lstStyle/>
          <a:p>
            <a:pPr defTabSz="680862" eaLnBrk="0" fontAlgn="base" hangingPunct="0">
              <a:lnSpc>
                <a:spcPct val="100000"/>
              </a:lnSpc>
              <a:spcBef>
                <a:spcPct val="0"/>
              </a:spcBef>
              <a:spcAft>
                <a:spcPct val="0"/>
              </a:spcAft>
            </a:pPr>
            <a:r>
              <a:rPr lang="nb-NO" altLang="en-US" sz="2400" dirty="0">
                <a:latin typeface="Palatino Linotype" panose="02040502050505030304" pitchFamily="18" charset="0"/>
              </a:rPr>
              <a:t>Carmen </a:t>
            </a:r>
            <a:r>
              <a:rPr lang="nb-NO" altLang="en-US" sz="2400" dirty="0" err="1">
                <a:latin typeface="Palatino Linotype" panose="02040502050505030304" pitchFamily="18" charset="0"/>
              </a:rPr>
              <a:t>Wong</a:t>
            </a:r>
            <a:r>
              <a:rPr lang="nb-NO" altLang="en-US" sz="2400" dirty="0">
                <a:latin typeface="Palatino Linotype" panose="02040502050505030304" pitchFamily="18" charset="0"/>
              </a:rPr>
              <a:t>, George Allen og Jaqueline Alexander var styremedlemmer i selskaper opprettet av DnB for norske kunder på Seychellene. </a:t>
            </a:r>
          </a:p>
          <a:p>
            <a:pPr lvl="1" defTabSz="680862" eaLnBrk="0" fontAlgn="base" hangingPunct="0">
              <a:spcBef>
                <a:spcPct val="0"/>
              </a:spcBef>
              <a:spcAft>
                <a:spcPct val="0"/>
              </a:spcAft>
            </a:pPr>
            <a:r>
              <a:rPr lang="nb-NO" sz="2400" dirty="0">
                <a:latin typeface="Palatino Linotype" panose="02040502050505030304" pitchFamily="18" charset="0"/>
              </a:rPr>
              <a:t>Disse tre var registrerte styremedlemmer i Panamas selskapsregister for 4000 selskaper som DnB hadde satt opp. </a:t>
            </a:r>
          </a:p>
          <a:p>
            <a:pPr defTabSz="680862" eaLnBrk="0" fontAlgn="base" hangingPunct="0">
              <a:lnSpc>
                <a:spcPct val="100000"/>
              </a:lnSpc>
              <a:spcBef>
                <a:spcPct val="0"/>
              </a:spcBef>
              <a:spcAft>
                <a:spcPct val="0"/>
              </a:spcAft>
            </a:pPr>
            <a:endParaRPr lang="nb-NO" sz="2400" dirty="0">
              <a:solidFill>
                <a:schemeClr val="tx1"/>
              </a:solidFill>
              <a:latin typeface="Palatino Linotype" panose="02040502050505030304" pitchFamily="18" charset="0"/>
            </a:endParaRPr>
          </a:p>
          <a:p>
            <a:pPr fontAlgn="base">
              <a:spcAft>
                <a:spcPts val="0"/>
              </a:spcAft>
            </a:pPr>
            <a:r>
              <a:rPr lang="nb-NO" sz="2400" dirty="0">
                <a:solidFill>
                  <a:schemeClr val="tx1"/>
                </a:solidFill>
                <a:latin typeface="Palatino Linotype" panose="02040502050505030304" pitchFamily="18" charset="0"/>
              </a:rPr>
              <a:t>4000 styreverv tilsier 11 styremøter hver dag hele året selv om hvert selskap kun har ett styremøte i året. </a:t>
            </a:r>
          </a:p>
          <a:p>
            <a:pPr lvl="1" fontAlgn="base"/>
            <a:r>
              <a:rPr lang="nb-NO" sz="2400" dirty="0">
                <a:solidFill>
                  <a:schemeClr val="tx1"/>
                </a:solidFill>
                <a:latin typeface="Palatino Linotype" panose="02040502050505030304" pitchFamily="18" charset="0"/>
              </a:rPr>
              <a:t>Disse tre hadde også andre styreverv i tillegg og omfanget var betydelig.</a:t>
            </a:r>
            <a:endParaRPr lang="nb-NO" altLang="en-US" sz="2400" dirty="0">
              <a:solidFill>
                <a:srgbClr val="32302F"/>
              </a:solidFill>
              <a:latin typeface="Palatino Linotype" panose="02040502050505030304" pitchFamily="18" charset="0"/>
            </a:endParaRPr>
          </a:p>
          <a:p>
            <a:endParaRPr lang="nb-NO" dirty="0"/>
          </a:p>
        </p:txBody>
      </p:sp>
      <p:sp>
        <p:nvSpPr>
          <p:cNvPr id="4" name="Slide Number Placeholder 3"/>
          <p:cNvSpPr>
            <a:spLocks noGrp="1"/>
          </p:cNvSpPr>
          <p:nvPr>
            <p:ph type="sldNum" sz="quarter" idx="12"/>
          </p:nvPr>
        </p:nvSpPr>
        <p:spPr/>
        <p:txBody>
          <a:bodyPr/>
          <a:lstStyle/>
          <a:p>
            <a:fld id="{3FA4DDC8-1D0B-4B83-8CF0-4F24D54506BB}" type="slidenum">
              <a:rPr lang="nb-NO" smtClean="0"/>
              <a:pPr/>
              <a:t>16</a:t>
            </a:fld>
            <a:endParaRPr lang="nb-NO"/>
          </a:p>
        </p:txBody>
      </p:sp>
    </p:spTree>
    <p:custDataLst>
      <p:tags r:id="rId1"/>
    </p:custDataLst>
    <p:extLst>
      <p:ext uri="{BB962C8B-B14F-4D97-AF65-F5344CB8AC3E}">
        <p14:creationId xmlns:p14="http://schemas.microsoft.com/office/powerpoint/2010/main" val="1902197342"/>
      </p:ext>
    </p:extLst>
  </p:cSld>
  <p:clrMapOvr>
    <a:masterClrMapping/>
  </p:clrMapOvr>
  <mc:AlternateContent xmlns:mc="http://schemas.openxmlformats.org/markup-compatibility/2006" xmlns:p14="http://schemas.microsoft.com/office/powerpoint/2010/main">
    <mc:Choice Requires="p14">
      <p:transition spd="slow" p14:dur="2000" advTm="55158"/>
    </mc:Choice>
    <mc:Fallback xmlns="">
      <p:transition spd="slow" advTm="5515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4114" y="324247"/>
            <a:ext cx="8784976" cy="1008112"/>
          </a:xfrm>
          <a:solidFill>
            <a:schemeClr val="tx2">
              <a:lumMod val="75000"/>
              <a:lumOff val="25000"/>
            </a:schemeClr>
          </a:solidFill>
        </p:spPr>
        <p:txBody>
          <a:bodyPr>
            <a:noAutofit/>
          </a:bodyPr>
          <a:lstStyle/>
          <a:p>
            <a:r>
              <a:rPr lang="nb-NO" sz="2800" dirty="0">
                <a:solidFill>
                  <a:schemeClr val="bg1"/>
                </a:solidFill>
                <a:latin typeface="Calibri" panose="020F0502020204030204" pitchFamily="34" charset="0"/>
                <a:ea typeface="Calibri" panose="020F0502020204030204" pitchFamily="34" charset="0"/>
                <a:cs typeface="Calibri" panose="020F0502020204030204" pitchFamily="34" charset="0"/>
              </a:rPr>
              <a:t>Skatteparadisene trenger ikke oppsyn med selskapene til de internasjonale investorene da selskapene ikke driver lokalt </a:t>
            </a:r>
            <a:endParaRPr lang="nb-NO" sz="24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688131" y="1476375"/>
            <a:ext cx="8948543" cy="5400600"/>
          </a:xfrm>
        </p:spPr>
        <p:txBody>
          <a:bodyPr>
            <a:normAutofit lnSpcReduction="10000"/>
          </a:bodyPr>
          <a:lstStyle/>
          <a:p>
            <a:r>
              <a:rPr lang="nb-NO" sz="2400" dirty="0">
                <a:latin typeface="Palatino Linotype" panose="02040502050505030304" pitchFamily="18" charset="0"/>
              </a:rPr>
              <a:t>Mangelfullt offentlig tilsyn av selskapsregisteret</a:t>
            </a:r>
          </a:p>
          <a:p>
            <a:pPr lvl="1"/>
            <a:r>
              <a:rPr lang="nb-NO" sz="2400" dirty="0">
                <a:latin typeface="Palatino Linotype" panose="02040502050505030304" pitchFamily="18" charset="0"/>
              </a:rPr>
              <a:t>Ofte ikke ajourførte aksjonærlister</a:t>
            </a:r>
          </a:p>
          <a:p>
            <a:pPr lvl="1"/>
            <a:r>
              <a:rPr lang="nb-NO" sz="2400" dirty="0">
                <a:latin typeface="Palatino Linotype" panose="02040502050505030304" pitchFamily="18" charset="0"/>
              </a:rPr>
              <a:t>Sjekker i liten grad at selskapene overholder regler ved levering av informasjon til selskapsregisteret</a:t>
            </a:r>
          </a:p>
          <a:p>
            <a:pPr lvl="1"/>
            <a:r>
              <a:rPr lang="nb-NO" sz="2400" dirty="0">
                <a:latin typeface="Palatino Linotype" panose="02040502050505030304" pitchFamily="18" charset="0"/>
              </a:rPr>
              <a:t>Ingen offentlig revisjon men ofte påbud om revisjon, men ingen kontroll om revisjon er gjennomført da selskapene ikke betaler skatt</a:t>
            </a:r>
          </a:p>
          <a:p>
            <a:endParaRPr lang="nb-NO" sz="2400" dirty="0">
              <a:latin typeface="Palatino Linotype" panose="02040502050505030304" pitchFamily="18" charset="0"/>
            </a:endParaRPr>
          </a:p>
          <a:p>
            <a:r>
              <a:rPr lang="nb-NO" sz="2400" dirty="0">
                <a:latin typeface="Palatino Linotype" panose="02040502050505030304" pitchFamily="18" charset="0"/>
              </a:rPr>
              <a:t>Aksjeselskaper (begrenset ansvar) kan være styremedlemmer i aksjeselskaper! Og </a:t>
            </a:r>
            <a:r>
              <a:rPr lang="nb-NO" sz="2400" dirty="0">
                <a:latin typeface="Palatino Linotype" panose="02040502050505030304" pitchFamily="18" charset="0"/>
                <a:hlinkClick r:id="rId3"/>
              </a:rPr>
              <a:t>truster</a:t>
            </a:r>
            <a:r>
              <a:rPr lang="nb-NO" sz="2400" dirty="0">
                <a:latin typeface="Palatino Linotype" panose="02040502050505030304" pitchFamily="18" charset="0"/>
              </a:rPr>
              <a:t> kan eie selskaper og sitte i styrer.</a:t>
            </a:r>
          </a:p>
          <a:p>
            <a:endParaRPr lang="nb-NO" sz="2400" dirty="0">
              <a:latin typeface="Palatino Linotype" panose="02040502050505030304" pitchFamily="18" charset="0"/>
            </a:endParaRPr>
          </a:p>
          <a:p>
            <a:r>
              <a:rPr lang="nb-NO" sz="2400" dirty="0">
                <a:latin typeface="Palatino Linotype" panose="02040502050505030304" pitchFamily="18" charset="0"/>
              </a:rPr>
              <a:t>Lovgivningen er lagt opp til å skjule hvem som egentlig eier selskapene og hvem som sitter i styret</a:t>
            </a:r>
          </a:p>
          <a:p>
            <a:endParaRPr lang="nb-NO" sz="2900" dirty="0"/>
          </a:p>
          <a:p>
            <a:pPr lvl="1"/>
            <a:endParaRPr lang="nb-NO" dirty="0"/>
          </a:p>
        </p:txBody>
      </p:sp>
    </p:spTree>
    <p:custDataLst>
      <p:tags r:id="rId1"/>
    </p:custDataLst>
    <p:extLst>
      <p:ext uri="{BB962C8B-B14F-4D97-AF65-F5344CB8AC3E}">
        <p14:creationId xmlns:p14="http://schemas.microsoft.com/office/powerpoint/2010/main" val="1698587037"/>
      </p:ext>
    </p:extLst>
  </p:cSld>
  <p:clrMapOvr>
    <a:masterClrMapping/>
  </p:clrMapOvr>
  <mc:AlternateContent xmlns:mc="http://schemas.openxmlformats.org/markup-compatibility/2006" xmlns:p14="http://schemas.microsoft.com/office/powerpoint/2010/main">
    <mc:Choice Requires="p14">
      <p:transition spd="slow" p14:dur="2000" advTm="118274"/>
    </mc:Choice>
    <mc:Fallback xmlns="">
      <p:transition spd="slow" advTm="11827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 calcmode="lin" valueType="num">
                                      <p:cBhvr additive="base">
                                        <p:cTn id="2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anim calcmode="lin" valueType="num">
                                      <p:cBhvr additive="base">
                                        <p:cTn id="3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4"/>
          <p:cNvSpPr>
            <a:spLocks noGrp="1"/>
          </p:cNvSpPr>
          <p:nvPr>
            <p:ph type="title"/>
          </p:nvPr>
        </p:nvSpPr>
        <p:spPr/>
        <p:txBody>
          <a:bodyPr>
            <a:normAutofit/>
          </a:bodyPr>
          <a:lstStyle/>
          <a:p>
            <a:r>
              <a:rPr lang="nb-NO" altLang="nb-NO" sz="2400" dirty="0"/>
              <a:t>Selskapsregisteret på Kypros (medlem av EU)</a:t>
            </a:r>
            <a:br>
              <a:rPr lang="nb-NO" altLang="nb-NO" sz="2400" dirty="0"/>
            </a:br>
            <a:r>
              <a:rPr lang="nb-NO" altLang="nb-NO" sz="2400" dirty="0"/>
              <a:t>Avisen dagens Næringsliv sjekket registeret i 2012</a:t>
            </a:r>
          </a:p>
        </p:txBody>
      </p:sp>
      <p:pic>
        <p:nvPicPr>
          <p:cNvPr id="7171" name="Picture 2"/>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a:xfrm>
            <a:off x="252066" y="1476375"/>
            <a:ext cx="4420725" cy="4885067"/>
          </a:xfrm>
          <a:noFill/>
        </p:spPr>
      </p:pic>
      <p:pic>
        <p:nvPicPr>
          <p:cNvPr id="7172" name="Picture 3"/>
          <p:cNvPicPr>
            <a:picLocks noGrp="1" noChangeAspect="1" noChangeArrowheads="1"/>
          </p:cNvPicPr>
          <p:nvPr>
            <p:ph sz="half" idx="2"/>
          </p:nvPr>
        </p:nvPicPr>
        <p:blipFill>
          <a:blip r:embed="rId4">
            <a:extLst>
              <a:ext uri="{28A0092B-C50C-407E-A947-70E740481C1C}">
                <a14:useLocalDpi xmlns:a14="http://schemas.microsoft.com/office/drawing/2010/main" val="0"/>
              </a:ext>
            </a:extLst>
          </a:blip>
          <a:srcRect/>
          <a:stretch>
            <a:fillRect/>
          </a:stretch>
        </p:blipFill>
        <p:spPr>
          <a:xfrm>
            <a:off x="4644554" y="1454843"/>
            <a:ext cx="2689599" cy="4990084"/>
          </a:xfrm>
          <a:noFill/>
        </p:spPr>
      </p:pic>
      <p:sp>
        <p:nvSpPr>
          <p:cNvPr id="7173" name="TextBox 7"/>
          <p:cNvSpPr txBox="1">
            <a:spLocks noChangeArrowheads="1"/>
          </p:cNvSpPr>
          <p:nvPr/>
        </p:nvSpPr>
        <p:spPr bwMode="auto">
          <a:xfrm>
            <a:off x="7402036" y="1620391"/>
            <a:ext cx="2639327" cy="5487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0401" tIns="50201" rIns="100401" bIns="50201">
            <a:spAutoFit/>
          </a:bodyPr>
          <a:lstStyle>
            <a:lvl1pPr eaLnBrk="0" hangingPunct="0">
              <a:defRPr>
                <a:solidFill>
                  <a:schemeClr val="tx1"/>
                </a:solidFill>
                <a:latin typeface="Arial" charset="0"/>
                <a:ea typeface="MS PGothic" pitchFamily="34" charset="-128"/>
              </a:defRPr>
            </a:lvl1pPr>
            <a:lvl2pPr marL="742950" indent="-285750" eaLnBrk="0" hangingPunct="0">
              <a:defRPr>
                <a:solidFill>
                  <a:schemeClr val="tx1"/>
                </a:solidFill>
                <a:latin typeface="Arial" charset="0"/>
                <a:ea typeface="MS PGothic" pitchFamily="34" charset="-128"/>
              </a:defRPr>
            </a:lvl2pPr>
            <a:lvl3pPr marL="1143000" indent="-228600" eaLnBrk="0" hangingPunct="0">
              <a:defRPr>
                <a:solidFill>
                  <a:schemeClr val="tx1"/>
                </a:solidFill>
                <a:latin typeface="Arial" charset="0"/>
                <a:ea typeface="MS PGothic" pitchFamily="34" charset="-128"/>
              </a:defRPr>
            </a:lvl3pPr>
            <a:lvl4pPr marL="1600200" indent="-228600" eaLnBrk="0" hangingPunct="0">
              <a:defRPr>
                <a:solidFill>
                  <a:schemeClr val="tx1"/>
                </a:solidFill>
                <a:latin typeface="Arial" charset="0"/>
                <a:ea typeface="MS PGothic" pitchFamily="34" charset="-128"/>
              </a:defRPr>
            </a:lvl4pPr>
            <a:lvl5pPr marL="2057400" indent="-228600" eaLnBrk="0" hangingPunct="0">
              <a:defRPr>
                <a:solidFill>
                  <a:schemeClr val="tx1"/>
                </a:solidFill>
                <a:latin typeface="Arial" charset="0"/>
                <a:ea typeface="MS PGothic" pitchFamily="34" charset="-128"/>
              </a:defRPr>
            </a:lvl5pPr>
            <a:lvl6pPr marL="2514600" indent="-228600" eaLnBrk="0" fontAlgn="base" hangingPunct="0">
              <a:spcBef>
                <a:spcPct val="0"/>
              </a:spcBef>
              <a:spcAft>
                <a:spcPct val="0"/>
              </a:spcAft>
              <a:defRPr>
                <a:solidFill>
                  <a:schemeClr val="tx1"/>
                </a:solidFill>
                <a:latin typeface="Arial" charset="0"/>
                <a:ea typeface="MS PGothic" pitchFamily="34" charset="-128"/>
              </a:defRPr>
            </a:lvl6pPr>
            <a:lvl7pPr marL="2971800" indent="-228600" eaLnBrk="0" fontAlgn="base" hangingPunct="0">
              <a:spcBef>
                <a:spcPct val="0"/>
              </a:spcBef>
              <a:spcAft>
                <a:spcPct val="0"/>
              </a:spcAft>
              <a:defRPr>
                <a:solidFill>
                  <a:schemeClr val="tx1"/>
                </a:solidFill>
                <a:latin typeface="Arial" charset="0"/>
                <a:ea typeface="MS PGothic" pitchFamily="34" charset="-128"/>
              </a:defRPr>
            </a:lvl7pPr>
            <a:lvl8pPr marL="3429000" indent="-228600" eaLnBrk="0" fontAlgn="base" hangingPunct="0">
              <a:spcBef>
                <a:spcPct val="0"/>
              </a:spcBef>
              <a:spcAft>
                <a:spcPct val="0"/>
              </a:spcAft>
              <a:defRPr>
                <a:solidFill>
                  <a:schemeClr val="tx1"/>
                </a:solidFill>
                <a:latin typeface="Arial" charset="0"/>
                <a:ea typeface="MS PGothic" pitchFamily="34" charset="-128"/>
              </a:defRPr>
            </a:lvl8pPr>
            <a:lvl9pPr marL="3886200" indent="-228600" eaLnBrk="0" fontAlgn="base" hangingPunct="0">
              <a:spcBef>
                <a:spcPct val="0"/>
              </a:spcBef>
              <a:spcAft>
                <a:spcPct val="0"/>
              </a:spcAft>
              <a:defRPr>
                <a:solidFill>
                  <a:schemeClr val="tx1"/>
                </a:solidFill>
                <a:latin typeface="Arial" charset="0"/>
                <a:ea typeface="MS PGothic" pitchFamily="34" charset="-128"/>
              </a:defRPr>
            </a:lvl9pPr>
          </a:lstStyle>
          <a:p>
            <a:pPr eaLnBrk="1" hangingPunct="1"/>
            <a:r>
              <a:rPr lang="nb-NO" altLang="nb-NO" sz="1800" dirty="0"/>
              <a:t>10 år på etterskudd</a:t>
            </a:r>
          </a:p>
          <a:p>
            <a:pPr eaLnBrk="1" hangingPunct="1"/>
            <a:r>
              <a:rPr lang="nb-NO" altLang="nb-NO" sz="1800" dirty="0"/>
              <a:t> med registering og</a:t>
            </a:r>
          </a:p>
          <a:p>
            <a:pPr eaLnBrk="1" hangingPunct="1"/>
            <a:r>
              <a:rPr lang="nb-NO" altLang="nb-NO" sz="1800" dirty="0"/>
              <a:t> sjekker ikke </a:t>
            </a:r>
          </a:p>
          <a:p>
            <a:pPr eaLnBrk="1" hangingPunct="1"/>
            <a:r>
              <a:rPr lang="nb-NO" altLang="nb-NO" sz="1800" dirty="0"/>
              <a:t>innleverte dokumenter</a:t>
            </a:r>
          </a:p>
          <a:p>
            <a:pPr eaLnBrk="1" hangingPunct="1"/>
            <a:endParaRPr lang="nb-NO" altLang="nb-NO" sz="1800" dirty="0"/>
          </a:p>
          <a:p>
            <a:pPr eaLnBrk="1" hangingPunct="1"/>
            <a:r>
              <a:rPr lang="nb-NO" altLang="nb-NO" sz="1800" dirty="0"/>
              <a:t>Manglende etterlevelse</a:t>
            </a:r>
          </a:p>
          <a:p>
            <a:pPr eaLnBrk="1" hangingPunct="1"/>
            <a:r>
              <a:rPr lang="nb-NO" altLang="nb-NO" sz="1800" dirty="0"/>
              <a:t>går upåaktet hen. Ingen</a:t>
            </a:r>
          </a:p>
          <a:p>
            <a:pPr eaLnBrk="1" hangingPunct="1"/>
            <a:r>
              <a:rPr lang="nb-NO" altLang="nb-NO" sz="1800" dirty="0"/>
              <a:t> straff for regelbrudd</a:t>
            </a:r>
          </a:p>
          <a:p>
            <a:pPr eaLnBrk="1" hangingPunct="1"/>
            <a:endParaRPr lang="nb-NO" altLang="nb-NO" sz="1800" dirty="0"/>
          </a:p>
          <a:p>
            <a:pPr eaLnBrk="1" hangingPunct="1"/>
            <a:r>
              <a:rPr lang="nb-NO" altLang="nb-NO" sz="1800" dirty="0"/>
              <a:t>Dagens Næringsliv</a:t>
            </a:r>
          </a:p>
          <a:p>
            <a:pPr eaLnBrk="1" hangingPunct="1"/>
            <a:r>
              <a:rPr lang="nb-NO" altLang="nb-NO" sz="1800" dirty="0"/>
              <a:t>måtte få rettsordre</a:t>
            </a:r>
          </a:p>
          <a:p>
            <a:pPr eaLnBrk="1" hangingPunct="1"/>
            <a:r>
              <a:rPr lang="nb-NO" altLang="nb-NO" sz="1800" dirty="0"/>
              <a:t>for å få adgang til </a:t>
            </a:r>
          </a:p>
          <a:p>
            <a:pPr eaLnBrk="1" hangingPunct="1"/>
            <a:r>
              <a:rPr lang="nb-NO" altLang="nb-NO" sz="1800" dirty="0"/>
              <a:t>registeret på tross</a:t>
            </a:r>
          </a:p>
          <a:p>
            <a:pPr eaLnBrk="1" hangingPunct="1"/>
            <a:r>
              <a:rPr lang="nb-NO" altLang="nb-NO" sz="1800" dirty="0"/>
              <a:t>av at det er åpent</a:t>
            </a:r>
          </a:p>
          <a:p>
            <a:pPr eaLnBrk="1" hangingPunct="1"/>
            <a:r>
              <a:rPr lang="nb-NO" altLang="nb-NO" sz="1800" dirty="0"/>
              <a:t>for alle</a:t>
            </a:r>
          </a:p>
          <a:p>
            <a:pPr eaLnBrk="1" hangingPunct="1"/>
            <a:endParaRPr lang="en-US" altLang="nb-NO" dirty="0"/>
          </a:p>
          <a:p>
            <a:pPr eaLnBrk="1" hangingPunct="1"/>
            <a:endParaRPr lang="en-US" altLang="nb-NO" dirty="0"/>
          </a:p>
          <a:p>
            <a:pPr eaLnBrk="1" hangingPunct="1"/>
            <a:endParaRPr lang="en-US" altLang="nb-NO" dirty="0"/>
          </a:p>
          <a:p>
            <a:pPr eaLnBrk="1" hangingPunct="1"/>
            <a:endParaRPr lang="en-US" altLang="nb-NO" dirty="0"/>
          </a:p>
        </p:txBody>
      </p:sp>
      <p:sp>
        <p:nvSpPr>
          <p:cNvPr id="2" name="Slide Number Placeholder 1"/>
          <p:cNvSpPr>
            <a:spLocks noGrp="1"/>
          </p:cNvSpPr>
          <p:nvPr>
            <p:ph type="sldNum" sz="quarter" idx="12"/>
          </p:nvPr>
        </p:nvSpPr>
        <p:spPr/>
        <p:txBody>
          <a:bodyPr/>
          <a:lstStyle/>
          <a:p>
            <a:fld id="{A0FD15BD-E751-434B-A7B6-402A1341C290}" type="slidenum">
              <a:rPr lang="nb-NO" altLang="nb-NO" smtClean="0"/>
              <a:pPr/>
              <a:t>18</a:t>
            </a:fld>
            <a:endParaRPr lang="nb-NO" altLang="nb-NO"/>
          </a:p>
        </p:txBody>
      </p:sp>
    </p:spTree>
    <p:custDataLst>
      <p:tags r:id="rId1"/>
    </p:custDataLst>
    <p:extLst>
      <p:ext uri="{BB962C8B-B14F-4D97-AF65-F5344CB8AC3E}">
        <p14:creationId xmlns:p14="http://schemas.microsoft.com/office/powerpoint/2010/main" val="830793706"/>
      </p:ext>
    </p:extLst>
  </p:cSld>
  <p:clrMapOvr>
    <a:masterClrMapping/>
  </p:clrMapOvr>
  <mc:AlternateContent xmlns:mc="http://schemas.openxmlformats.org/markup-compatibility/2006" xmlns:p14="http://schemas.microsoft.com/office/powerpoint/2010/main">
    <mc:Choice Requires="p14">
      <p:transition spd="slow" p14:dur="2000" advTm="93869"/>
    </mc:Choice>
    <mc:Fallback xmlns="">
      <p:transition spd="slow" advTm="93869"/>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173"/>
                                        </p:tgtEl>
                                        <p:attrNameLst>
                                          <p:attrName>style.visibility</p:attrName>
                                        </p:attrNameLst>
                                      </p:cBhvr>
                                      <p:to>
                                        <p:strVal val="visible"/>
                                      </p:to>
                                    </p:set>
                                    <p:anim calcmode="lin" valueType="num">
                                      <p:cBhvr additive="base">
                                        <p:cTn id="7" dur="500" fill="hold"/>
                                        <p:tgtEl>
                                          <p:spTgt spid="7173"/>
                                        </p:tgtEl>
                                        <p:attrNameLst>
                                          <p:attrName>ppt_x</p:attrName>
                                        </p:attrNameLst>
                                      </p:cBhvr>
                                      <p:tavLst>
                                        <p:tav tm="0">
                                          <p:val>
                                            <p:strVal val="#ppt_x"/>
                                          </p:val>
                                        </p:tav>
                                        <p:tav tm="100000">
                                          <p:val>
                                            <p:strVal val="#ppt_x"/>
                                          </p:val>
                                        </p:tav>
                                      </p:tavLst>
                                    </p:anim>
                                    <p:anim calcmode="lin" valueType="num">
                                      <p:cBhvr additive="base">
                                        <p:cTn id="8" dur="500" fill="hold"/>
                                        <p:tgtEl>
                                          <p:spTgt spid="717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1280" y="684287"/>
            <a:ext cx="8602483" cy="720080"/>
          </a:xfrm>
          <a:solidFill>
            <a:schemeClr val="tx2">
              <a:lumMod val="75000"/>
              <a:lumOff val="25000"/>
            </a:schemeClr>
          </a:solidFill>
        </p:spPr>
        <p:txBody>
          <a:bodyPr/>
          <a:lstStyle/>
          <a:p>
            <a:r>
              <a:rPr lang="nb-NO" dirty="0">
                <a:solidFill>
                  <a:schemeClr val="bg1"/>
                </a:solidFill>
                <a:latin typeface="Palatino Linotype" panose="02040502050505030304" pitchFamily="18" charset="0"/>
              </a:rPr>
              <a:t>Eksempel: Jersey og oljefondet</a:t>
            </a:r>
          </a:p>
        </p:txBody>
      </p:sp>
      <p:sp>
        <p:nvSpPr>
          <p:cNvPr id="3" name="Content Placeholder 2"/>
          <p:cNvSpPr>
            <a:spLocks noGrp="1"/>
          </p:cNvSpPr>
          <p:nvPr>
            <p:ph idx="1"/>
          </p:nvPr>
        </p:nvSpPr>
        <p:spPr>
          <a:xfrm>
            <a:off x="774279" y="1620391"/>
            <a:ext cx="8582271" cy="5358774"/>
          </a:xfrm>
        </p:spPr>
        <p:txBody>
          <a:bodyPr>
            <a:normAutofit/>
          </a:bodyPr>
          <a:lstStyle/>
          <a:p>
            <a:r>
              <a:rPr lang="nb-NO" sz="2400" dirty="0">
                <a:solidFill>
                  <a:schemeClr val="tx1"/>
                </a:solidFill>
                <a:latin typeface="Palatino Linotype" panose="02040502050505030304" pitchFamily="18" charset="0"/>
              </a:rPr>
              <a:t>In 2012, kjøpte oljefondet aksjer for NOK 1,8 milliarder i aksjeselskapet Delta </a:t>
            </a:r>
            <a:r>
              <a:rPr lang="nb-NO" sz="2400" dirty="0" err="1">
                <a:solidFill>
                  <a:schemeClr val="tx1"/>
                </a:solidFill>
                <a:latin typeface="Palatino Linotype" panose="02040502050505030304" pitchFamily="18" charset="0"/>
              </a:rPr>
              <a:t>Topco</a:t>
            </a:r>
            <a:r>
              <a:rPr lang="nb-NO" sz="2400" dirty="0">
                <a:solidFill>
                  <a:schemeClr val="tx1"/>
                </a:solidFill>
                <a:latin typeface="Palatino Linotype" panose="02040502050505030304" pitchFamily="18" charset="0"/>
              </a:rPr>
              <a:t> Ltd som eier </a:t>
            </a:r>
            <a:r>
              <a:rPr lang="nb-NO" sz="2400" i="1" dirty="0" err="1">
                <a:solidFill>
                  <a:schemeClr val="tx1"/>
                </a:solidFill>
                <a:latin typeface="Palatino Linotype" panose="02040502050505030304" pitchFamily="18" charset="0"/>
              </a:rPr>
              <a:t>Formula</a:t>
            </a:r>
            <a:r>
              <a:rPr lang="nb-NO" sz="2400" i="1" dirty="0">
                <a:solidFill>
                  <a:schemeClr val="tx1"/>
                </a:solidFill>
                <a:latin typeface="Palatino Linotype" panose="02040502050505030304" pitchFamily="18" charset="0"/>
              </a:rPr>
              <a:t> 1 Racing</a:t>
            </a:r>
            <a:endParaRPr lang="nb-NO" sz="2400" dirty="0">
              <a:solidFill>
                <a:schemeClr val="tx1"/>
              </a:solidFill>
              <a:latin typeface="Palatino Linotype" panose="02040502050505030304" pitchFamily="18" charset="0"/>
            </a:endParaRPr>
          </a:p>
          <a:p>
            <a:pPr lvl="1"/>
            <a:r>
              <a:rPr lang="nb-NO" dirty="0">
                <a:solidFill>
                  <a:schemeClr val="tx1"/>
                </a:solidFill>
                <a:latin typeface="Palatino Linotype" panose="02040502050505030304" pitchFamily="18" charset="0"/>
              </a:rPr>
              <a:t>Aksjene ble « </a:t>
            </a:r>
            <a:r>
              <a:rPr lang="nb-NO" i="1" dirty="0">
                <a:solidFill>
                  <a:schemeClr val="tx1"/>
                </a:solidFill>
                <a:latin typeface="Palatino Linotype" panose="02040502050505030304" pitchFamily="18" charset="0"/>
              </a:rPr>
              <a:t>held in trust</a:t>
            </a:r>
            <a:r>
              <a:rPr lang="nb-NO" dirty="0">
                <a:solidFill>
                  <a:schemeClr val="tx1"/>
                </a:solidFill>
                <a:latin typeface="Palatino Linotype" panose="02040502050505030304" pitchFamily="18" charset="0"/>
              </a:rPr>
              <a:t>» av et selskap på Jersey kalt Juris Ltd</a:t>
            </a:r>
          </a:p>
          <a:p>
            <a:endParaRPr lang="en-US" sz="2400" dirty="0">
              <a:solidFill>
                <a:schemeClr val="tx1"/>
              </a:solidFill>
              <a:latin typeface="Palatino Linotype" panose="02040502050505030304" pitchFamily="18" charset="0"/>
            </a:endParaRPr>
          </a:p>
          <a:p>
            <a:pPr marL="0" indent="0">
              <a:buNone/>
            </a:pPr>
            <a:r>
              <a:rPr lang="en-US" sz="2400" dirty="0">
                <a:solidFill>
                  <a:schemeClr val="tx1"/>
                </a:solidFill>
                <a:latin typeface="Palatino Linotype" panose="02040502050505030304" pitchFamily="18" charset="0"/>
              </a:rPr>
              <a:t>“The US Subcommittee of Investigations looked into Juris Ltd in connection with the Enron scandal and concluded that Juris Ltd  </a:t>
            </a:r>
            <a:r>
              <a:rPr lang="en-US" sz="2400" i="1" dirty="0">
                <a:solidFill>
                  <a:schemeClr val="tx1"/>
                </a:solidFill>
                <a:latin typeface="Palatino Linotype" panose="02040502050505030304" pitchFamily="18" charset="0"/>
              </a:rPr>
              <a:t>was a company controlled by a trust used to process fictitious transactions and hide debt in Enron’s books</a:t>
            </a:r>
            <a:r>
              <a:rPr lang="en-US" sz="2400" dirty="0">
                <a:solidFill>
                  <a:schemeClr val="tx1"/>
                </a:solidFill>
                <a:latin typeface="Palatino Linotype" panose="02040502050505030304" pitchFamily="18" charset="0"/>
              </a:rPr>
              <a:t>”.</a:t>
            </a:r>
          </a:p>
          <a:p>
            <a:endParaRPr lang="nb-NO" dirty="0">
              <a:solidFill>
                <a:schemeClr val="tx1"/>
              </a:solidFill>
            </a:endParaRPr>
          </a:p>
          <a:p>
            <a:endParaRPr lang="nb-NO" dirty="0"/>
          </a:p>
        </p:txBody>
      </p:sp>
      <p:sp>
        <p:nvSpPr>
          <p:cNvPr id="4" name="Slide Number Placeholder 3"/>
          <p:cNvSpPr>
            <a:spLocks noGrp="1"/>
          </p:cNvSpPr>
          <p:nvPr>
            <p:ph type="sldNum" sz="quarter" idx="12"/>
          </p:nvPr>
        </p:nvSpPr>
        <p:spPr/>
        <p:txBody>
          <a:bodyPr/>
          <a:lstStyle/>
          <a:p>
            <a:fld id="{3FA4DDC8-1D0B-4B83-8CF0-4F24D54506BB}" type="slidenum">
              <a:rPr lang="nb-NO" smtClean="0"/>
              <a:pPr/>
              <a:t>19</a:t>
            </a:fld>
            <a:endParaRPr lang="nb-NO"/>
          </a:p>
        </p:txBody>
      </p:sp>
    </p:spTree>
    <p:custDataLst>
      <p:tags r:id="rId1"/>
    </p:custDataLst>
    <p:extLst>
      <p:ext uri="{BB962C8B-B14F-4D97-AF65-F5344CB8AC3E}">
        <p14:creationId xmlns:p14="http://schemas.microsoft.com/office/powerpoint/2010/main" val="4111854791"/>
      </p:ext>
    </p:extLst>
  </p:cSld>
  <p:clrMapOvr>
    <a:masterClrMapping/>
  </p:clrMapOvr>
  <mc:AlternateContent xmlns:mc="http://schemas.openxmlformats.org/markup-compatibility/2006" xmlns:p14="http://schemas.microsoft.com/office/powerpoint/2010/main">
    <mc:Choice Requires="p14">
      <p:transition spd="slow" p14:dur="2000" advTm="86697"/>
    </mc:Choice>
    <mc:Fallback xmlns="">
      <p:transition spd="slow" advTm="8669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3384" y="226794"/>
            <a:ext cx="7732885" cy="1559006"/>
          </a:xfrm>
        </p:spPr>
        <p:txBody>
          <a:bodyPr>
            <a:normAutofit fontScale="90000"/>
          </a:bodyPr>
          <a:lstStyle/>
          <a:p>
            <a:r>
              <a:rPr lang="nb-NO" sz="2800" dirty="0">
                <a:solidFill>
                  <a:srgbClr val="FF0000"/>
                </a:solidFill>
                <a:latin typeface="Palatino Linotype" panose="02040502050505030304" pitchFamily="18" charset="0"/>
              </a:rPr>
              <a:t>Eksempel (forts. Jersey og oljefondet)</a:t>
            </a:r>
            <a:br>
              <a:rPr lang="nb-NO" sz="2800" dirty="0">
                <a:solidFill>
                  <a:srgbClr val="FF0000"/>
                </a:solidFill>
                <a:latin typeface="Palatino Linotype" panose="02040502050505030304" pitchFamily="18" charset="0"/>
              </a:rPr>
            </a:br>
            <a:r>
              <a:rPr lang="nb-NO" sz="2700" dirty="0">
                <a:solidFill>
                  <a:srgbClr val="FF0000"/>
                </a:solidFill>
                <a:latin typeface="Palatino Linotype" panose="02040502050505030304" pitchFamily="18" charset="0"/>
              </a:rPr>
              <a:t>Journalister fra DN reiste til Jersey for å sjekke Juris Ltd. </a:t>
            </a:r>
            <a:br>
              <a:rPr lang="nb-NO" sz="2700" dirty="0">
                <a:latin typeface="Palatino Linotype" panose="02040502050505030304" pitchFamily="18" charset="0"/>
              </a:rPr>
            </a:br>
            <a:endParaRPr lang="nb-NO" sz="2800" dirty="0">
              <a:latin typeface="Palatino Linotype" panose="02040502050505030304" pitchFamily="18" charset="0"/>
            </a:endParaRPr>
          </a:p>
        </p:txBody>
      </p:sp>
      <p:sp>
        <p:nvSpPr>
          <p:cNvPr id="3" name="Content Placeholder 2"/>
          <p:cNvSpPr>
            <a:spLocks noGrp="1"/>
          </p:cNvSpPr>
          <p:nvPr>
            <p:ph idx="1"/>
          </p:nvPr>
        </p:nvSpPr>
        <p:spPr/>
        <p:txBody>
          <a:bodyPr>
            <a:normAutofit fontScale="92500" lnSpcReduction="10000"/>
          </a:bodyPr>
          <a:lstStyle/>
          <a:p>
            <a:r>
              <a:rPr lang="nb-NO" b="1" dirty="0">
                <a:latin typeface="Calibri" panose="020F0502020204030204" pitchFamily="34" charset="0"/>
                <a:ea typeface="Calibri" panose="020F0502020204030204" pitchFamily="34" charset="0"/>
                <a:cs typeface="Calibri" panose="020F0502020204030204" pitchFamily="34" charset="0"/>
              </a:rPr>
              <a:t> </a:t>
            </a:r>
            <a:r>
              <a:rPr lang="nb-NO" dirty="0">
                <a:latin typeface="Calibri" panose="020F0502020204030204" pitchFamily="34" charset="0"/>
                <a:ea typeface="Calibri" panose="020F0502020204030204" pitchFamily="34" charset="0"/>
                <a:cs typeface="Calibri" panose="020F0502020204030204" pitchFamily="34" charset="0"/>
              </a:rPr>
              <a:t>Det var ikke mulig å slå fast om selskapet hadde et styre </a:t>
            </a:r>
          </a:p>
          <a:p>
            <a:endParaRPr lang="nb-NO" dirty="0">
              <a:latin typeface="Calibri" panose="020F0502020204030204" pitchFamily="34" charset="0"/>
              <a:ea typeface="Calibri" panose="020F0502020204030204" pitchFamily="34" charset="0"/>
              <a:cs typeface="Calibri" panose="020F0502020204030204" pitchFamily="34" charset="0"/>
            </a:endParaRPr>
          </a:p>
          <a:p>
            <a:r>
              <a:rPr lang="nb-NO" dirty="0">
                <a:latin typeface="Calibri" panose="020F0502020204030204" pitchFamily="34" charset="0"/>
                <a:ea typeface="Calibri" panose="020F0502020204030204" pitchFamily="34" charset="0"/>
                <a:cs typeface="Calibri" panose="020F0502020204030204" pitchFamily="34" charset="0"/>
              </a:rPr>
              <a:t>Det fantes ikke regnskaper for Juris Ltd </a:t>
            </a:r>
          </a:p>
          <a:p>
            <a:endParaRPr lang="nb-NO" dirty="0">
              <a:latin typeface="Calibri" panose="020F0502020204030204" pitchFamily="34" charset="0"/>
              <a:ea typeface="Calibri" panose="020F0502020204030204" pitchFamily="34" charset="0"/>
              <a:cs typeface="Calibri" panose="020F0502020204030204" pitchFamily="34" charset="0"/>
            </a:endParaRPr>
          </a:p>
          <a:p>
            <a:r>
              <a:rPr lang="nb-NO" dirty="0">
                <a:latin typeface="Calibri" panose="020F0502020204030204" pitchFamily="34" charset="0"/>
                <a:ea typeface="Calibri" panose="020F0502020204030204" pitchFamily="34" charset="0"/>
                <a:cs typeface="Calibri" panose="020F0502020204030204" pitchFamily="34" charset="0"/>
              </a:rPr>
              <a:t>Juris Ltd hadde ingen kontaktperson</a:t>
            </a:r>
          </a:p>
          <a:p>
            <a:endParaRPr lang="nb-NO" dirty="0">
              <a:latin typeface="Calibri" panose="020F0502020204030204" pitchFamily="34" charset="0"/>
              <a:ea typeface="Calibri" panose="020F0502020204030204" pitchFamily="34" charset="0"/>
              <a:cs typeface="Calibri" panose="020F0502020204030204" pitchFamily="34" charset="0"/>
            </a:endParaRPr>
          </a:p>
          <a:p>
            <a:r>
              <a:rPr lang="nb-NO" dirty="0">
                <a:latin typeface="Calibri" panose="020F0502020204030204" pitchFamily="34" charset="0"/>
                <a:ea typeface="Calibri" panose="020F0502020204030204" pitchFamily="34" charset="0"/>
                <a:cs typeface="Calibri" panose="020F0502020204030204" pitchFamily="34" charset="0"/>
              </a:rPr>
              <a:t>Et tilretteleggerselskap (State Street Services Jersey Ltd) var oppført som eier av aksjene i Juris Ltd.</a:t>
            </a:r>
          </a:p>
          <a:p>
            <a:endParaRPr lang="nb-NO" dirty="0">
              <a:latin typeface="Calibri" panose="020F0502020204030204" pitchFamily="34" charset="0"/>
              <a:ea typeface="Calibri" panose="020F0502020204030204" pitchFamily="34" charset="0"/>
              <a:cs typeface="Calibri" panose="020F0502020204030204" pitchFamily="34" charset="0"/>
            </a:endParaRPr>
          </a:p>
          <a:p>
            <a:r>
              <a:rPr lang="nb-NO" dirty="0">
                <a:latin typeface="Calibri" panose="020F0502020204030204" pitchFamily="34" charset="0"/>
                <a:ea typeface="Calibri" panose="020F0502020204030204" pitchFamily="34" charset="0"/>
                <a:cs typeface="Calibri" panose="020F0502020204030204" pitchFamily="34" charset="0"/>
              </a:rPr>
              <a:t>Det var ikke mulig å etablere om Juris Ltd var det selskapet som hadde aksjene «in trust» for Oljefondet</a:t>
            </a:r>
          </a:p>
          <a:p>
            <a:endParaRPr lang="nb-NO" dirty="0">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12"/>
          </p:nvPr>
        </p:nvSpPr>
        <p:spPr/>
        <p:txBody>
          <a:bodyPr/>
          <a:lstStyle/>
          <a:p>
            <a:fld id="{3FA4DDC8-1D0B-4B83-8CF0-4F24D54506BB}" type="slidenum">
              <a:rPr lang="nb-NO" smtClean="0"/>
              <a:pPr/>
              <a:t>20</a:t>
            </a:fld>
            <a:endParaRPr lang="nb-NO"/>
          </a:p>
        </p:txBody>
      </p:sp>
    </p:spTree>
    <p:custDataLst>
      <p:tags r:id="rId1"/>
    </p:custDataLst>
    <p:extLst>
      <p:ext uri="{BB962C8B-B14F-4D97-AF65-F5344CB8AC3E}">
        <p14:creationId xmlns:p14="http://schemas.microsoft.com/office/powerpoint/2010/main" val="3561929025"/>
      </p:ext>
    </p:extLst>
  </p:cSld>
  <p:clrMapOvr>
    <a:masterClrMapping/>
  </p:clrMapOvr>
  <mc:AlternateContent xmlns:mc="http://schemas.openxmlformats.org/markup-compatibility/2006" xmlns:p14="http://schemas.microsoft.com/office/powerpoint/2010/main">
    <mc:Choice Requires="p14">
      <p:transition spd="slow" p14:dur="2000" advTm="82942"/>
    </mc:Choice>
    <mc:Fallback xmlns="">
      <p:transition spd="slow" advTm="8294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 calcmode="lin" valueType="num">
                                      <p:cBhvr additive="base">
                                        <p:cTn id="2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anim calcmode="lin" valueType="num">
                                      <p:cBhvr additive="base">
                                        <p:cTn id="3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1983" y="1082627"/>
            <a:ext cx="9185715" cy="5344356"/>
          </a:xfrm>
          <a:prstGeom prst="rect">
            <a:avLst/>
          </a:prstGeom>
        </p:spPr>
      </p:pic>
      <p:sp>
        <p:nvSpPr>
          <p:cNvPr id="3" name="TextBox 2"/>
          <p:cNvSpPr txBox="1"/>
          <p:nvPr/>
        </p:nvSpPr>
        <p:spPr>
          <a:xfrm>
            <a:off x="3973832" y="1661140"/>
            <a:ext cx="2066116" cy="1001813"/>
          </a:xfrm>
          <a:prstGeom prst="rect">
            <a:avLst/>
          </a:prstGeom>
          <a:noFill/>
        </p:spPr>
        <p:txBody>
          <a:bodyPr wrap="square" rtlCol="0">
            <a:spAutoFit/>
          </a:bodyPr>
          <a:lstStyle/>
          <a:p>
            <a:r>
              <a:rPr lang="nb-NO" sz="1970" b="1" dirty="0">
                <a:solidFill>
                  <a:srgbClr val="FF0000"/>
                </a:solidFill>
              </a:rPr>
              <a:t>ANNUAL RETURN </a:t>
            </a:r>
          </a:p>
          <a:p>
            <a:r>
              <a:rPr lang="nb-NO" sz="1970" b="1" dirty="0">
                <a:solidFill>
                  <a:srgbClr val="FF0000"/>
                </a:solidFill>
              </a:rPr>
              <a:t>FOR JURIS Ltd.</a:t>
            </a:r>
            <a:endParaRPr lang="nb-NO" sz="1642" b="1" dirty="0">
              <a:solidFill>
                <a:srgbClr val="FF0000"/>
              </a:solidFill>
            </a:endParaRPr>
          </a:p>
        </p:txBody>
      </p:sp>
    </p:spTree>
    <p:extLst>
      <p:ext uri="{BB962C8B-B14F-4D97-AF65-F5344CB8AC3E}">
        <p14:creationId xmlns:p14="http://schemas.microsoft.com/office/powerpoint/2010/main" val="345378663"/>
      </p:ext>
    </p:extLst>
  </p:cSld>
  <p:clrMapOvr>
    <a:masterClrMapping/>
  </p:clrMapOvr>
  <mc:AlternateContent xmlns:mc="http://schemas.openxmlformats.org/markup-compatibility/2006" xmlns:p14="http://schemas.microsoft.com/office/powerpoint/2010/main">
    <mc:Choice Requires="p14">
      <p:transition spd="slow" p14:dur="2000" advTm="53865"/>
    </mc:Choice>
    <mc:Fallback xmlns="">
      <p:transition spd="slow" advTm="53865"/>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6122" y="108223"/>
            <a:ext cx="7732885" cy="1152128"/>
          </a:xfrm>
        </p:spPr>
        <p:txBody>
          <a:bodyPr>
            <a:noAutofit/>
          </a:bodyPr>
          <a:lstStyle/>
          <a:p>
            <a:r>
              <a:rPr lang="en-US" sz="2800" b="1" dirty="0"/>
              <a:t>Financial Times 8 April, 2016, Michael </a:t>
            </a:r>
            <a:r>
              <a:rPr lang="en-US" sz="2800" b="1" dirty="0" err="1"/>
              <a:t>Stothard</a:t>
            </a:r>
            <a:r>
              <a:rPr lang="en-US" sz="2800" b="1" dirty="0"/>
              <a:t>, ”</a:t>
            </a:r>
            <a:r>
              <a:rPr lang="en-US" sz="2800" b="1" i="1" dirty="0">
                <a:hlinkClick r:id="rId3"/>
              </a:rPr>
              <a:t>My brief career as a tax pirate</a:t>
            </a:r>
            <a:r>
              <a:rPr lang="is-IS" sz="2800" b="1" dirty="0"/>
              <a:t>”</a:t>
            </a:r>
            <a:endParaRPr lang="nb-NO" sz="2800" b="1" dirty="0"/>
          </a:p>
        </p:txBody>
      </p:sp>
      <p:sp>
        <p:nvSpPr>
          <p:cNvPr id="3" name="Content Placeholder 2"/>
          <p:cNvSpPr>
            <a:spLocks noGrp="1"/>
          </p:cNvSpPr>
          <p:nvPr>
            <p:ph idx="1"/>
          </p:nvPr>
        </p:nvSpPr>
        <p:spPr>
          <a:xfrm>
            <a:off x="900138" y="1404367"/>
            <a:ext cx="8582271" cy="5358774"/>
          </a:xfrm>
        </p:spPr>
        <p:txBody>
          <a:bodyPr>
            <a:normAutofit/>
          </a:bodyPr>
          <a:lstStyle/>
          <a:p>
            <a:pPr marL="0" indent="0">
              <a:buNone/>
            </a:pPr>
            <a:r>
              <a:rPr lang="en-US" sz="2300" dirty="0"/>
              <a:t>"</a:t>
            </a:r>
            <a:r>
              <a:rPr lang="en-US" sz="2300" i="1" dirty="0"/>
              <a:t>These nominees </a:t>
            </a:r>
            <a:r>
              <a:rPr lang="en-US" sz="2300" i="1" dirty="0">
                <a:solidFill>
                  <a:srgbClr val="FF0000"/>
                </a:solidFill>
              </a:rPr>
              <a:t>on paper own and control my company</a:t>
            </a:r>
            <a:r>
              <a:rPr lang="en-US" sz="2300" i="1" dirty="0"/>
              <a:t>, but in practice </a:t>
            </a:r>
            <a:r>
              <a:rPr lang="en-US" sz="2300" i="1" dirty="0">
                <a:solidFill>
                  <a:srgbClr val="FF0000"/>
                </a:solidFill>
              </a:rPr>
              <a:t>sign all decision-making power </a:t>
            </a:r>
            <a:r>
              <a:rPr lang="en-US" sz="2300" i="1" dirty="0"/>
              <a:t>to me</a:t>
            </a:r>
            <a:r>
              <a:rPr lang="en-US" sz="2300" dirty="0"/>
              <a:t>”</a:t>
            </a:r>
          </a:p>
          <a:p>
            <a:endParaRPr lang="en-US" sz="2300" dirty="0"/>
          </a:p>
          <a:p>
            <a:pPr marL="0" indent="0">
              <a:buNone/>
            </a:pPr>
            <a:r>
              <a:rPr lang="en-US" sz="2300" dirty="0"/>
              <a:t>“</a:t>
            </a:r>
            <a:r>
              <a:rPr lang="en-US" sz="2300" i="1" dirty="0"/>
              <a:t>I asked Emily (employee in the service provider company) if the nominees </a:t>
            </a:r>
            <a:r>
              <a:rPr lang="en-US" sz="2300" i="1" dirty="0">
                <a:solidFill>
                  <a:srgbClr val="FF0000"/>
                </a:solidFill>
              </a:rPr>
              <a:t>could run off with my money</a:t>
            </a:r>
            <a:r>
              <a:rPr lang="en-US" sz="2300" i="1" dirty="0"/>
              <a:t> as they did </a:t>
            </a:r>
            <a:r>
              <a:rPr lang="en-US" sz="2300" i="1" dirty="0">
                <a:solidFill>
                  <a:srgbClr val="FF0000"/>
                </a:solidFill>
              </a:rPr>
              <a:t>technically own my company</a:t>
            </a:r>
            <a:r>
              <a:rPr lang="en-US" sz="2300" dirty="0"/>
              <a:t>” </a:t>
            </a:r>
          </a:p>
          <a:p>
            <a:endParaRPr lang="en-US" sz="2300" dirty="0"/>
          </a:p>
          <a:p>
            <a:pPr marL="0" indent="0">
              <a:buNone/>
            </a:pPr>
            <a:r>
              <a:rPr lang="en-US" sz="2300" dirty="0"/>
              <a:t>“</a:t>
            </a:r>
            <a:r>
              <a:rPr lang="en-US" sz="2300" i="1" dirty="0"/>
              <a:t>They are a director and shareholder, but they are just there in name only, and they </a:t>
            </a:r>
            <a:r>
              <a:rPr lang="en-US" sz="2300" i="1" dirty="0">
                <a:solidFill>
                  <a:srgbClr val="FF0000"/>
                </a:solidFill>
              </a:rPr>
              <a:t>do sign to confirm that they do not have any active part in the company</a:t>
            </a:r>
            <a:r>
              <a:rPr lang="en-US" sz="2300" i="1" dirty="0"/>
              <a:t>,” she said reassuringly.”</a:t>
            </a:r>
            <a:endParaRPr lang="nb-NO" sz="2300" i="1" dirty="0"/>
          </a:p>
        </p:txBody>
      </p:sp>
      <p:sp>
        <p:nvSpPr>
          <p:cNvPr id="4" name="Slide Number Placeholder 3"/>
          <p:cNvSpPr>
            <a:spLocks noGrp="1"/>
          </p:cNvSpPr>
          <p:nvPr>
            <p:ph type="sldNum" sz="quarter" idx="12"/>
          </p:nvPr>
        </p:nvSpPr>
        <p:spPr/>
        <p:txBody>
          <a:bodyPr/>
          <a:lstStyle/>
          <a:p>
            <a:fld id="{3FA4DDC8-1D0B-4B83-8CF0-4F24D54506BB}" type="slidenum">
              <a:rPr lang="nb-NO" smtClean="0"/>
              <a:pPr/>
              <a:t>22</a:t>
            </a:fld>
            <a:endParaRPr lang="nb-NO"/>
          </a:p>
        </p:txBody>
      </p:sp>
    </p:spTree>
    <p:custDataLst>
      <p:tags r:id="rId1"/>
    </p:custDataLst>
    <p:extLst>
      <p:ext uri="{BB962C8B-B14F-4D97-AF65-F5344CB8AC3E}">
        <p14:creationId xmlns:p14="http://schemas.microsoft.com/office/powerpoint/2010/main" val="382558392"/>
      </p:ext>
    </p:extLst>
  </p:cSld>
  <p:clrMapOvr>
    <a:masterClrMapping/>
  </p:clrMapOvr>
  <mc:AlternateContent xmlns:mc="http://schemas.openxmlformats.org/markup-compatibility/2006" xmlns:p14="http://schemas.microsoft.com/office/powerpoint/2010/main">
    <mc:Choice Requires="p14">
      <p:transition spd="slow" p14:dur="2000" advTm="110082"/>
    </mc:Choice>
    <mc:Fallback xmlns="">
      <p:transition spd="slow" advTm="11008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A4417461-9E8C-4149-9527-1078E30016C7}"/>
              </a:ext>
            </a:extLst>
          </p:cNvPr>
          <p:cNvSpPr>
            <a:spLocks noGrp="1"/>
          </p:cNvSpPr>
          <p:nvPr>
            <p:ph type="title"/>
          </p:nvPr>
        </p:nvSpPr>
        <p:spPr/>
        <p:txBody>
          <a:bodyPr/>
          <a:lstStyle/>
          <a:p>
            <a:r>
              <a:rPr lang="nb-NO" dirty="0"/>
              <a:t>Syv viktige skatteparadis-lekkasjer</a:t>
            </a:r>
            <a:endParaRPr lang="en-US" dirty="0"/>
          </a:p>
        </p:txBody>
      </p:sp>
      <p:sp>
        <p:nvSpPr>
          <p:cNvPr id="3" name="Plassholder for lysbildenummer 2">
            <a:extLst>
              <a:ext uri="{FF2B5EF4-FFF2-40B4-BE49-F238E27FC236}">
                <a16:creationId xmlns:a16="http://schemas.microsoft.com/office/drawing/2014/main" id="{56A1219B-403C-4526-BFA1-74B550EF78DB}"/>
              </a:ext>
            </a:extLst>
          </p:cNvPr>
          <p:cNvSpPr>
            <a:spLocks noGrp="1"/>
          </p:cNvSpPr>
          <p:nvPr>
            <p:ph type="sldNum" sz="quarter" idx="12"/>
          </p:nvPr>
        </p:nvSpPr>
        <p:spPr/>
        <p:txBody>
          <a:bodyPr/>
          <a:lstStyle/>
          <a:p>
            <a:fld id="{3FA4DDC8-1D0B-4B83-8CF0-4F24D54506BB}" type="slidenum">
              <a:rPr lang="nb-NO" smtClean="0"/>
              <a:pPr/>
              <a:t>23</a:t>
            </a:fld>
            <a:endParaRPr lang="nb-NO"/>
          </a:p>
        </p:txBody>
      </p:sp>
      <p:sp>
        <p:nvSpPr>
          <p:cNvPr id="4" name="Plassholder for innhold 3">
            <a:extLst>
              <a:ext uri="{FF2B5EF4-FFF2-40B4-BE49-F238E27FC236}">
                <a16:creationId xmlns:a16="http://schemas.microsoft.com/office/drawing/2014/main" id="{1F6711F4-F196-4E1E-A398-B95F0F27343D}"/>
              </a:ext>
            </a:extLst>
          </p:cNvPr>
          <p:cNvSpPr>
            <a:spLocks noGrp="1"/>
          </p:cNvSpPr>
          <p:nvPr>
            <p:ph idx="1"/>
          </p:nvPr>
        </p:nvSpPr>
        <p:spPr/>
        <p:txBody>
          <a:bodyPr/>
          <a:lstStyle/>
          <a:p>
            <a:r>
              <a:rPr lang="nb-NO" dirty="0"/>
              <a:t>UBS/LGT </a:t>
            </a:r>
          </a:p>
          <a:p>
            <a:r>
              <a:rPr lang="nb-NO" dirty="0"/>
              <a:t>HBSC Suisse</a:t>
            </a:r>
          </a:p>
          <a:p>
            <a:r>
              <a:rPr lang="nb-NO" dirty="0"/>
              <a:t>Julius </a:t>
            </a:r>
            <a:r>
              <a:rPr lang="nb-NO" dirty="0" err="1"/>
              <a:t>Baer</a:t>
            </a:r>
            <a:endParaRPr lang="nb-NO" dirty="0"/>
          </a:p>
          <a:p>
            <a:r>
              <a:rPr lang="nb-NO" dirty="0"/>
              <a:t>British Haven </a:t>
            </a:r>
            <a:r>
              <a:rPr lang="nb-NO" dirty="0" err="1"/>
              <a:t>Leaks</a:t>
            </a:r>
            <a:endParaRPr lang="nb-NO" dirty="0"/>
          </a:p>
          <a:p>
            <a:r>
              <a:rPr lang="nb-NO" dirty="0" err="1"/>
              <a:t>LuxLeaks</a:t>
            </a:r>
            <a:endParaRPr lang="nb-NO" dirty="0"/>
          </a:p>
          <a:p>
            <a:r>
              <a:rPr lang="nb-NO" dirty="0"/>
              <a:t>Panama Papers</a:t>
            </a:r>
          </a:p>
          <a:p>
            <a:r>
              <a:rPr lang="nb-NO" dirty="0"/>
              <a:t>Bahamas </a:t>
            </a:r>
            <a:r>
              <a:rPr lang="nb-NO" dirty="0" err="1"/>
              <a:t>Leak</a:t>
            </a:r>
            <a:endParaRPr lang="en-US" dirty="0"/>
          </a:p>
          <a:p>
            <a:endParaRPr lang="en-US" dirty="0"/>
          </a:p>
        </p:txBody>
      </p:sp>
      <p:pic>
        <p:nvPicPr>
          <p:cNvPr id="6" name="Picture 2">
            <a:extLst>
              <a:ext uri="{FF2B5EF4-FFF2-40B4-BE49-F238E27FC236}">
                <a16:creationId xmlns:a16="http://schemas.microsoft.com/office/drawing/2014/main" id="{81D91044-0276-40B9-A02E-7C0166DD12E9}"/>
              </a:ext>
            </a:extLst>
          </p:cNvPr>
          <p:cNvPicPr>
            <a:picLocks noGrp="1" noChangeAspect="1"/>
          </p:cNvPicPr>
          <p:nvPr>
            <p:ph idx="13"/>
          </p:nvPr>
        </p:nvPicPr>
        <p:blipFill>
          <a:blip r:embed="rId2"/>
          <a:stretch>
            <a:fillRect/>
          </a:stretch>
        </p:blipFill>
        <p:spPr>
          <a:xfrm>
            <a:off x="5322578" y="4500711"/>
            <a:ext cx="2916324" cy="1944216"/>
          </a:xfrm>
          <a:prstGeom prst="rect">
            <a:avLst/>
          </a:prstGeom>
        </p:spPr>
      </p:pic>
      <p:pic>
        <p:nvPicPr>
          <p:cNvPr id="7" name="Picture 3">
            <a:extLst>
              <a:ext uri="{FF2B5EF4-FFF2-40B4-BE49-F238E27FC236}">
                <a16:creationId xmlns:a16="http://schemas.microsoft.com/office/drawing/2014/main" id="{25149FAA-2387-4B63-990B-D765AD90B655}"/>
              </a:ext>
            </a:extLst>
          </p:cNvPr>
          <p:cNvPicPr>
            <a:picLocks noChangeAspect="1"/>
          </p:cNvPicPr>
          <p:nvPr/>
        </p:nvPicPr>
        <p:blipFill>
          <a:blip r:embed="rId3"/>
          <a:stretch>
            <a:fillRect/>
          </a:stretch>
        </p:blipFill>
        <p:spPr>
          <a:xfrm>
            <a:off x="5322578" y="1718147"/>
            <a:ext cx="2770136" cy="2664296"/>
          </a:xfrm>
          <a:prstGeom prst="rect">
            <a:avLst/>
          </a:prstGeom>
        </p:spPr>
      </p:pic>
    </p:spTree>
    <p:extLst>
      <p:ext uri="{BB962C8B-B14F-4D97-AF65-F5344CB8AC3E}">
        <p14:creationId xmlns:p14="http://schemas.microsoft.com/office/powerpoint/2010/main" val="3518319611"/>
      </p:ext>
    </p:extLst>
  </p:cSld>
  <p:clrMapOvr>
    <a:masterClrMapping/>
  </p:clrMapOvr>
  <mc:AlternateContent xmlns:mc="http://schemas.openxmlformats.org/markup-compatibility/2006" xmlns:p14="http://schemas.microsoft.com/office/powerpoint/2010/main">
    <mc:Choice Requires="p14">
      <p:transition spd="slow" p14:dur="2000" advTm="195899"/>
    </mc:Choice>
    <mc:Fallback xmlns="">
      <p:transition spd="slow" advTm="195899"/>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0098" y="756295"/>
            <a:ext cx="8928992" cy="654192"/>
          </a:xfrm>
          <a:solidFill>
            <a:schemeClr val="tx2">
              <a:lumMod val="75000"/>
              <a:lumOff val="25000"/>
            </a:schemeClr>
          </a:solidFill>
        </p:spPr>
        <p:txBody>
          <a:bodyPr>
            <a:normAutofit/>
          </a:bodyPr>
          <a:lstStyle/>
          <a:p>
            <a:r>
              <a:rPr lang="nb-NO" sz="3200" b="1" dirty="0">
                <a:solidFill>
                  <a:schemeClr val="bg1"/>
                </a:solidFill>
              </a:rPr>
              <a:t>Hva har lekkasjene lært oss?</a:t>
            </a:r>
          </a:p>
        </p:txBody>
      </p:sp>
      <p:sp>
        <p:nvSpPr>
          <p:cNvPr id="3" name="Content Placeholder 2"/>
          <p:cNvSpPr>
            <a:spLocks noGrp="1"/>
          </p:cNvSpPr>
          <p:nvPr>
            <p:ph idx="1"/>
          </p:nvPr>
        </p:nvSpPr>
        <p:spPr>
          <a:xfrm>
            <a:off x="540098" y="1908423"/>
            <a:ext cx="9073008" cy="6033273"/>
          </a:xfrm>
        </p:spPr>
        <p:txBody>
          <a:bodyPr>
            <a:noAutofit/>
          </a:bodyPr>
          <a:lstStyle/>
          <a:p>
            <a:r>
              <a:rPr lang="nb-NO" sz="2400" dirty="0">
                <a:latin typeface="Palatino Linotype" panose="02040502050505030304" pitchFamily="18" charset="0"/>
              </a:rPr>
              <a:t>Skatteparadis brukes til skatteunndragelse og skatteplanlegging</a:t>
            </a:r>
          </a:p>
          <a:p>
            <a:endParaRPr lang="nb-NO" sz="2400" dirty="0">
              <a:latin typeface="Palatino Linotype" panose="02040502050505030304" pitchFamily="18" charset="0"/>
            </a:endParaRPr>
          </a:p>
          <a:p>
            <a:r>
              <a:rPr lang="nb-NO" sz="2400" dirty="0">
                <a:latin typeface="Palatino Linotype" panose="02040502050505030304" pitchFamily="18" charset="0"/>
              </a:rPr>
              <a:t>Spesielle stiftelser i skatteparadis brukes til å skjule hvem som reelt disponerer selskaper og midler</a:t>
            </a:r>
          </a:p>
          <a:p>
            <a:endParaRPr lang="nb-NO" sz="2400" dirty="0">
              <a:latin typeface="Palatino Linotype" panose="02040502050505030304" pitchFamily="18" charset="0"/>
            </a:endParaRPr>
          </a:p>
          <a:p>
            <a:r>
              <a:rPr lang="nb-NO" sz="2400" dirty="0">
                <a:latin typeface="Palatino Linotype" panose="02040502050505030304" pitchFamily="18" charset="0"/>
              </a:rPr>
              <a:t>Noen land har hemmelige avtaler med bedrifter om lavere skatt (Irland for eksempel)</a:t>
            </a:r>
          </a:p>
          <a:p>
            <a:endParaRPr lang="nb-NO" sz="2400" dirty="0">
              <a:latin typeface="Palatino Linotype" panose="02040502050505030304" pitchFamily="18" charset="0"/>
            </a:endParaRPr>
          </a:p>
          <a:p>
            <a:r>
              <a:rPr lang="nb-NO" sz="2400" dirty="0">
                <a:latin typeface="Palatino Linotype" panose="02040502050505030304" pitchFamily="18" charset="0"/>
              </a:rPr>
              <a:t>Brukerne er den politiske og økonomiske eliten pluss kriminelle </a:t>
            </a:r>
          </a:p>
          <a:p>
            <a:pPr marL="0" indent="0">
              <a:buNone/>
            </a:pPr>
            <a:r>
              <a:rPr lang="nb-NO" sz="2400" dirty="0">
                <a:latin typeface="Palatino Linotype" panose="02040502050505030304" pitchFamily="18" charset="0"/>
              </a:rPr>
              <a:t>…Queen Elisabeth; Bono; </a:t>
            </a:r>
            <a:r>
              <a:rPr lang="nb-NO" sz="2400" dirty="0" err="1">
                <a:latin typeface="Palatino Linotype" panose="02040502050505030304" pitchFamily="18" charset="0"/>
              </a:rPr>
              <a:t>Messi</a:t>
            </a:r>
            <a:r>
              <a:rPr lang="nb-NO" sz="2400" dirty="0">
                <a:latin typeface="Palatino Linotype" panose="02040502050505030304" pitchFamily="18" charset="0"/>
              </a:rPr>
              <a:t>; Putin; Trump-</a:t>
            </a:r>
            <a:r>
              <a:rPr lang="nb-NO" sz="2400" dirty="0" err="1">
                <a:latin typeface="Palatino Linotype" panose="02040502050505030304" pitchFamily="18" charset="0"/>
              </a:rPr>
              <a:t>circle</a:t>
            </a:r>
            <a:r>
              <a:rPr lang="nb-NO" sz="2400" dirty="0">
                <a:latin typeface="Palatino Linotype" panose="02040502050505030304" pitchFamily="18" charset="0"/>
              </a:rPr>
              <a:t>...</a:t>
            </a:r>
          </a:p>
          <a:p>
            <a:pPr marL="0" indent="0">
              <a:buNone/>
            </a:pPr>
            <a:endParaRPr lang="nb-NO" sz="2200" dirty="0"/>
          </a:p>
          <a:p>
            <a:pPr lvl="1"/>
            <a:endParaRPr lang="nb-NO" sz="1800" dirty="0"/>
          </a:p>
          <a:p>
            <a:endParaRPr lang="nb-NO" sz="3200" dirty="0"/>
          </a:p>
        </p:txBody>
      </p:sp>
      <p:sp>
        <p:nvSpPr>
          <p:cNvPr id="4" name="Slide Number Placeholder 3"/>
          <p:cNvSpPr>
            <a:spLocks noGrp="1"/>
          </p:cNvSpPr>
          <p:nvPr>
            <p:ph type="sldNum" sz="quarter" idx="12"/>
          </p:nvPr>
        </p:nvSpPr>
        <p:spPr/>
        <p:txBody>
          <a:bodyPr/>
          <a:lstStyle/>
          <a:p>
            <a:fld id="{3FA4DDC8-1D0B-4B83-8CF0-4F24D54506BB}" type="slidenum">
              <a:rPr lang="nb-NO" smtClean="0"/>
              <a:pPr/>
              <a:t>24</a:t>
            </a:fld>
            <a:endParaRPr lang="nb-NO"/>
          </a:p>
        </p:txBody>
      </p:sp>
    </p:spTree>
    <p:custDataLst>
      <p:tags r:id="rId1"/>
    </p:custDataLst>
    <p:extLst>
      <p:ext uri="{BB962C8B-B14F-4D97-AF65-F5344CB8AC3E}">
        <p14:creationId xmlns:p14="http://schemas.microsoft.com/office/powerpoint/2010/main" val="1340187351"/>
      </p:ext>
    </p:extLst>
  </p:cSld>
  <p:clrMapOvr>
    <a:masterClrMapping/>
  </p:clrMapOvr>
  <mc:AlternateContent xmlns:mc="http://schemas.openxmlformats.org/markup-compatibility/2006" xmlns:p14="http://schemas.microsoft.com/office/powerpoint/2010/main">
    <mc:Choice Requires="p14">
      <p:transition spd="slow" p14:dur="2000" advTm="100526"/>
    </mc:Choice>
    <mc:Fallback xmlns="">
      <p:transition spd="slow" advTm="100526"/>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BE92E-91B2-F89D-67FA-1C6EE313A5DE}"/>
              </a:ext>
            </a:extLst>
          </p:cNvPr>
          <p:cNvSpPr>
            <a:spLocks noGrp="1"/>
          </p:cNvSpPr>
          <p:nvPr>
            <p:ph type="title"/>
          </p:nvPr>
        </p:nvSpPr>
        <p:spPr>
          <a:xfrm>
            <a:off x="800101" y="756295"/>
            <a:ext cx="8885013" cy="582184"/>
          </a:xfrm>
          <a:solidFill>
            <a:schemeClr val="tx2">
              <a:lumMod val="75000"/>
              <a:lumOff val="25000"/>
            </a:schemeClr>
          </a:solidFill>
        </p:spPr>
        <p:txBody>
          <a:bodyPr/>
          <a:lstStyle/>
          <a:p>
            <a:r>
              <a:rPr lang="nb-NO" dirty="0">
                <a:solidFill>
                  <a:schemeClr val="bg1"/>
                </a:solidFill>
              </a:rPr>
              <a:t>Norge og skatteparadis</a:t>
            </a:r>
          </a:p>
        </p:txBody>
      </p:sp>
      <p:sp>
        <p:nvSpPr>
          <p:cNvPr id="3" name="Content Placeholder 2">
            <a:extLst>
              <a:ext uri="{FF2B5EF4-FFF2-40B4-BE49-F238E27FC236}">
                <a16:creationId xmlns:a16="http://schemas.microsoft.com/office/drawing/2014/main" id="{0C153A41-C5FD-13FB-668A-C3D95D341989}"/>
              </a:ext>
            </a:extLst>
          </p:cNvPr>
          <p:cNvSpPr>
            <a:spLocks noGrp="1"/>
          </p:cNvSpPr>
          <p:nvPr>
            <p:ph idx="1"/>
          </p:nvPr>
        </p:nvSpPr>
        <p:spPr>
          <a:xfrm>
            <a:off x="799200" y="1718826"/>
            <a:ext cx="8885013" cy="5358774"/>
          </a:xfrm>
        </p:spPr>
        <p:txBody>
          <a:bodyPr/>
          <a:lstStyle/>
          <a:p>
            <a:r>
              <a:rPr lang="nb-NO" sz="2400" dirty="0">
                <a:latin typeface="Calibri" panose="020F0502020204030204" pitchFamily="34" charset="0"/>
                <a:ea typeface="Calibri" panose="020F0502020204030204" pitchFamily="34" charset="0"/>
                <a:cs typeface="Calibri" panose="020F0502020204030204" pitchFamily="34" charset="0"/>
              </a:rPr>
              <a:t>De aller rikeste i Norge er de største brukerne av skatteparadis</a:t>
            </a:r>
          </a:p>
          <a:p>
            <a:endParaRPr lang="nb-NO" sz="2400" dirty="0">
              <a:latin typeface="Calibri" panose="020F0502020204030204" pitchFamily="34" charset="0"/>
              <a:ea typeface="Calibri" panose="020F0502020204030204" pitchFamily="34" charset="0"/>
              <a:cs typeface="Calibri" panose="020F0502020204030204" pitchFamily="34" charset="0"/>
            </a:endParaRPr>
          </a:p>
          <a:p>
            <a:r>
              <a:rPr lang="nb-NO" sz="2400" dirty="0">
                <a:latin typeface="Calibri" panose="020F0502020204030204" pitchFamily="34" charset="0"/>
                <a:ea typeface="Calibri" panose="020F0502020204030204" pitchFamily="34" charset="0"/>
                <a:cs typeface="Calibri" panose="020F0502020204030204" pitchFamily="34" charset="0"/>
              </a:rPr>
              <a:t>Halvparten av all formue skjult i skatteparadis i Norge tilhører den 1% rikeste andelen av befolkningen i Norge </a:t>
            </a:r>
          </a:p>
          <a:p>
            <a:endParaRPr lang="nb-NO" sz="2400"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nb-NO" sz="2400" i="1" dirty="0">
                <a:latin typeface="Calibri" panose="020F0502020204030204" pitchFamily="34" charset="0"/>
                <a:ea typeface="Calibri" panose="020F0502020204030204" pitchFamily="34" charset="0"/>
                <a:cs typeface="Calibri" panose="020F0502020204030204" pitchFamily="34" charset="0"/>
              </a:rPr>
              <a:t>Kilde: </a:t>
            </a:r>
            <a:r>
              <a:rPr lang="nb-NO" sz="2400" i="1" dirty="0" err="1">
                <a:latin typeface="Calibri" panose="020F0502020204030204" pitchFamily="34" charset="0"/>
                <a:ea typeface="Calibri" panose="020F0502020204030204" pitchFamily="34" charset="0"/>
                <a:cs typeface="Calibri" panose="020F0502020204030204" pitchFamily="34" charset="0"/>
              </a:rPr>
              <a:t>Alstadsæther</a:t>
            </a:r>
            <a:r>
              <a:rPr lang="nb-NO" sz="2400" i="1" dirty="0">
                <a:latin typeface="Calibri" panose="020F0502020204030204" pitchFamily="34" charset="0"/>
                <a:ea typeface="Calibri" panose="020F0502020204030204" pitchFamily="34" charset="0"/>
                <a:cs typeface="Calibri" panose="020F0502020204030204" pitchFamily="34" charset="0"/>
              </a:rPr>
              <a:t>, Johannesen og Zucman 2017, American Economic Review.</a:t>
            </a:r>
            <a:endParaRPr lang="nb-NO" sz="2400" dirty="0">
              <a:latin typeface="Calibri" panose="020F0502020204030204" pitchFamily="34" charset="0"/>
              <a:ea typeface="Calibri" panose="020F0502020204030204" pitchFamily="34" charset="0"/>
              <a:cs typeface="Calibri" panose="020F0502020204030204" pitchFamily="34" charset="0"/>
            </a:endParaRPr>
          </a:p>
          <a:p>
            <a:endParaRPr lang="nb-NO" dirty="0">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AD715FDC-EBFC-B3BB-05B3-9F19AB159616}"/>
              </a:ext>
            </a:extLst>
          </p:cNvPr>
          <p:cNvSpPr>
            <a:spLocks noGrp="1"/>
          </p:cNvSpPr>
          <p:nvPr>
            <p:ph type="sldNum" sz="quarter" idx="12"/>
          </p:nvPr>
        </p:nvSpPr>
        <p:spPr/>
        <p:txBody>
          <a:bodyPr/>
          <a:lstStyle/>
          <a:p>
            <a:fld id="{3FA4DDC8-1D0B-4B83-8CF0-4F24D54506BB}" type="slidenum">
              <a:rPr lang="nb-NO" smtClean="0"/>
              <a:pPr/>
              <a:t>25</a:t>
            </a:fld>
            <a:endParaRPr lang="nb-NO"/>
          </a:p>
        </p:txBody>
      </p:sp>
    </p:spTree>
    <p:extLst>
      <p:ext uri="{BB962C8B-B14F-4D97-AF65-F5344CB8AC3E}">
        <p14:creationId xmlns:p14="http://schemas.microsoft.com/office/powerpoint/2010/main" val="24623631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0097" y="828303"/>
            <a:ext cx="8843665" cy="576064"/>
          </a:xfrm>
          <a:solidFill>
            <a:schemeClr val="tx2">
              <a:lumMod val="75000"/>
              <a:lumOff val="25000"/>
            </a:schemeClr>
          </a:solidFill>
        </p:spPr>
        <p:txBody>
          <a:bodyPr>
            <a:noAutofit/>
          </a:bodyPr>
          <a:lstStyle/>
          <a:p>
            <a:r>
              <a:rPr lang="nb-NO" sz="2600" b="1" dirty="0" err="1">
                <a:solidFill>
                  <a:schemeClr val="bg1"/>
                </a:solidFill>
                <a:latin typeface="Calibri" panose="020F0502020204030204" pitchFamily="34" charset="0"/>
                <a:ea typeface="Calibri" panose="020F0502020204030204" pitchFamily="34" charset="0"/>
                <a:cs typeface="Calibri" panose="020F0502020204030204" pitchFamily="34" charset="0"/>
              </a:rPr>
              <a:t>Akerlof</a:t>
            </a:r>
            <a:r>
              <a:rPr lang="nb-NO" sz="2600" b="1" dirty="0">
                <a:solidFill>
                  <a:schemeClr val="bg1"/>
                </a:solidFill>
                <a:latin typeface="Calibri" panose="020F0502020204030204" pitchFamily="34" charset="0"/>
                <a:ea typeface="Calibri" panose="020F0502020204030204" pitchFamily="34" charset="0"/>
                <a:cs typeface="Calibri" panose="020F0502020204030204" pitchFamily="34" charset="0"/>
              </a:rPr>
              <a:t>, Spence and </a:t>
            </a:r>
            <a:r>
              <a:rPr lang="nb-NO" sz="2600" b="1" dirty="0" err="1">
                <a:solidFill>
                  <a:schemeClr val="bg1"/>
                </a:solidFill>
                <a:latin typeface="Calibri" panose="020F0502020204030204" pitchFamily="34" charset="0"/>
                <a:ea typeface="Calibri" panose="020F0502020204030204" pitchFamily="34" charset="0"/>
                <a:cs typeface="Calibri" panose="020F0502020204030204" pitchFamily="34" charset="0"/>
              </a:rPr>
              <a:t>Stiglitz</a:t>
            </a:r>
            <a:r>
              <a:rPr lang="nb-NO" sz="2600" b="1" dirty="0">
                <a:solidFill>
                  <a:schemeClr val="bg1"/>
                </a:solidFill>
                <a:latin typeface="Calibri" panose="020F0502020204030204" pitchFamily="34" charset="0"/>
                <a:ea typeface="Calibri" panose="020F0502020204030204" pitchFamily="34" charset="0"/>
                <a:cs typeface="Calibri" panose="020F0502020204030204" pitchFamily="34" charset="0"/>
              </a:rPr>
              <a:t> (Nobelprisen i økonomi 2001)</a:t>
            </a:r>
          </a:p>
        </p:txBody>
      </p:sp>
      <p:sp>
        <p:nvSpPr>
          <p:cNvPr id="3" name="Content Placeholder 2"/>
          <p:cNvSpPr>
            <a:spLocks noGrp="1"/>
          </p:cNvSpPr>
          <p:nvPr>
            <p:ph idx="1"/>
          </p:nvPr>
        </p:nvSpPr>
        <p:spPr>
          <a:xfrm>
            <a:off x="472639" y="1188343"/>
            <a:ext cx="8582271" cy="5358774"/>
          </a:xfrm>
        </p:spPr>
        <p:txBody>
          <a:bodyPr>
            <a:normAutofit/>
          </a:bodyPr>
          <a:lstStyle/>
          <a:p>
            <a:pPr>
              <a:lnSpc>
                <a:spcPct val="100000"/>
              </a:lnSpc>
            </a:pPr>
            <a:endParaRPr lang="nb-NO" sz="2300" dirty="0"/>
          </a:p>
          <a:p>
            <a:pPr>
              <a:lnSpc>
                <a:spcPct val="100000"/>
              </a:lnSpc>
            </a:pPr>
            <a:endParaRPr lang="nb-NO" dirty="0"/>
          </a:p>
          <a:p>
            <a:pPr>
              <a:lnSpc>
                <a:spcPct val="100000"/>
              </a:lnSpc>
            </a:pPr>
            <a:r>
              <a:rPr lang="nb-NO" sz="2400" dirty="0"/>
              <a:t>Informasjonsasymmetrier leader til </a:t>
            </a:r>
            <a:r>
              <a:rPr lang="nb-NO" sz="2400" dirty="0">
                <a:solidFill>
                  <a:srgbClr val="FF0000"/>
                </a:solidFill>
              </a:rPr>
              <a:t>moralsk hasard </a:t>
            </a:r>
            <a:r>
              <a:rPr lang="nb-NO" sz="2400" dirty="0"/>
              <a:t>(ugunstige handlinger) som skaper </a:t>
            </a:r>
            <a:r>
              <a:rPr lang="nb-NO" sz="2400" dirty="0">
                <a:solidFill>
                  <a:srgbClr val="FF0000"/>
                </a:solidFill>
              </a:rPr>
              <a:t>transaksjonskostnader</a:t>
            </a:r>
            <a:r>
              <a:rPr lang="nb-NO" sz="2400" dirty="0"/>
              <a:t> og hemmer markeder. </a:t>
            </a:r>
            <a:endParaRPr lang="nb-NO" sz="2400" i="1" dirty="0">
              <a:solidFill>
                <a:srgbClr val="FF0000"/>
              </a:solidFill>
            </a:endParaRPr>
          </a:p>
          <a:p>
            <a:pPr>
              <a:lnSpc>
                <a:spcPct val="100000"/>
              </a:lnSpc>
            </a:pPr>
            <a:endParaRPr lang="nb-NO" sz="2400" dirty="0"/>
          </a:p>
          <a:p>
            <a:pPr>
              <a:lnSpc>
                <a:spcPct val="100000"/>
              </a:lnSpc>
            </a:pPr>
            <a:r>
              <a:rPr lang="nb-NO" sz="2400" dirty="0"/>
              <a:t>Lovgivningen i skatteparadis skaper informasjonsasymmetrier gjennom hemmeligholdet og fører til </a:t>
            </a:r>
            <a:r>
              <a:rPr lang="nb-NO" sz="2400" u="sng" dirty="0"/>
              <a:t>ugunstige handlinger </a:t>
            </a:r>
            <a:r>
              <a:rPr lang="nb-NO" sz="2400" dirty="0"/>
              <a:t>og </a:t>
            </a:r>
            <a:r>
              <a:rPr lang="nb-NO" sz="2400" u="sng" dirty="0"/>
              <a:t>transaksjonskostnader</a:t>
            </a:r>
            <a:r>
              <a:rPr lang="nb-NO" sz="2400" dirty="0"/>
              <a:t>. </a:t>
            </a:r>
            <a:endParaRPr lang="nb-NO" sz="2400" dirty="0">
              <a:solidFill>
                <a:schemeClr val="tx1"/>
              </a:solidFill>
            </a:endParaRPr>
          </a:p>
          <a:p>
            <a:endParaRPr lang="nb-NO" sz="2300" dirty="0">
              <a:solidFill>
                <a:schemeClr val="tx1"/>
              </a:solidFill>
            </a:endParaRPr>
          </a:p>
        </p:txBody>
      </p:sp>
      <p:sp>
        <p:nvSpPr>
          <p:cNvPr id="4" name="Slide Number Placeholder 3"/>
          <p:cNvSpPr>
            <a:spLocks noGrp="1"/>
          </p:cNvSpPr>
          <p:nvPr>
            <p:ph type="sldNum" sz="quarter" idx="12"/>
          </p:nvPr>
        </p:nvSpPr>
        <p:spPr/>
        <p:txBody>
          <a:bodyPr/>
          <a:lstStyle/>
          <a:p>
            <a:fld id="{3FA4DDC8-1D0B-4B83-8CF0-4F24D54506BB}" type="slidenum">
              <a:rPr lang="nb-NO" smtClean="0"/>
              <a:pPr/>
              <a:t>26</a:t>
            </a:fld>
            <a:endParaRPr lang="nb-NO"/>
          </a:p>
        </p:txBody>
      </p:sp>
    </p:spTree>
    <p:custDataLst>
      <p:tags r:id="rId1"/>
    </p:custDataLst>
    <p:extLst>
      <p:ext uri="{BB962C8B-B14F-4D97-AF65-F5344CB8AC3E}">
        <p14:creationId xmlns:p14="http://schemas.microsoft.com/office/powerpoint/2010/main" val="2388870945"/>
      </p:ext>
    </p:extLst>
  </p:cSld>
  <p:clrMapOvr>
    <a:masterClrMapping/>
  </p:clrMapOvr>
  <mc:AlternateContent xmlns:mc="http://schemas.openxmlformats.org/markup-compatibility/2006" xmlns:p14="http://schemas.microsoft.com/office/powerpoint/2010/main">
    <mc:Choice Requires="p14">
      <p:transition spd="slow" p14:dur="2000" advTm="223402"/>
    </mc:Choice>
    <mc:Fallback xmlns="">
      <p:transition spd="slow" advTm="22340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 calcmode="lin" valueType="num">
                                      <p:cBhvr additive="base">
                                        <p:cTn id="1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1389096-315A-64A8-5FFE-1A66FC15E4F1}"/>
              </a:ext>
            </a:extLst>
          </p:cNvPr>
          <p:cNvSpPr>
            <a:spLocks noGrp="1"/>
          </p:cNvSpPr>
          <p:nvPr>
            <p:ph type="sldNum" sz="quarter" idx="12"/>
          </p:nvPr>
        </p:nvSpPr>
        <p:spPr/>
        <p:txBody>
          <a:bodyPr/>
          <a:lstStyle/>
          <a:p>
            <a:fld id="{3FA4DDC8-1D0B-4B83-8CF0-4F24D54506BB}" type="slidenum">
              <a:rPr lang="nb-NO" smtClean="0"/>
              <a:pPr/>
              <a:t>27</a:t>
            </a:fld>
            <a:endParaRPr lang="nb-NO"/>
          </a:p>
        </p:txBody>
      </p:sp>
      <p:pic>
        <p:nvPicPr>
          <p:cNvPr id="7" name="Picture 6">
            <a:extLst>
              <a:ext uri="{FF2B5EF4-FFF2-40B4-BE49-F238E27FC236}">
                <a16:creationId xmlns:a16="http://schemas.microsoft.com/office/drawing/2014/main" id="{17E3969B-C21C-16FB-127E-209B6A0F4C2F}"/>
              </a:ext>
            </a:extLst>
          </p:cNvPr>
          <p:cNvPicPr>
            <a:picLocks noChangeAspect="1"/>
          </p:cNvPicPr>
          <p:nvPr/>
        </p:nvPicPr>
        <p:blipFill>
          <a:blip r:embed="rId2"/>
          <a:stretch>
            <a:fillRect/>
          </a:stretch>
        </p:blipFill>
        <p:spPr>
          <a:xfrm>
            <a:off x="0" y="520548"/>
            <a:ext cx="10009188" cy="6520167"/>
          </a:xfrm>
          <a:prstGeom prst="rect">
            <a:avLst/>
          </a:prstGeom>
        </p:spPr>
      </p:pic>
    </p:spTree>
    <p:extLst>
      <p:ext uri="{BB962C8B-B14F-4D97-AF65-F5344CB8AC3E}">
        <p14:creationId xmlns:p14="http://schemas.microsoft.com/office/powerpoint/2010/main" val="42145915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Content Placeholder 2">
            <a:extLst>
              <a:ext uri="{FF2B5EF4-FFF2-40B4-BE49-F238E27FC236}">
                <a16:creationId xmlns:a16="http://schemas.microsoft.com/office/drawing/2014/main" id="{EA6B4B03-4922-7FDD-7B03-FA7EA159040B}"/>
              </a:ext>
            </a:extLst>
          </p:cNvPr>
          <p:cNvSpPr>
            <a:spLocks noGrp="1"/>
          </p:cNvSpPr>
          <p:nvPr>
            <p:ph idx="1"/>
          </p:nvPr>
        </p:nvSpPr>
        <p:spPr>
          <a:xfrm>
            <a:off x="312787" y="2052440"/>
            <a:ext cx="9529581" cy="4939472"/>
          </a:xfrm>
        </p:spPr>
        <p:txBody>
          <a:bodyPr>
            <a:normAutofit fontScale="85000" lnSpcReduction="20000"/>
          </a:bodyPr>
          <a:lstStyle/>
          <a:p>
            <a:pPr marL="500451" indent="-500451">
              <a:buFont typeface="Franklin Gothic Demi" panose="020B0703020102020204" pitchFamily="34" charset="0"/>
              <a:buAutoNum type="arabicPeriod"/>
            </a:pPr>
            <a:r>
              <a:rPr lang="en-US" altLang="nb-NO" dirty="0">
                <a:ea typeface="ＭＳ Ｐゴシック" panose="020B0600070205080204" pitchFamily="34" charset="-128"/>
              </a:rPr>
              <a:t>Tax havens encroach heavily on the sovereignty of other countries</a:t>
            </a:r>
          </a:p>
          <a:p>
            <a:pPr marL="500451" indent="-500451">
              <a:buFont typeface="Franklin Gothic Demi" panose="020B0703020102020204" pitchFamily="34" charset="0"/>
              <a:buAutoNum type="arabicPeriod"/>
            </a:pPr>
            <a:r>
              <a:rPr lang="en-US" altLang="nb-NO" dirty="0">
                <a:ea typeface="ＭＳ Ｐゴシック" panose="020B0600070205080204" pitchFamily="34" charset="-128"/>
              </a:rPr>
              <a:t>Tax havens harm the efficiency of financial markets </a:t>
            </a:r>
          </a:p>
          <a:p>
            <a:pPr marL="500451" indent="-500451">
              <a:buFont typeface="Franklin Gothic Demi" panose="020B0703020102020204" pitchFamily="34" charset="0"/>
              <a:buAutoNum type="arabicPeriod"/>
            </a:pPr>
            <a:r>
              <a:rPr lang="en-US" altLang="nb-NO" dirty="0">
                <a:ea typeface="ＭＳ Ｐゴシック" panose="020B0600070205080204" pitchFamily="34" charset="-128"/>
              </a:rPr>
              <a:t>Tax havens undermine national tax systems and increase the costs of taxation</a:t>
            </a:r>
          </a:p>
          <a:p>
            <a:pPr marL="500451" indent="-500451">
              <a:buFont typeface="Franklin Gothic Demi" panose="020B0703020102020204" pitchFamily="34" charset="0"/>
              <a:buAutoNum type="arabicPeriod"/>
            </a:pPr>
            <a:r>
              <a:rPr lang="en-US" altLang="nb-NO" dirty="0">
                <a:ea typeface="ＭＳ Ｐゴシック" panose="020B0600070205080204" pitchFamily="34" charset="-128"/>
              </a:rPr>
              <a:t>Tax havens reduce the efficiency of resource allocation</a:t>
            </a:r>
          </a:p>
          <a:p>
            <a:pPr marL="500451" indent="-500451">
              <a:buFont typeface="Franklin Gothic Demi" panose="020B0703020102020204" pitchFamily="34" charset="0"/>
              <a:buAutoNum type="arabicPeriod"/>
            </a:pPr>
            <a:r>
              <a:rPr lang="en-US" altLang="nb-NO" dirty="0">
                <a:ea typeface="ＭＳ Ｐゴシック" panose="020B0600070205080204" pitchFamily="34" charset="-128"/>
              </a:rPr>
              <a:t>Tax havens make it more profitable to engage in economic crime</a:t>
            </a:r>
          </a:p>
          <a:p>
            <a:pPr marL="500451" indent="-500451">
              <a:buFont typeface="Franklin Gothic Demi" panose="020B0703020102020204" pitchFamily="34" charset="0"/>
              <a:buAutoNum type="arabicPeriod"/>
            </a:pPr>
            <a:r>
              <a:rPr lang="en-US" altLang="nb-NO" dirty="0">
                <a:ea typeface="ＭＳ Ｐゴシック" panose="020B0600070205080204" pitchFamily="34" charset="-128"/>
              </a:rPr>
              <a:t>Tax havens hurt private income too</a:t>
            </a:r>
          </a:p>
          <a:p>
            <a:pPr marL="500451" indent="-500451">
              <a:buFont typeface="Franklin Gothic Demi" panose="020B0703020102020204" pitchFamily="34" charset="0"/>
              <a:buAutoNum type="arabicPeriod"/>
            </a:pPr>
            <a:r>
              <a:rPr lang="en-US" altLang="nb-NO" dirty="0">
                <a:ea typeface="ＭＳ Ｐゴシック" panose="020B0600070205080204" pitchFamily="34" charset="-128"/>
              </a:rPr>
              <a:t>Tax havens hurt institutional quality (bureaucracy at large) and economic growth</a:t>
            </a:r>
            <a:endParaRPr lang="nb-NO" altLang="nb-NO" sz="2627" b="1" i="1" dirty="0">
              <a:solidFill>
                <a:srgbClr val="FF0000"/>
              </a:solidFill>
              <a:ea typeface="ＭＳ Ｐゴシック" panose="020B0600070205080204" pitchFamily="34" charset="-128"/>
            </a:endParaRPr>
          </a:p>
          <a:p>
            <a:pPr marL="500451" indent="-500451" algn="ctr">
              <a:buNone/>
            </a:pPr>
            <a:endParaRPr lang="en-US" altLang="nb-NO" sz="2627" i="1" dirty="0">
              <a:solidFill>
                <a:srgbClr val="FF0000"/>
              </a:solidFill>
              <a:ea typeface="ＭＳ Ｐゴシック" panose="020B0600070205080204" pitchFamily="34" charset="-128"/>
            </a:endParaRPr>
          </a:p>
          <a:p>
            <a:pPr marL="500451" indent="-500451" algn="ctr">
              <a:buNone/>
            </a:pPr>
            <a:r>
              <a:rPr lang="en-US" altLang="nb-NO" sz="2627" i="1" dirty="0">
                <a:solidFill>
                  <a:srgbClr val="FF0000"/>
                </a:solidFill>
                <a:ea typeface="ＭＳ Ｐゴシック" panose="020B0600070205080204" pitchFamily="34" charset="-128"/>
              </a:rPr>
              <a:t>The negative impact of these factors may be an insurmountable hindrance to economic development in poor countries</a:t>
            </a:r>
          </a:p>
          <a:p>
            <a:pPr lvl="1"/>
            <a:endParaRPr lang="nb-NO" altLang="nb-NO" dirty="0">
              <a:ea typeface="ＭＳ Ｐゴシック" panose="020B0600070205080204" pitchFamily="34" charset="-128"/>
            </a:endParaRPr>
          </a:p>
          <a:p>
            <a:pPr lvl="1"/>
            <a:endParaRPr lang="nb-NO" altLang="nb-NO" dirty="0">
              <a:ea typeface="ＭＳ Ｐゴシック" panose="020B0600070205080204" pitchFamily="34" charset="-128"/>
            </a:endParaRPr>
          </a:p>
          <a:p>
            <a:pPr marL="500451" indent="-500451"/>
            <a:endParaRPr lang="nb-NO" altLang="nb-NO" dirty="0">
              <a:ea typeface="ＭＳ Ｐゴシック" panose="020B0600070205080204" pitchFamily="34" charset="-128"/>
            </a:endParaRPr>
          </a:p>
        </p:txBody>
      </p:sp>
      <p:sp>
        <p:nvSpPr>
          <p:cNvPr id="20484" name="Rectangle 2">
            <a:extLst>
              <a:ext uri="{FF2B5EF4-FFF2-40B4-BE49-F238E27FC236}">
                <a16:creationId xmlns:a16="http://schemas.microsoft.com/office/drawing/2014/main" id="{4407FE2A-CBC9-9E8C-F9BE-33AECB2C1621}"/>
              </a:ext>
            </a:extLst>
          </p:cNvPr>
          <p:cNvSpPr>
            <a:spLocks noGrp="1" noChangeArrowheads="1"/>
          </p:cNvSpPr>
          <p:nvPr>
            <p:ph type="title"/>
          </p:nvPr>
        </p:nvSpPr>
        <p:spPr>
          <a:xfrm>
            <a:off x="612106" y="569351"/>
            <a:ext cx="8090760" cy="938361"/>
          </a:xfrm>
          <a:solidFill>
            <a:schemeClr val="tx2">
              <a:lumMod val="75000"/>
              <a:lumOff val="25000"/>
            </a:schemeClr>
          </a:solidFill>
        </p:spPr>
        <p:txBody>
          <a:bodyPr>
            <a:normAutofit/>
          </a:bodyPr>
          <a:lstStyle/>
          <a:p>
            <a:pPr algn="ctr" eaLnBrk="1" hangingPunct="1"/>
            <a:r>
              <a:rPr lang="en-US" altLang="nb-NO" sz="2800" dirty="0">
                <a:solidFill>
                  <a:schemeClr val="bg1"/>
                </a:solidFill>
                <a:ea typeface="ＭＳ Ｐゴシック" panose="020B0600070205080204" pitchFamily="34" charset="-128"/>
              </a:rPr>
              <a:t>Seven ways in which tax havens hamper development</a:t>
            </a:r>
          </a:p>
        </p:txBody>
      </p:sp>
    </p:spTree>
  </p:cSld>
  <p:clrMapOvr>
    <a:masterClrMapping/>
  </p:clrMapOvr>
  <p:transition>
    <p:cover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Content Placeholder 2">
            <a:extLst>
              <a:ext uri="{FF2B5EF4-FFF2-40B4-BE49-F238E27FC236}">
                <a16:creationId xmlns:a16="http://schemas.microsoft.com/office/drawing/2014/main" id="{FFA811BE-5585-0BCE-CDD9-759E15D4D240}"/>
              </a:ext>
            </a:extLst>
          </p:cNvPr>
          <p:cNvSpPr>
            <a:spLocks noGrp="1"/>
          </p:cNvSpPr>
          <p:nvPr>
            <p:ph idx="1"/>
          </p:nvPr>
        </p:nvSpPr>
        <p:spPr>
          <a:xfrm>
            <a:off x="625575" y="1836415"/>
            <a:ext cx="9149023" cy="5150285"/>
          </a:xfrm>
        </p:spPr>
        <p:txBody>
          <a:bodyPr>
            <a:normAutofit/>
          </a:bodyPr>
          <a:lstStyle/>
          <a:p>
            <a:r>
              <a:rPr lang="nb-NO" altLang="nb-NO" sz="2400" dirty="0">
                <a:solidFill>
                  <a:srgbClr val="181614"/>
                </a:solidFill>
                <a:latin typeface="Calibri" panose="020F0502020204030204" pitchFamily="34" charset="0"/>
                <a:ea typeface="Calibri" panose="020F0502020204030204" pitchFamily="34" charset="0"/>
                <a:cs typeface="Calibri" panose="020F0502020204030204" pitchFamily="34" charset="0"/>
              </a:rPr>
              <a:t>Et prinsipp i internasjonal skatterett er at inntekt skal skattlegges ved kilden (hvor den er opptjent) og at skattytere skal skattlegges der hvor de er bosatt.</a:t>
            </a:r>
          </a:p>
          <a:p>
            <a:endParaRPr lang="nb-NO" altLang="nb-NO" sz="2400" dirty="0">
              <a:solidFill>
                <a:srgbClr val="181614"/>
              </a:solidFill>
              <a:latin typeface="Calibri" panose="020F0502020204030204" pitchFamily="34" charset="0"/>
              <a:ea typeface="Calibri" panose="020F0502020204030204" pitchFamily="34" charset="0"/>
              <a:cs typeface="Calibri" panose="020F0502020204030204" pitchFamily="34" charset="0"/>
            </a:endParaRPr>
          </a:p>
          <a:p>
            <a:r>
              <a:rPr lang="nb-NO" altLang="nb-NO" sz="2400" dirty="0">
                <a:solidFill>
                  <a:srgbClr val="181614"/>
                </a:solidFill>
                <a:latin typeface="Calibri" panose="020F0502020204030204" pitchFamily="34" charset="0"/>
                <a:ea typeface="Calibri" panose="020F0502020204030204" pitchFamily="34" charset="0"/>
                <a:cs typeface="Calibri" panose="020F0502020204030204" pitchFamily="34" charset="0"/>
              </a:rPr>
              <a:t>Skatteparadisene gir muligheter for å unngå skattlegging der hvor den skulle funnet sted og de blokkerer all informasjon som kan avsløre dette. </a:t>
            </a:r>
          </a:p>
          <a:p>
            <a:endParaRPr lang="nb-NO" altLang="nb-NO" sz="2400" dirty="0">
              <a:solidFill>
                <a:srgbClr val="181614"/>
              </a:solidFill>
              <a:latin typeface="Calibri" panose="020F0502020204030204" pitchFamily="34" charset="0"/>
              <a:ea typeface="Calibri" panose="020F0502020204030204" pitchFamily="34" charset="0"/>
              <a:cs typeface="Calibri" panose="020F0502020204030204" pitchFamily="34" charset="0"/>
            </a:endParaRPr>
          </a:p>
          <a:p>
            <a:pPr>
              <a:buFont typeface="Arial" panose="020B0604020202020204" pitchFamily="34" charset="0"/>
              <a:buChar char="→"/>
            </a:pPr>
            <a:r>
              <a:rPr lang="nb-NO" altLang="nb-NO" sz="2400" dirty="0">
                <a:solidFill>
                  <a:srgbClr val="181614"/>
                </a:solidFill>
                <a:latin typeface="Calibri" panose="020F0502020204030204" pitchFamily="34" charset="0"/>
                <a:ea typeface="Calibri" panose="020F0502020204030204" pitchFamily="34" charset="0"/>
                <a:cs typeface="Calibri" panose="020F0502020204030204" pitchFamily="34" charset="0"/>
              </a:rPr>
              <a:t> Gjennom sin lovgivning stjeler skatteparadisene andre lands skatteinntekter.</a:t>
            </a:r>
            <a:endParaRPr lang="nb-NO" altLang="nb-NO" sz="2400" i="1" dirty="0">
              <a:solidFill>
                <a:srgbClr val="FF0000"/>
              </a:solidFill>
              <a:latin typeface="Calibri" panose="020F0502020204030204" pitchFamily="34" charset="0"/>
              <a:ea typeface="Calibri" panose="020F0502020204030204" pitchFamily="34" charset="0"/>
              <a:cs typeface="Calibri" panose="020F0502020204030204" pitchFamily="34" charset="0"/>
            </a:endParaRPr>
          </a:p>
          <a:p>
            <a:endParaRPr lang="en-US" altLang="nb-NO" sz="2400" dirty="0">
              <a:solidFill>
                <a:srgbClr val="181614"/>
              </a:solidFill>
              <a:latin typeface="Calibri" panose="020F0502020204030204" pitchFamily="34" charset="0"/>
              <a:ea typeface="Calibri" panose="020F0502020204030204" pitchFamily="34" charset="0"/>
              <a:cs typeface="Calibri" panose="020F0502020204030204" pitchFamily="34" charset="0"/>
            </a:endParaRPr>
          </a:p>
        </p:txBody>
      </p:sp>
      <p:sp>
        <p:nvSpPr>
          <p:cNvPr id="21508" name="Rectangle 2">
            <a:extLst>
              <a:ext uri="{FF2B5EF4-FFF2-40B4-BE49-F238E27FC236}">
                <a16:creationId xmlns:a16="http://schemas.microsoft.com/office/drawing/2014/main" id="{3782E2F4-15DD-B68E-4198-63E9984AFDDD}"/>
              </a:ext>
            </a:extLst>
          </p:cNvPr>
          <p:cNvSpPr>
            <a:spLocks noGrp="1" noChangeArrowheads="1"/>
          </p:cNvSpPr>
          <p:nvPr>
            <p:ph type="title"/>
          </p:nvPr>
        </p:nvSpPr>
        <p:spPr>
          <a:xfrm>
            <a:off x="252066" y="756295"/>
            <a:ext cx="9696400" cy="894705"/>
          </a:xfrm>
          <a:solidFill>
            <a:schemeClr val="tx2">
              <a:lumMod val="75000"/>
              <a:lumOff val="25000"/>
            </a:schemeClr>
          </a:solidFill>
        </p:spPr>
        <p:txBody>
          <a:bodyPr>
            <a:normAutofit/>
          </a:bodyPr>
          <a:lstStyle/>
          <a:p>
            <a:pPr marL="375338" indent="-375338"/>
            <a:r>
              <a:rPr lang="nb-NO" altLang="nb-NO" sz="2846" dirty="0">
                <a:solidFill>
                  <a:schemeClr val="bg1"/>
                </a:solidFill>
                <a:ea typeface="ＭＳ Ｐゴシック" panose="020B0600070205080204" pitchFamily="34" charset="-128"/>
              </a:rPr>
              <a:t>1.Skatteparadisene er parasitter på andre lands suverenitet</a:t>
            </a:r>
            <a:br>
              <a:rPr lang="nb-NO" altLang="nb-NO" sz="2846" dirty="0">
                <a:solidFill>
                  <a:schemeClr val="bg1"/>
                </a:solidFill>
                <a:ea typeface="ＭＳ Ｐゴシック" panose="020B0600070205080204" pitchFamily="34" charset="-128"/>
              </a:rPr>
            </a:br>
            <a:endParaRPr lang="nb-NO" altLang="nb-NO" sz="2846" dirty="0">
              <a:solidFill>
                <a:schemeClr val="bg1"/>
              </a:solidFill>
              <a:ea typeface="ＭＳ Ｐゴシック" panose="020B0600070205080204" pitchFamily="34" charset="-128"/>
            </a:endParaRPr>
          </a:p>
        </p:txBody>
      </p:sp>
    </p:spTree>
  </p:cSld>
  <p:clrMapOvr>
    <a:masterClrMapping/>
  </p:clrMapOvr>
  <p:transition>
    <p:cover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8194">
                                            <p:txEl>
                                              <p:pRg st="0" end="0"/>
                                            </p:txEl>
                                          </p:spTgt>
                                        </p:tgtEl>
                                        <p:attrNameLst>
                                          <p:attrName>style.visibility</p:attrName>
                                        </p:attrNameLst>
                                      </p:cBhvr>
                                      <p:to>
                                        <p:strVal val="visible"/>
                                      </p:to>
                                    </p:set>
                                    <p:anim calcmode="lin" valueType="num">
                                      <p:cBhvr additive="base">
                                        <p:cTn id="7" dur="500" fill="hold"/>
                                        <p:tgtEl>
                                          <p:spTgt spid="819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19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8194">
                                            <p:txEl>
                                              <p:pRg st="2" end="2"/>
                                            </p:txEl>
                                          </p:spTgt>
                                        </p:tgtEl>
                                        <p:attrNameLst>
                                          <p:attrName>style.visibility</p:attrName>
                                        </p:attrNameLst>
                                      </p:cBhvr>
                                      <p:to>
                                        <p:strVal val="visible"/>
                                      </p:to>
                                    </p:set>
                                    <p:anim calcmode="lin" valueType="num">
                                      <p:cBhvr additive="base">
                                        <p:cTn id="13" dur="500" fill="hold"/>
                                        <p:tgtEl>
                                          <p:spTgt spid="8194">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19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194">
                                            <p:txEl>
                                              <p:pRg st="4" end="4"/>
                                            </p:txEl>
                                          </p:spTgt>
                                        </p:tgtEl>
                                        <p:attrNameLst>
                                          <p:attrName>style.visibility</p:attrName>
                                        </p:attrNameLst>
                                      </p:cBhvr>
                                      <p:to>
                                        <p:strVal val="visible"/>
                                      </p:to>
                                    </p:set>
                                    <p:anim calcmode="lin" valueType="num">
                                      <p:cBhvr additive="base">
                                        <p:cTn id="19" dur="500" fill="hold"/>
                                        <p:tgtEl>
                                          <p:spTgt spid="8194">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19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4"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3">
            <a:extLst>
              <a:ext uri="{FF2B5EF4-FFF2-40B4-BE49-F238E27FC236}">
                <a16:creationId xmlns:a16="http://schemas.microsoft.com/office/drawing/2014/main" id="{1D9CBAE7-BB9D-10FA-BF55-9BB339212DF5}"/>
              </a:ext>
            </a:extLst>
          </p:cNvPr>
          <p:cNvSpPr>
            <a:spLocks noGrp="1" noChangeArrowheads="1"/>
          </p:cNvSpPr>
          <p:nvPr>
            <p:ph type="body" idx="1"/>
          </p:nvPr>
        </p:nvSpPr>
        <p:spPr>
          <a:xfrm>
            <a:off x="390985" y="1903908"/>
            <a:ext cx="9305416" cy="5108856"/>
          </a:xfrm>
        </p:spPr>
        <p:txBody>
          <a:bodyPr>
            <a:normAutofit/>
          </a:bodyPr>
          <a:lstStyle/>
          <a:p>
            <a:r>
              <a:rPr lang="nb-NO" altLang="nb-NO" sz="2400" dirty="0">
                <a:latin typeface="Calibri" panose="020F0502020204030204" pitchFamily="34" charset="0"/>
                <a:ea typeface="Calibri" panose="020F0502020204030204" pitchFamily="34" charset="0"/>
                <a:cs typeface="Calibri" panose="020F0502020204030204" pitchFamily="34" charset="0"/>
              </a:rPr>
              <a:t>Finanskrisen i 2008 avslørte at finansinstitusjoner og bedrifter skjulte gjeld og aktiva i skatteparadis noe som ledet investorer bak lyset (</a:t>
            </a:r>
            <a:r>
              <a:rPr lang="nb-NO" altLang="nb-NO" sz="2400" dirty="0" err="1">
                <a:latin typeface="Calibri" panose="020F0502020204030204" pitchFamily="34" charset="0"/>
                <a:ea typeface="Calibri" panose="020F0502020204030204" pitchFamily="34" charset="0"/>
                <a:cs typeface="Calibri" panose="020F0502020204030204" pitchFamily="34" charset="0"/>
              </a:rPr>
              <a:t>jf</a:t>
            </a:r>
            <a:r>
              <a:rPr lang="nb-NO" altLang="nb-NO" sz="2400" dirty="0">
                <a:latin typeface="Calibri" panose="020F0502020204030204" pitchFamily="34" charset="0"/>
                <a:ea typeface="Calibri" panose="020F0502020204030204" pitchFamily="34" charset="0"/>
                <a:cs typeface="Calibri" panose="020F0502020204030204" pitchFamily="34" charset="0"/>
              </a:rPr>
              <a:t> Enron skandalen)</a:t>
            </a:r>
          </a:p>
          <a:p>
            <a:endParaRPr lang="nb-NO" altLang="nb-NO" sz="2400" dirty="0">
              <a:latin typeface="Calibri" panose="020F0502020204030204" pitchFamily="34" charset="0"/>
              <a:ea typeface="Calibri" panose="020F0502020204030204" pitchFamily="34" charset="0"/>
              <a:cs typeface="Calibri" panose="020F0502020204030204" pitchFamily="34" charset="0"/>
            </a:endParaRPr>
          </a:p>
          <a:p>
            <a:r>
              <a:rPr lang="nb-NO" altLang="nb-NO" sz="2400" dirty="0">
                <a:latin typeface="Calibri" panose="020F0502020204030204" pitchFamily="34" charset="0"/>
                <a:ea typeface="Calibri" panose="020F0502020204030204" pitchFamily="34" charset="0"/>
                <a:cs typeface="Calibri" panose="020F0502020204030204" pitchFamily="34" charset="0"/>
              </a:rPr>
              <a:t>Børs og innsidehandel. Skatteparadisene muliggjør å skjule hvem som handler med innsideinformasjon</a:t>
            </a:r>
          </a:p>
          <a:p>
            <a:endParaRPr lang="nb-NO" altLang="nb-NO" sz="2400" dirty="0">
              <a:latin typeface="Calibri" panose="020F0502020204030204" pitchFamily="34" charset="0"/>
              <a:ea typeface="Calibri" panose="020F0502020204030204" pitchFamily="34" charset="0"/>
              <a:cs typeface="Calibri" panose="020F0502020204030204" pitchFamily="34" charset="0"/>
            </a:endParaRPr>
          </a:p>
          <a:p>
            <a:pPr>
              <a:buFont typeface="Calibri" panose="020F0502020204030204" pitchFamily="34" charset="0"/>
              <a:buChar char="→"/>
            </a:pPr>
            <a:r>
              <a:rPr lang="nb-NO" altLang="nb-NO" sz="2400" dirty="0">
                <a:solidFill>
                  <a:srgbClr val="FF0000"/>
                </a:solidFill>
                <a:latin typeface="Calibri" panose="020F0502020204030204" pitchFamily="34" charset="0"/>
                <a:ea typeface="Calibri" panose="020F0502020204030204" pitchFamily="34" charset="0"/>
                <a:cs typeface="Calibri" panose="020F0502020204030204" pitchFamily="34" charset="0"/>
              </a:rPr>
              <a:t>Skatteparadisene skaper asymmetrisk informasjon som øker risikopremien i markeder og som øker kostnaden ved å håndheve lover </a:t>
            </a:r>
            <a:r>
              <a:rPr lang="nb-NO" altLang="nb-NO" sz="2400" dirty="0" err="1">
                <a:solidFill>
                  <a:srgbClr val="FF0000"/>
                </a:solidFill>
                <a:latin typeface="Calibri" panose="020F0502020204030204" pitchFamily="34" charset="0"/>
                <a:ea typeface="Calibri" panose="020F0502020204030204" pitchFamily="34" charset="0"/>
                <a:cs typeface="Calibri" panose="020F0502020204030204" pitchFamily="34" charset="0"/>
              </a:rPr>
              <a:t>pga</a:t>
            </a:r>
            <a:r>
              <a:rPr lang="nb-NO" altLang="nb-NO" sz="2400" dirty="0">
                <a:solidFill>
                  <a:srgbClr val="FF0000"/>
                </a:solidFill>
                <a:latin typeface="Calibri" panose="020F0502020204030204" pitchFamily="34" charset="0"/>
                <a:ea typeface="Calibri" panose="020F0502020204030204" pitchFamily="34" charset="0"/>
                <a:cs typeface="Calibri" panose="020F0502020204030204" pitchFamily="34" charset="0"/>
              </a:rPr>
              <a:t> hemmelighold</a:t>
            </a:r>
            <a:endParaRPr lang="nb-NO" altLang="nb-NO" sz="2400" dirty="0">
              <a:latin typeface="Calibri" panose="020F0502020204030204" pitchFamily="34" charset="0"/>
              <a:ea typeface="Calibri" panose="020F0502020204030204" pitchFamily="34" charset="0"/>
              <a:cs typeface="Calibri" panose="020F0502020204030204" pitchFamily="34" charset="0"/>
            </a:endParaRPr>
          </a:p>
        </p:txBody>
      </p:sp>
      <p:sp>
        <p:nvSpPr>
          <p:cNvPr id="22532" name="Rectangle 2">
            <a:extLst>
              <a:ext uri="{FF2B5EF4-FFF2-40B4-BE49-F238E27FC236}">
                <a16:creationId xmlns:a16="http://schemas.microsoft.com/office/drawing/2014/main" id="{68858845-A7C7-7A80-250B-E95D19A893B1}"/>
              </a:ext>
            </a:extLst>
          </p:cNvPr>
          <p:cNvSpPr txBox="1">
            <a:spLocks noChangeArrowheads="1"/>
          </p:cNvSpPr>
          <p:nvPr/>
        </p:nvSpPr>
        <p:spPr bwMode="auto">
          <a:xfrm>
            <a:off x="156394" y="756295"/>
            <a:ext cx="9696400" cy="750689"/>
          </a:xfrm>
          <a:prstGeom prst="rect">
            <a:avLst/>
          </a:prstGeom>
          <a:solidFill>
            <a:schemeClr val="tx2">
              <a:lumMod val="75000"/>
              <a:lumOff val="25000"/>
            </a:schemeClr>
          </a:solidFill>
          <a:ln>
            <a:noFill/>
          </a:ln>
        </p:spPr>
        <p:txBody>
          <a:bodyPr lIns="0" tIns="0" rIns="0" bIns="0"/>
          <a:lstStyle>
            <a:lvl1pPr marL="342900" indent="-342900">
              <a:defRPr sz="2400">
                <a:solidFill>
                  <a:schemeClr val="tx1"/>
                </a:solidFill>
                <a:latin typeface="Times" panose="02020603050405020304" pitchFamily="18" charset="0"/>
                <a:ea typeface="ＭＳ Ｐゴシック" panose="020B0600070205080204" pitchFamily="34" charset="-128"/>
              </a:defRPr>
            </a:lvl1pPr>
            <a:lvl2pPr marL="742950" indent="-285750">
              <a:defRPr sz="2400">
                <a:solidFill>
                  <a:schemeClr val="tx1"/>
                </a:solidFill>
                <a:latin typeface="Times" panose="02020603050405020304" pitchFamily="18" charset="0"/>
                <a:ea typeface="ＭＳ Ｐゴシック" panose="020B0600070205080204" pitchFamily="34" charset="-128"/>
              </a:defRPr>
            </a:lvl2pPr>
            <a:lvl3pPr marL="1143000" indent="-228600">
              <a:defRPr sz="2400">
                <a:solidFill>
                  <a:schemeClr val="tx1"/>
                </a:solidFill>
                <a:latin typeface="Times" panose="02020603050405020304" pitchFamily="18" charset="0"/>
                <a:ea typeface="ＭＳ Ｐゴシック" panose="020B0600070205080204" pitchFamily="34" charset="-128"/>
              </a:defRPr>
            </a:lvl3pPr>
            <a:lvl4pPr marL="1600200" indent="-228600">
              <a:defRPr sz="2400">
                <a:solidFill>
                  <a:schemeClr val="tx1"/>
                </a:solidFill>
                <a:latin typeface="Times" panose="02020603050405020304" pitchFamily="18" charset="0"/>
                <a:ea typeface="ＭＳ Ｐゴシック" panose="020B0600070205080204" pitchFamily="34" charset="-128"/>
              </a:defRPr>
            </a:lvl4pPr>
            <a:lvl5pPr marL="2057400" indent="-228600">
              <a:defRPr sz="2400">
                <a:solidFill>
                  <a:schemeClr val="tx1"/>
                </a:solidFill>
                <a:latin typeface="Times"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9pPr>
          </a:lstStyle>
          <a:p>
            <a:pPr eaLnBrk="1" hangingPunct="1"/>
            <a:r>
              <a:rPr lang="nb-NO" altLang="nb-NO" sz="3065" b="1" dirty="0">
                <a:solidFill>
                  <a:schemeClr val="bg1"/>
                </a:solidFill>
                <a:latin typeface="Calibri" panose="020F0502020204030204" pitchFamily="34" charset="0"/>
              </a:rPr>
              <a:t>2. Skatteparadisene skader finansmarkedenes virkemåte</a:t>
            </a:r>
            <a:endParaRPr lang="nb-NO" altLang="nb-NO" sz="3065" b="1" dirty="0">
              <a:solidFill>
                <a:schemeClr val="bg1"/>
              </a:solidFill>
            </a:endParaRPr>
          </a:p>
          <a:p>
            <a:pPr eaLnBrk="1" hangingPunct="1"/>
            <a:endParaRPr lang="nn-NO" altLang="nb-NO" sz="3065" b="1" dirty="0">
              <a:solidFill>
                <a:srgbClr val="181614"/>
              </a:solidFill>
              <a:latin typeface="Calibri" panose="020F0502020204030204" pitchFamily="34" charset="0"/>
            </a:endParaRPr>
          </a:p>
        </p:txBody>
      </p:sp>
    </p:spTree>
  </p:cSld>
  <p:clrMapOvr>
    <a:masterClrMapping/>
  </p:clrMapOvr>
  <p:transition>
    <p:cover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Content Placeholder 2">
            <a:extLst>
              <a:ext uri="{FF2B5EF4-FFF2-40B4-BE49-F238E27FC236}">
                <a16:creationId xmlns:a16="http://schemas.microsoft.com/office/drawing/2014/main" id="{4D110339-5F64-A671-3E05-D98FD18924FB}"/>
              </a:ext>
            </a:extLst>
          </p:cNvPr>
          <p:cNvSpPr>
            <a:spLocks noGrp="1"/>
          </p:cNvSpPr>
          <p:nvPr>
            <p:ph idx="1"/>
          </p:nvPr>
        </p:nvSpPr>
        <p:spPr>
          <a:xfrm>
            <a:off x="612106" y="1908423"/>
            <a:ext cx="9211580" cy="4752528"/>
          </a:xfrm>
        </p:spPr>
        <p:txBody>
          <a:bodyPr>
            <a:normAutofit fontScale="77500" lnSpcReduction="20000"/>
          </a:bodyPr>
          <a:lstStyle/>
          <a:p>
            <a:r>
              <a:rPr lang="nb-NO" altLang="nb-NO" sz="3400" dirty="0">
                <a:latin typeface="Calibri" panose="020F0502020204030204" pitchFamily="34" charset="0"/>
                <a:ea typeface="Calibri" panose="020F0502020204030204" pitchFamily="34" charset="0"/>
                <a:cs typeface="Calibri" panose="020F0502020204030204" pitchFamily="34" charset="0"/>
              </a:rPr>
              <a:t>Skatteparadisene gjør det vanskeligere å skattlegge kapital. I fattige land er kapitalbeskatningen viktigste inntektskilde</a:t>
            </a:r>
          </a:p>
          <a:p>
            <a:endParaRPr lang="nb-NO" altLang="nb-NO" sz="3400" dirty="0">
              <a:latin typeface="Calibri" panose="020F0502020204030204" pitchFamily="34" charset="0"/>
              <a:ea typeface="Calibri" panose="020F0502020204030204" pitchFamily="34" charset="0"/>
              <a:cs typeface="Calibri" panose="020F0502020204030204" pitchFamily="34" charset="0"/>
            </a:endParaRPr>
          </a:p>
          <a:p>
            <a:r>
              <a:rPr lang="nb-NO" altLang="nb-NO" sz="3400" dirty="0">
                <a:latin typeface="Calibri" panose="020F0502020204030204" pitchFamily="34" charset="0"/>
                <a:ea typeface="Calibri" panose="020F0502020204030204" pitchFamily="34" charset="0"/>
                <a:cs typeface="Calibri" panose="020F0502020204030204" pitchFamily="34" charset="0"/>
              </a:rPr>
              <a:t>Fattige land forsøker å øke kapitalskattene for å kompensere for inntektstapet skatteparadisene påfører dem. Det gjør problemet større fordi de flernasjonale selskapene da flytter mer av overskuddet sitt til skatteparadis</a:t>
            </a:r>
          </a:p>
          <a:p>
            <a:endParaRPr lang="nb-NO" altLang="nb-NO" sz="3400" dirty="0">
              <a:latin typeface="Calibri" panose="020F0502020204030204" pitchFamily="34" charset="0"/>
              <a:ea typeface="Calibri" panose="020F0502020204030204" pitchFamily="34" charset="0"/>
              <a:cs typeface="Calibri" panose="020F0502020204030204" pitchFamily="34" charset="0"/>
            </a:endParaRPr>
          </a:p>
          <a:p>
            <a:pPr>
              <a:buFont typeface="Calibri" panose="020F0502020204030204" pitchFamily="34" charset="0"/>
              <a:buChar char="→"/>
            </a:pPr>
            <a:r>
              <a:rPr lang="nb-NO" altLang="nb-NO" sz="3400" b="1" dirty="0">
                <a:solidFill>
                  <a:srgbClr val="FF0000"/>
                </a:solidFill>
                <a:latin typeface="Calibri" panose="020F0502020204030204" pitchFamily="34" charset="0"/>
                <a:ea typeface="Calibri" panose="020F0502020204030204" pitchFamily="34" charset="0"/>
                <a:cs typeface="Calibri" panose="020F0502020204030204" pitchFamily="34" charset="0"/>
              </a:rPr>
              <a:t>Skatteparadisene svekker utformingen a fattige lands skattesystemer, reduserer inntektene fra skattlegging og svekker dermed vekst og institusjonell kvalitet</a:t>
            </a:r>
            <a:endParaRPr lang="nb-NO" altLang="nb-NO" sz="3400" dirty="0">
              <a:solidFill>
                <a:srgbClr val="FF0000"/>
              </a:solidFill>
              <a:latin typeface="Calibri" panose="020F0502020204030204" pitchFamily="34" charset="0"/>
              <a:ea typeface="Calibri" panose="020F0502020204030204" pitchFamily="34" charset="0"/>
              <a:cs typeface="Calibri" panose="020F0502020204030204" pitchFamily="34" charset="0"/>
            </a:endParaRPr>
          </a:p>
          <a:p>
            <a:pPr lvl="1">
              <a:buFont typeface="Wingdings" panose="05000000000000000000" pitchFamily="2" charset="2"/>
              <a:buChar char="ü"/>
            </a:pPr>
            <a:endParaRPr lang="nb-NO" altLang="nb-NO" dirty="0">
              <a:latin typeface="Calibri" panose="020F0502020204030204" pitchFamily="34" charset="0"/>
              <a:ea typeface="Calibri" panose="020F0502020204030204" pitchFamily="34" charset="0"/>
              <a:cs typeface="Calibri" panose="020F0502020204030204" pitchFamily="34" charset="0"/>
            </a:endParaRPr>
          </a:p>
        </p:txBody>
      </p:sp>
      <p:sp>
        <p:nvSpPr>
          <p:cNvPr id="23556" name="Rectangle 2">
            <a:extLst>
              <a:ext uri="{FF2B5EF4-FFF2-40B4-BE49-F238E27FC236}">
                <a16:creationId xmlns:a16="http://schemas.microsoft.com/office/drawing/2014/main" id="{B7584394-72D2-9FA9-0075-F4682C788E15}"/>
              </a:ext>
            </a:extLst>
          </p:cNvPr>
          <p:cNvSpPr>
            <a:spLocks noGrp="1" noChangeArrowheads="1"/>
          </p:cNvSpPr>
          <p:nvPr>
            <p:ph type="title"/>
          </p:nvPr>
        </p:nvSpPr>
        <p:spPr>
          <a:xfrm>
            <a:off x="252066" y="730152"/>
            <a:ext cx="9383613" cy="818231"/>
          </a:xfrm>
          <a:solidFill>
            <a:schemeClr val="tx2">
              <a:lumMod val="75000"/>
              <a:lumOff val="25000"/>
            </a:schemeClr>
          </a:solidFill>
        </p:spPr>
        <p:txBody>
          <a:bodyPr>
            <a:normAutofit fontScale="90000"/>
          </a:bodyPr>
          <a:lstStyle/>
          <a:p>
            <a:pPr marL="375338" indent="-375338"/>
            <a:r>
              <a:rPr lang="en-US" altLang="nb-NO" sz="3065" dirty="0">
                <a:solidFill>
                  <a:schemeClr val="bg1"/>
                </a:solidFill>
                <a:ea typeface="ＭＳ Ｐゴシック" panose="020B0600070205080204" pitchFamily="34" charset="-128"/>
              </a:rPr>
              <a:t>3. </a:t>
            </a:r>
            <a:r>
              <a:rPr lang="nb-NO" altLang="nb-NO" sz="3065" dirty="0">
                <a:solidFill>
                  <a:schemeClr val="bg1"/>
                </a:solidFill>
                <a:ea typeface="ＭＳ Ｐゴシック" panose="020B0600070205080204" pitchFamily="34" charset="-128"/>
              </a:rPr>
              <a:t>Skatteparadisene svekker andre lads skattesystem og øker effektivitetstapet ved skattlegging</a:t>
            </a:r>
            <a:endParaRPr lang="nb-NO" altLang="nb-NO" sz="3503" dirty="0">
              <a:solidFill>
                <a:schemeClr val="bg1"/>
              </a:solidFill>
              <a:ea typeface="ＭＳ Ｐゴシック" panose="020B0600070205080204" pitchFamily="34" charset="-128"/>
            </a:endParaRPr>
          </a:p>
        </p:txBody>
      </p:sp>
    </p:spTree>
  </p:cSld>
  <p:clrMapOvr>
    <a:masterClrMapping/>
  </p:clrMapOvr>
  <p:transition>
    <p:cover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 Box 2"/>
          <p:cNvSpPr txBox="1">
            <a:spLocks noChangeArrowheads="1"/>
          </p:cNvSpPr>
          <p:nvPr/>
        </p:nvSpPr>
        <p:spPr bwMode="auto">
          <a:xfrm>
            <a:off x="5557185" y="864760"/>
            <a:ext cx="4452003" cy="20468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r>
              <a:rPr lang="en-GB" altLang="nb-NO" sz="1314" b="1" i="1">
                <a:latin typeface="Sylfaen" panose="010A0502050306030303" pitchFamily="18" charset="0"/>
              </a:rPr>
              <a:t>Corporations are creating elaborate structures to move profits through subsidiaries to offshore centres to avoid handing money over to tax collectors in the countries where their goods are produced, and in those where they are consumed.  Governments at both ends of the chain are increasingly being deprived of the ability to raise tax for development or services.</a:t>
            </a:r>
          </a:p>
          <a:p>
            <a:pPr eaLnBrk="1" hangingPunct="1">
              <a:spcBef>
                <a:spcPct val="0"/>
              </a:spcBef>
              <a:buFontTx/>
              <a:buNone/>
            </a:pPr>
            <a:endParaRPr lang="en-GB" altLang="nb-NO" sz="1751" b="1">
              <a:latin typeface="Sylfaen" panose="010A0502050306030303" pitchFamily="18" charset="0"/>
            </a:endParaRPr>
          </a:p>
          <a:p>
            <a:pPr algn="r" eaLnBrk="1" hangingPunct="1">
              <a:spcBef>
                <a:spcPct val="0"/>
              </a:spcBef>
              <a:buFontTx/>
              <a:buNone/>
            </a:pPr>
            <a:r>
              <a:rPr lang="en-GB" altLang="nb-NO" sz="1751" b="1">
                <a:latin typeface="Sylfaen" panose="010A0502050306030303" pitchFamily="18" charset="0"/>
              </a:rPr>
              <a:t>6</a:t>
            </a:r>
            <a:r>
              <a:rPr lang="en-GB" altLang="nb-NO" sz="1751" b="1" baseline="30000">
                <a:latin typeface="Sylfaen" panose="010A0502050306030303" pitchFamily="18" charset="0"/>
              </a:rPr>
              <a:t>th</a:t>
            </a:r>
            <a:r>
              <a:rPr lang="en-GB" altLang="nb-NO" sz="1751" b="1">
                <a:latin typeface="Sylfaen" panose="010A0502050306030303" pitchFamily="18" charset="0"/>
              </a:rPr>
              <a:t> November 2007</a:t>
            </a:r>
          </a:p>
        </p:txBody>
      </p:sp>
      <p:sp>
        <p:nvSpPr>
          <p:cNvPr id="17411" name="Text Box 3"/>
          <p:cNvSpPr txBox="1">
            <a:spLocks noChangeArrowheads="1"/>
          </p:cNvSpPr>
          <p:nvPr/>
        </p:nvSpPr>
        <p:spPr bwMode="auto">
          <a:xfrm>
            <a:off x="5399054" y="-396814"/>
            <a:ext cx="1124295" cy="261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r>
              <a:rPr kumimoji="1" lang="en-GB" altLang="nb-NO" sz="16419">
                <a:latin typeface="Georgia" panose="02040502050405020303" pitchFamily="18" charset="0"/>
              </a:rPr>
              <a:t>“</a:t>
            </a:r>
            <a:endParaRPr kumimoji="1" lang="en-US" altLang="nb-NO" sz="16419">
              <a:latin typeface="Georgia" panose="02040502050405020303" pitchFamily="18" charset="0"/>
            </a:endParaRPr>
          </a:p>
        </p:txBody>
      </p:sp>
      <p:sp>
        <p:nvSpPr>
          <p:cNvPr id="17412" name="Text Box 4"/>
          <p:cNvSpPr txBox="1">
            <a:spLocks noChangeArrowheads="1"/>
          </p:cNvSpPr>
          <p:nvPr/>
        </p:nvSpPr>
        <p:spPr bwMode="auto">
          <a:xfrm>
            <a:off x="7211482" y="5593059"/>
            <a:ext cx="1124296" cy="261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r>
              <a:rPr kumimoji="1" lang="en-GB" altLang="nb-NO" sz="16419">
                <a:latin typeface="Georgia" panose="02040502050405020303" pitchFamily="18" charset="0"/>
              </a:rPr>
              <a:t>”</a:t>
            </a:r>
            <a:endParaRPr kumimoji="1" lang="en-US" altLang="nb-NO" sz="16419">
              <a:latin typeface="Georgia" panose="02040502050405020303" pitchFamily="18" charset="0"/>
            </a:endParaRPr>
          </a:p>
        </p:txBody>
      </p:sp>
      <p:pic>
        <p:nvPicPr>
          <p:cNvPr id="17413" name="Picture 5" descr="Guardian - frontpage - transfer pricing - bananas - NOV-200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884" y="-68388"/>
            <a:ext cx="5564135" cy="7602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5937925"/>
      </p:ext>
    </p:extLst>
  </p:cSld>
  <p:clrMapOvr>
    <a:masterClrMapping/>
  </p:clrMapOvr>
  <mc:AlternateContent xmlns:mc="http://schemas.openxmlformats.org/markup-compatibility/2006" xmlns:p14="http://schemas.microsoft.com/office/powerpoint/2010/main">
    <mc:Choice Requires="p14">
      <p:transition spd="slow" p14:dur="2000" advTm="24891"/>
    </mc:Choice>
    <mc:Fallback xmlns="">
      <p:transition spd="slow" advTm="24891"/>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descr="oceans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5315" y="-1027603"/>
            <a:ext cx="25537331" cy="128329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5" name="Picture 3" descr="bananas-and-kiwi-fruit-in-fruit-bowl-in-sunshine-closeup-1-J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148" y="5036993"/>
            <a:ext cx="3546659" cy="26065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3764" name="Text Box 4"/>
          <p:cNvSpPr txBox="1">
            <a:spLocks noChangeArrowheads="1"/>
          </p:cNvSpPr>
          <p:nvPr/>
        </p:nvSpPr>
        <p:spPr bwMode="auto">
          <a:xfrm>
            <a:off x="4690070" y="1568532"/>
            <a:ext cx="2206887" cy="631198"/>
          </a:xfrm>
          <a:prstGeom prst="rect">
            <a:avLst/>
          </a:prstGeom>
          <a:solidFill>
            <a:srgbClr val="CC99FF"/>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r>
              <a:rPr lang="en-GB" altLang="nb-NO" sz="1751" b="1">
                <a:latin typeface="Trebuchet MS" panose="020B0603020202020204" pitchFamily="34" charset="0"/>
              </a:rPr>
              <a:t>Isle of Man : 4p for insurance services</a:t>
            </a:r>
            <a:endParaRPr lang="en-US" altLang="nb-NO" sz="1751" b="1">
              <a:latin typeface="Trebuchet MS" panose="020B0603020202020204" pitchFamily="34" charset="0"/>
            </a:endParaRPr>
          </a:p>
        </p:txBody>
      </p:sp>
      <p:sp>
        <p:nvSpPr>
          <p:cNvPr id="373765" name="Text Box 5"/>
          <p:cNvSpPr txBox="1">
            <a:spLocks noChangeArrowheads="1"/>
          </p:cNvSpPr>
          <p:nvPr/>
        </p:nvSpPr>
        <p:spPr bwMode="auto">
          <a:xfrm>
            <a:off x="512624" y="3307975"/>
            <a:ext cx="2363280" cy="900631"/>
          </a:xfrm>
          <a:prstGeom prst="rect">
            <a:avLst/>
          </a:prstGeom>
          <a:solidFill>
            <a:srgbClr val="CC99FF"/>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r>
              <a:rPr lang="en-GB" altLang="nb-NO" sz="1751" b="1">
                <a:latin typeface="Trebuchet MS" panose="020B0603020202020204" pitchFamily="34" charset="0"/>
              </a:rPr>
              <a:t>Cayman Islands : </a:t>
            </a:r>
          </a:p>
          <a:p>
            <a:pPr eaLnBrk="1" hangingPunct="1">
              <a:spcBef>
                <a:spcPct val="0"/>
              </a:spcBef>
              <a:buFontTx/>
              <a:buNone/>
            </a:pPr>
            <a:r>
              <a:rPr lang="en-GB" altLang="nb-NO" sz="1751" b="1">
                <a:latin typeface="Trebuchet MS" panose="020B0603020202020204" pitchFamily="34" charset="0"/>
              </a:rPr>
              <a:t>8p for use of purchasing network</a:t>
            </a:r>
            <a:endParaRPr lang="en-US" altLang="nb-NO" sz="1751" b="1">
              <a:latin typeface="Trebuchet MS" panose="020B0603020202020204" pitchFamily="34" charset="0"/>
            </a:endParaRPr>
          </a:p>
        </p:txBody>
      </p:sp>
      <p:sp>
        <p:nvSpPr>
          <p:cNvPr id="373766" name="Text Box 6"/>
          <p:cNvSpPr txBox="1">
            <a:spLocks noChangeArrowheads="1"/>
          </p:cNvSpPr>
          <p:nvPr/>
        </p:nvSpPr>
        <p:spPr bwMode="auto">
          <a:xfrm>
            <a:off x="3979347" y="27186"/>
            <a:ext cx="2128691" cy="900631"/>
          </a:xfrm>
          <a:prstGeom prst="rect">
            <a:avLst/>
          </a:prstGeom>
          <a:solidFill>
            <a:srgbClr val="CC99FF"/>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r>
              <a:rPr lang="en-GB" altLang="nb-NO" sz="1751" b="1">
                <a:latin typeface="Trebuchet MS" panose="020B0603020202020204" pitchFamily="34" charset="0"/>
              </a:rPr>
              <a:t>Ireland : 4p charged for use of brand</a:t>
            </a:r>
            <a:endParaRPr lang="en-US" altLang="nb-NO" sz="1751" b="1">
              <a:latin typeface="Trebuchet MS" panose="020B0603020202020204" pitchFamily="34" charset="0"/>
            </a:endParaRPr>
          </a:p>
        </p:txBody>
      </p:sp>
      <p:sp>
        <p:nvSpPr>
          <p:cNvPr id="373767" name="Line 7"/>
          <p:cNvSpPr>
            <a:spLocks noChangeShapeType="1"/>
          </p:cNvSpPr>
          <p:nvPr/>
        </p:nvSpPr>
        <p:spPr bwMode="auto">
          <a:xfrm flipH="1" flipV="1">
            <a:off x="1616067" y="4333222"/>
            <a:ext cx="236328" cy="867116"/>
          </a:xfrm>
          <a:prstGeom prst="line">
            <a:avLst/>
          </a:prstGeom>
          <a:noFill/>
          <a:ln w="63500" cap="sq">
            <a:solidFill>
              <a:srgbClr val="FF6600"/>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nb-NO" sz="2189"/>
          </a:p>
        </p:txBody>
      </p:sp>
      <p:sp>
        <p:nvSpPr>
          <p:cNvPr id="373768" name="Line 8"/>
          <p:cNvSpPr>
            <a:spLocks noChangeShapeType="1"/>
          </p:cNvSpPr>
          <p:nvPr/>
        </p:nvSpPr>
        <p:spPr bwMode="auto">
          <a:xfrm flipV="1">
            <a:off x="3034036" y="2204532"/>
            <a:ext cx="4493708" cy="1339771"/>
          </a:xfrm>
          <a:prstGeom prst="line">
            <a:avLst/>
          </a:prstGeom>
          <a:noFill/>
          <a:ln w="63500" cap="sq">
            <a:solidFill>
              <a:srgbClr val="FF6600"/>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nb-NO" sz="2189"/>
          </a:p>
        </p:txBody>
      </p:sp>
      <p:sp>
        <p:nvSpPr>
          <p:cNvPr id="373769" name="Line 9"/>
          <p:cNvSpPr>
            <a:spLocks noChangeShapeType="1"/>
          </p:cNvSpPr>
          <p:nvPr/>
        </p:nvSpPr>
        <p:spPr bwMode="auto">
          <a:xfrm flipH="1" flipV="1">
            <a:off x="6186234" y="470301"/>
            <a:ext cx="1419706" cy="945312"/>
          </a:xfrm>
          <a:prstGeom prst="line">
            <a:avLst/>
          </a:prstGeom>
          <a:noFill/>
          <a:ln w="63500" cap="sq">
            <a:solidFill>
              <a:srgbClr val="FF6600"/>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nb-NO" sz="2189"/>
          </a:p>
        </p:txBody>
      </p:sp>
      <p:sp>
        <p:nvSpPr>
          <p:cNvPr id="373770" name="Line 10"/>
          <p:cNvSpPr>
            <a:spLocks noChangeShapeType="1"/>
          </p:cNvSpPr>
          <p:nvPr/>
        </p:nvSpPr>
        <p:spPr bwMode="auto">
          <a:xfrm>
            <a:off x="5399054" y="1101088"/>
            <a:ext cx="236328" cy="396197"/>
          </a:xfrm>
          <a:prstGeom prst="line">
            <a:avLst/>
          </a:prstGeom>
          <a:noFill/>
          <a:ln w="63500" cap="sq">
            <a:solidFill>
              <a:srgbClr val="FF6600"/>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nb-NO" sz="2189"/>
          </a:p>
        </p:txBody>
      </p:sp>
      <p:sp>
        <p:nvSpPr>
          <p:cNvPr id="373771" name="Line 11"/>
          <p:cNvSpPr>
            <a:spLocks noChangeShapeType="1"/>
          </p:cNvSpPr>
          <p:nvPr/>
        </p:nvSpPr>
        <p:spPr bwMode="auto">
          <a:xfrm>
            <a:off x="6422563" y="2282729"/>
            <a:ext cx="788919" cy="552591"/>
          </a:xfrm>
          <a:prstGeom prst="line">
            <a:avLst/>
          </a:prstGeom>
          <a:noFill/>
          <a:ln w="63500" cap="sq">
            <a:solidFill>
              <a:srgbClr val="FF6600"/>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nb-NO" sz="2189"/>
          </a:p>
        </p:txBody>
      </p:sp>
      <p:sp>
        <p:nvSpPr>
          <p:cNvPr id="373772" name="Line 12"/>
          <p:cNvSpPr>
            <a:spLocks noChangeShapeType="1"/>
          </p:cNvSpPr>
          <p:nvPr/>
        </p:nvSpPr>
        <p:spPr bwMode="auto">
          <a:xfrm flipH="1" flipV="1">
            <a:off x="4373807" y="2440860"/>
            <a:ext cx="2286821" cy="708984"/>
          </a:xfrm>
          <a:prstGeom prst="line">
            <a:avLst/>
          </a:prstGeom>
          <a:noFill/>
          <a:ln w="63500" cap="sq">
            <a:solidFill>
              <a:srgbClr val="FF0000"/>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nb-NO" sz="2189"/>
          </a:p>
        </p:txBody>
      </p:sp>
      <p:sp>
        <p:nvSpPr>
          <p:cNvPr id="373773" name="Text Box 13"/>
          <p:cNvSpPr txBox="1">
            <a:spLocks noChangeArrowheads="1"/>
          </p:cNvSpPr>
          <p:nvPr/>
        </p:nvSpPr>
        <p:spPr bwMode="auto">
          <a:xfrm>
            <a:off x="6815284" y="2991713"/>
            <a:ext cx="2681281" cy="631198"/>
          </a:xfrm>
          <a:prstGeom prst="rect">
            <a:avLst/>
          </a:prstGeom>
          <a:solidFill>
            <a:srgbClr val="CC99FF"/>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r>
              <a:rPr lang="en-GB" altLang="nb-NO" sz="1751" b="1">
                <a:latin typeface="Trebuchet MS" panose="020B0603020202020204" pitchFamily="34" charset="0"/>
              </a:rPr>
              <a:t>Jersey : 6p charged for management services</a:t>
            </a:r>
            <a:endParaRPr lang="en-US" altLang="nb-NO" sz="1751" b="1">
              <a:latin typeface="Trebuchet MS" panose="020B0603020202020204" pitchFamily="34" charset="0"/>
            </a:endParaRPr>
          </a:p>
        </p:txBody>
      </p:sp>
      <p:sp>
        <p:nvSpPr>
          <p:cNvPr id="373774" name="Text Box 14"/>
          <p:cNvSpPr txBox="1">
            <a:spLocks noChangeArrowheads="1"/>
          </p:cNvSpPr>
          <p:nvPr/>
        </p:nvSpPr>
        <p:spPr bwMode="auto">
          <a:xfrm>
            <a:off x="669018" y="5356732"/>
            <a:ext cx="3862920" cy="1439497"/>
          </a:xfrm>
          <a:prstGeom prst="rect">
            <a:avLst/>
          </a:prstGeom>
          <a:solidFill>
            <a:srgbClr val="99CC00"/>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r>
              <a:rPr lang="en-GB" altLang="nb-NO" sz="1751" b="1">
                <a:latin typeface="Trebuchet MS" panose="020B0603020202020204" pitchFamily="34" charset="0"/>
              </a:rPr>
              <a:t>Produced in Latin America </a:t>
            </a:r>
          </a:p>
          <a:p>
            <a:pPr eaLnBrk="1" hangingPunct="1">
              <a:spcBef>
                <a:spcPct val="0"/>
              </a:spcBef>
              <a:buFontTx/>
              <a:buNone/>
            </a:pPr>
            <a:r>
              <a:rPr lang="en-GB" altLang="nb-NO" sz="1751" b="1">
                <a:latin typeface="Trebuchet MS" panose="020B0603020202020204" pitchFamily="34" charset="0"/>
              </a:rPr>
              <a:t>Export price: 13 pence</a:t>
            </a:r>
          </a:p>
          <a:p>
            <a:pPr eaLnBrk="1" hangingPunct="1">
              <a:spcBef>
                <a:spcPct val="0"/>
              </a:spcBef>
              <a:buFontTx/>
              <a:buNone/>
            </a:pPr>
            <a:r>
              <a:rPr lang="en-GB" altLang="nb-NO" sz="1751" b="1">
                <a:solidFill>
                  <a:srgbClr val="CC0000"/>
                </a:solidFill>
                <a:latin typeface="Trebuchet MS" panose="020B0603020202020204" pitchFamily="34" charset="0"/>
              </a:rPr>
              <a:t>1.5p labour costs / </a:t>
            </a:r>
          </a:p>
          <a:p>
            <a:pPr eaLnBrk="1" hangingPunct="1">
              <a:spcBef>
                <a:spcPct val="0"/>
              </a:spcBef>
              <a:buFontTx/>
              <a:buNone/>
            </a:pPr>
            <a:r>
              <a:rPr lang="en-GB" altLang="nb-NO" sz="1751" b="1">
                <a:solidFill>
                  <a:srgbClr val="CC0000"/>
                </a:solidFill>
                <a:latin typeface="Trebuchet MS" panose="020B0603020202020204" pitchFamily="34" charset="0"/>
              </a:rPr>
              <a:t>10.5p production costs</a:t>
            </a:r>
          </a:p>
          <a:p>
            <a:pPr eaLnBrk="1" hangingPunct="1">
              <a:spcBef>
                <a:spcPct val="0"/>
              </a:spcBef>
              <a:buFontTx/>
              <a:buNone/>
            </a:pPr>
            <a:r>
              <a:rPr lang="en-GB" altLang="nb-NO" sz="1751" b="1">
                <a:solidFill>
                  <a:srgbClr val="CC0000"/>
                </a:solidFill>
                <a:latin typeface="Trebuchet MS" panose="020B0603020202020204" pitchFamily="34" charset="0"/>
              </a:rPr>
              <a:t>1p taxable profits</a:t>
            </a:r>
            <a:endParaRPr lang="en-US" altLang="nb-NO" sz="1751" b="1">
              <a:solidFill>
                <a:srgbClr val="CC0000"/>
              </a:solidFill>
              <a:latin typeface="Trebuchet MS" panose="020B0603020202020204" pitchFamily="34" charset="0"/>
            </a:endParaRPr>
          </a:p>
        </p:txBody>
      </p:sp>
      <p:sp>
        <p:nvSpPr>
          <p:cNvPr id="373775" name="Line 15"/>
          <p:cNvSpPr>
            <a:spLocks noChangeShapeType="1"/>
          </p:cNvSpPr>
          <p:nvPr/>
        </p:nvSpPr>
        <p:spPr bwMode="auto">
          <a:xfrm flipV="1">
            <a:off x="2483184" y="864760"/>
            <a:ext cx="4806495" cy="945312"/>
          </a:xfrm>
          <a:prstGeom prst="line">
            <a:avLst/>
          </a:prstGeom>
          <a:noFill/>
          <a:ln w="63500" cap="sq">
            <a:solidFill>
              <a:srgbClr val="FF6600"/>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nb-NO" sz="2189"/>
          </a:p>
        </p:txBody>
      </p:sp>
      <p:sp>
        <p:nvSpPr>
          <p:cNvPr id="373776" name="Text Box 16"/>
          <p:cNvSpPr txBox="1">
            <a:spLocks noChangeArrowheads="1"/>
          </p:cNvSpPr>
          <p:nvPr/>
        </p:nvSpPr>
        <p:spPr bwMode="auto">
          <a:xfrm>
            <a:off x="7406104" y="27186"/>
            <a:ext cx="2603084" cy="1170064"/>
          </a:xfrm>
          <a:prstGeom prst="rect">
            <a:avLst/>
          </a:prstGeom>
          <a:solidFill>
            <a:srgbClr val="99CC00"/>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r>
              <a:rPr lang="en-GB" altLang="nb-NO" sz="1751" b="1">
                <a:latin typeface="Trebuchet MS" panose="020B0603020202020204" pitchFamily="34" charset="0"/>
              </a:rPr>
              <a:t>Consumed in UK : Import price : 60p</a:t>
            </a:r>
          </a:p>
          <a:p>
            <a:pPr eaLnBrk="1" hangingPunct="1">
              <a:spcBef>
                <a:spcPct val="0"/>
              </a:spcBef>
              <a:buFontTx/>
              <a:buNone/>
            </a:pPr>
            <a:r>
              <a:rPr lang="en-GB" altLang="nb-NO" sz="1751" b="1">
                <a:solidFill>
                  <a:srgbClr val="CC0000"/>
                </a:solidFill>
                <a:latin typeface="Trebuchet MS" panose="020B0603020202020204" pitchFamily="34" charset="0"/>
              </a:rPr>
              <a:t>47p retail mark-up</a:t>
            </a:r>
          </a:p>
          <a:p>
            <a:pPr eaLnBrk="1" hangingPunct="1">
              <a:spcBef>
                <a:spcPct val="0"/>
              </a:spcBef>
              <a:buFontTx/>
              <a:buNone/>
            </a:pPr>
            <a:r>
              <a:rPr lang="en-GB" altLang="nb-NO" sz="1751" b="1">
                <a:solidFill>
                  <a:srgbClr val="CC0000"/>
                </a:solidFill>
                <a:latin typeface="Trebuchet MS" panose="020B0603020202020204" pitchFamily="34" charset="0"/>
              </a:rPr>
              <a:t>1p taxable profits</a:t>
            </a:r>
            <a:endParaRPr lang="en-US" altLang="nb-NO" sz="1751" b="1">
              <a:solidFill>
                <a:srgbClr val="CC0000"/>
              </a:solidFill>
              <a:latin typeface="Trebuchet MS" panose="020B0603020202020204" pitchFamily="34" charset="0"/>
            </a:endParaRPr>
          </a:p>
        </p:txBody>
      </p:sp>
      <p:sp>
        <p:nvSpPr>
          <p:cNvPr id="373777" name="Text Box 17"/>
          <p:cNvSpPr txBox="1">
            <a:spLocks noChangeArrowheads="1"/>
          </p:cNvSpPr>
          <p:nvPr/>
        </p:nvSpPr>
        <p:spPr bwMode="auto">
          <a:xfrm>
            <a:off x="1457936" y="1968205"/>
            <a:ext cx="2759477" cy="631198"/>
          </a:xfrm>
          <a:prstGeom prst="rect">
            <a:avLst/>
          </a:prstGeom>
          <a:solidFill>
            <a:srgbClr val="CC99FF"/>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r>
              <a:rPr lang="en-GB" altLang="nb-NO" sz="1751" b="1">
                <a:latin typeface="Trebuchet MS" panose="020B0603020202020204" pitchFamily="34" charset="0"/>
              </a:rPr>
              <a:t>Bermuda : 17p for use of distribution network</a:t>
            </a:r>
            <a:endParaRPr lang="en-US" altLang="nb-NO" sz="1751" b="1">
              <a:latin typeface="Trebuchet MS" panose="020B0603020202020204" pitchFamily="34" charset="0"/>
            </a:endParaRPr>
          </a:p>
        </p:txBody>
      </p:sp>
      <p:sp>
        <p:nvSpPr>
          <p:cNvPr id="373778" name="Text Box 18"/>
          <p:cNvSpPr txBox="1">
            <a:spLocks noChangeArrowheads="1"/>
          </p:cNvSpPr>
          <p:nvPr/>
        </p:nvSpPr>
        <p:spPr bwMode="auto">
          <a:xfrm>
            <a:off x="7684137" y="1573745"/>
            <a:ext cx="2523149" cy="631198"/>
          </a:xfrm>
          <a:prstGeom prst="rect">
            <a:avLst/>
          </a:prstGeom>
          <a:solidFill>
            <a:srgbClr val="CC99FF"/>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r>
              <a:rPr lang="en-GB" altLang="nb-NO" sz="1751" b="1">
                <a:latin typeface="Trebuchet MS" panose="020B0603020202020204" pitchFamily="34" charset="0"/>
              </a:rPr>
              <a:t>Luxembourg : 8p for financial services</a:t>
            </a:r>
            <a:endParaRPr lang="en-US" altLang="nb-NO" sz="1751" b="1">
              <a:latin typeface="Trebuchet MS" panose="020B0603020202020204" pitchFamily="34" charset="0"/>
            </a:endParaRPr>
          </a:p>
        </p:txBody>
      </p:sp>
      <p:pic>
        <p:nvPicPr>
          <p:cNvPr id="18451" name="Picture 1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70363" y="4253288"/>
            <a:ext cx="1417968" cy="992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pic>
      <p:sp>
        <p:nvSpPr>
          <p:cNvPr id="373780" name="Line 20"/>
          <p:cNvSpPr>
            <a:spLocks noChangeShapeType="1"/>
          </p:cNvSpPr>
          <p:nvPr/>
        </p:nvSpPr>
        <p:spPr bwMode="auto">
          <a:xfrm flipV="1">
            <a:off x="4215676" y="1179286"/>
            <a:ext cx="2523149" cy="2915871"/>
          </a:xfrm>
          <a:prstGeom prst="line">
            <a:avLst/>
          </a:prstGeom>
          <a:noFill/>
          <a:ln w="63500" cap="sq">
            <a:solidFill>
              <a:srgbClr val="000080"/>
            </a:solidFill>
            <a:round/>
            <a:headEnd type="none" w="sm" len="sm"/>
            <a:tailEnd type="arrow" w="sm" len="sm"/>
          </a:ln>
          <a:extLst>
            <a:ext uri="{909E8E84-426E-40DD-AFC4-6F175D3DCCD1}">
              <a14:hiddenFill xmlns:a14="http://schemas.microsoft.com/office/drawing/2010/main">
                <a:noFill/>
              </a14:hiddenFill>
            </a:ext>
          </a:extLst>
        </p:spPr>
        <p:txBody>
          <a:bodyPr/>
          <a:lstStyle/>
          <a:p>
            <a:endParaRPr lang="nb-NO" sz="2189"/>
          </a:p>
        </p:txBody>
      </p:sp>
    </p:spTree>
    <p:custDataLst>
      <p:tags r:id="rId1"/>
    </p:custDataLst>
    <p:extLst>
      <p:ext uri="{BB962C8B-B14F-4D97-AF65-F5344CB8AC3E}">
        <p14:creationId xmlns:p14="http://schemas.microsoft.com/office/powerpoint/2010/main" val="3053362496"/>
      </p:ext>
    </p:extLst>
  </p:cSld>
  <p:clrMapOvr>
    <a:masterClrMapping/>
  </p:clrMapOvr>
  <mc:AlternateContent xmlns:mc="http://schemas.openxmlformats.org/markup-compatibility/2006" xmlns:p14="http://schemas.microsoft.com/office/powerpoint/2010/main">
    <mc:Choice Requires="p14">
      <p:transition spd="slow" p14:dur="2000" advTm="192426"/>
    </mc:Choice>
    <mc:Fallback xmlns="">
      <p:transition spd="slow" advTm="192426"/>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nodeType="clickEffect">
                                  <p:stCondLst>
                                    <p:cond delay="0"/>
                                  </p:stCondLst>
                                  <p:childTnLst>
                                    <p:set>
                                      <p:cBhvr>
                                        <p:cTn id="6" dur="1" fill="hold">
                                          <p:stCondLst>
                                            <p:cond delay="0"/>
                                          </p:stCondLst>
                                        </p:cTn>
                                        <p:tgtEl>
                                          <p:spTgt spid="373780"/>
                                        </p:tgtEl>
                                        <p:attrNameLst>
                                          <p:attrName>style.visibility</p:attrName>
                                        </p:attrNameLst>
                                      </p:cBhvr>
                                      <p:to>
                                        <p:strVal val="visible"/>
                                      </p:to>
                                    </p:set>
                                    <p:anim calcmode="lin" valueType="num">
                                      <p:cBhvr>
                                        <p:cTn id="7" dur="500" fill="hold"/>
                                        <p:tgtEl>
                                          <p:spTgt spid="373780"/>
                                        </p:tgtEl>
                                        <p:attrNameLst>
                                          <p:attrName>ppt_w</p:attrName>
                                        </p:attrNameLst>
                                      </p:cBhvr>
                                      <p:tavLst>
                                        <p:tav tm="0">
                                          <p:val>
                                            <p:fltVal val="0"/>
                                          </p:val>
                                        </p:tav>
                                        <p:tav tm="100000">
                                          <p:val>
                                            <p:strVal val="#ppt_w"/>
                                          </p:val>
                                        </p:tav>
                                      </p:tavLst>
                                    </p:anim>
                                    <p:anim calcmode="lin" valueType="num">
                                      <p:cBhvr>
                                        <p:cTn id="8" dur="500" fill="hold"/>
                                        <p:tgtEl>
                                          <p:spTgt spid="373780"/>
                                        </p:tgtEl>
                                        <p:attrNameLst>
                                          <p:attrName>ppt_h</p:attrName>
                                        </p:attrNameLst>
                                      </p:cBhvr>
                                      <p:tavLst>
                                        <p:tav tm="0">
                                          <p:val>
                                            <p:fltVal val="0"/>
                                          </p:val>
                                        </p:tav>
                                        <p:tav tm="100000">
                                          <p:val>
                                            <p:strVal val="#ppt_h"/>
                                          </p:val>
                                        </p:tav>
                                      </p:tavLst>
                                    </p:anim>
                                  </p:childTnLst>
                                </p:cTn>
                              </p:par>
                            </p:childTnLst>
                          </p:cTn>
                        </p:par>
                        <p:par>
                          <p:cTn id="9" fill="hold" nodeType="afterGroup">
                            <p:stCondLst>
                              <p:cond delay="500"/>
                            </p:stCondLst>
                            <p:childTnLst>
                              <p:par>
                                <p:cTn id="10" presetID="1" presetClass="entr" presetSubtype="0" fill="hold" grpId="0" nodeType="afterEffect">
                                  <p:stCondLst>
                                    <p:cond delay="0"/>
                                  </p:stCondLst>
                                  <p:childTnLst>
                                    <p:set>
                                      <p:cBhvr>
                                        <p:cTn id="11" dur="1" fill="hold">
                                          <p:stCondLst>
                                            <p:cond delay="0"/>
                                          </p:stCondLst>
                                        </p:cTn>
                                        <p:tgtEl>
                                          <p:spTgt spid="373774"/>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nodeType="clickEffect">
                                  <p:stCondLst>
                                    <p:cond delay="0"/>
                                  </p:stCondLst>
                                  <p:childTnLst>
                                    <p:set>
                                      <p:cBhvr>
                                        <p:cTn id="15" dur="1" fill="hold">
                                          <p:stCondLst>
                                            <p:cond delay="0"/>
                                          </p:stCondLst>
                                        </p:cTn>
                                        <p:tgtEl>
                                          <p:spTgt spid="373767"/>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373765"/>
                                        </p:tgtEl>
                                        <p:attrNameLst>
                                          <p:attrName>style.visibility</p:attrName>
                                        </p:attrNameLst>
                                      </p:cBhvr>
                                      <p:to>
                                        <p:strVal val="visible"/>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nodeType="clickEffect">
                                  <p:stCondLst>
                                    <p:cond delay="0"/>
                                  </p:stCondLst>
                                  <p:childTnLst>
                                    <p:set>
                                      <p:cBhvr>
                                        <p:cTn id="21" dur="1" fill="hold">
                                          <p:stCondLst>
                                            <p:cond delay="0"/>
                                          </p:stCondLst>
                                        </p:cTn>
                                        <p:tgtEl>
                                          <p:spTgt spid="373768"/>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373778"/>
                                        </p:tgtEl>
                                        <p:attrNameLst>
                                          <p:attrName>style.visibility</p:attrName>
                                        </p:attrNameLst>
                                      </p:cBhvr>
                                      <p:to>
                                        <p:strVal val="visible"/>
                                      </p:to>
                                    </p:set>
                                  </p:child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nodeType="clickEffect">
                                  <p:stCondLst>
                                    <p:cond delay="0"/>
                                  </p:stCondLst>
                                  <p:childTnLst>
                                    <p:set>
                                      <p:cBhvr>
                                        <p:cTn id="27" dur="1" fill="hold">
                                          <p:stCondLst>
                                            <p:cond delay="0"/>
                                          </p:stCondLst>
                                        </p:cTn>
                                        <p:tgtEl>
                                          <p:spTgt spid="373769"/>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373766"/>
                                        </p:tgtEl>
                                        <p:attrNameLst>
                                          <p:attrName>style.visibility</p:attrName>
                                        </p:attrNameLst>
                                      </p:cBhvr>
                                      <p:to>
                                        <p:strVal val="visible"/>
                                      </p:to>
                                    </p:set>
                                  </p:childTnLst>
                                </p:cTn>
                              </p:par>
                            </p:childTnLst>
                          </p:cTn>
                        </p:par>
                      </p:childTnLst>
                    </p:cTn>
                  </p:par>
                  <p:par>
                    <p:cTn id="30" fill="hold" nodeType="clickPar">
                      <p:stCondLst>
                        <p:cond delay="indefinite"/>
                      </p:stCondLst>
                      <p:childTnLst>
                        <p:par>
                          <p:cTn id="31" fill="hold" nodeType="withGroup">
                            <p:stCondLst>
                              <p:cond delay="0"/>
                            </p:stCondLst>
                            <p:childTnLst>
                              <p:par>
                                <p:cTn id="32" presetID="1" presetClass="entr" presetSubtype="0" fill="hold" nodeType="clickEffect">
                                  <p:stCondLst>
                                    <p:cond delay="0"/>
                                  </p:stCondLst>
                                  <p:childTnLst>
                                    <p:set>
                                      <p:cBhvr>
                                        <p:cTn id="33" dur="1" fill="hold">
                                          <p:stCondLst>
                                            <p:cond delay="0"/>
                                          </p:stCondLst>
                                        </p:cTn>
                                        <p:tgtEl>
                                          <p:spTgt spid="373770"/>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373764"/>
                                        </p:tgtEl>
                                        <p:attrNameLst>
                                          <p:attrName>style.visibility</p:attrName>
                                        </p:attrNameLst>
                                      </p:cBhvr>
                                      <p:to>
                                        <p:strVal val="visible"/>
                                      </p:to>
                                    </p:set>
                                  </p:childTnLst>
                                </p:cTn>
                              </p:par>
                            </p:childTnLst>
                          </p:cTn>
                        </p:par>
                      </p:childTnLst>
                    </p:cTn>
                  </p:par>
                  <p:par>
                    <p:cTn id="36" fill="hold" nodeType="clickPar">
                      <p:stCondLst>
                        <p:cond delay="indefinite"/>
                      </p:stCondLst>
                      <p:childTnLst>
                        <p:par>
                          <p:cTn id="37" fill="hold" nodeType="withGroup">
                            <p:stCondLst>
                              <p:cond delay="0"/>
                            </p:stCondLst>
                            <p:childTnLst>
                              <p:par>
                                <p:cTn id="38" presetID="1" presetClass="entr" presetSubtype="0" fill="hold" nodeType="clickEffect">
                                  <p:stCondLst>
                                    <p:cond delay="0"/>
                                  </p:stCondLst>
                                  <p:childTnLst>
                                    <p:set>
                                      <p:cBhvr>
                                        <p:cTn id="39" dur="1" fill="hold">
                                          <p:stCondLst>
                                            <p:cond delay="0"/>
                                          </p:stCondLst>
                                        </p:cTn>
                                        <p:tgtEl>
                                          <p:spTgt spid="373771"/>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373773"/>
                                        </p:tgtEl>
                                        <p:attrNameLst>
                                          <p:attrName>style.visibility</p:attrName>
                                        </p:attrNameLst>
                                      </p:cBhvr>
                                      <p:to>
                                        <p:strVal val="visible"/>
                                      </p:to>
                                    </p:set>
                                  </p:childTnLst>
                                </p:cTn>
                              </p:par>
                            </p:childTnLst>
                          </p:cTn>
                        </p:par>
                      </p:childTnLst>
                    </p:cTn>
                  </p:par>
                  <p:par>
                    <p:cTn id="42" fill="hold" nodeType="clickPar">
                      <p:stCondLst>
                        <p:cond delay="indefinite"/>
                      </p:stCondLst>
                      <p:childTnLst>
                        <p:par>
                          <p:cTn id="43" fill="hold" nodeType="withGroup">
                            <p:stCondLst>
                              <p:cond delay="0"/>
                            </p:stCondLst>
                            <p:childTnLst>
                              <p:par>
                                <p:cTn id="44" presetID="1" presetClass="entr" presetSubtype="0" fill="hold" nodeType="clickEffect">
                                  <p:stCondLst>
                                    <p:cond delay="0"/>
                                  </p:stCondLst>
                                  <p:childTnLst>
                                    <p:set>
                                      <p:cBhvr>
                                        <p:cTn id="45" dur="1" fill="hold">
                                          <p:stCondLst>
                                            <p:cond delay="0"/>
                                          </p:stCondLst>
                                        </p:cTn>
                                        <p:tgtEl>
                                          <p:spTgt spid="373772"/>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373777"/>
                                        </p:tgtEl>
                                        <p:attrNameLst>
                                          <p:attrName>style.visibility</p:attrName>
                                        </p:attrNameLst>
                                      </p:cBhvr>
                                      <p:to>
                                        <p:strVal val="visible"/>
                                      </p:to>
                                    </p:set>
                                  </p:childTnLst>
                                </p:cTn>
                              </p:par>
                            </p:childTnLst>
                          </p:cTn>
                        </p:par>
                      </p:childTnLst>
                    </p:cTn>
                  </p:par>
                  <p:par>
                    <p:cTn id="48" fill="hold" nodeType="clickPar">
                      <p:stCondLst>
                        <p:cond delay="indefinite"/>
                      </p:stCondLst>
                      <p:childTnLst>
                        <p:par>
                          <p:cTn id="49" fill="hold" nodeType="withGroup">
                            <p:stCondLst>
                              <p:cond delay="0"/>
                            </p:stCondLst>
                            <p:childTnLst>
                              <p:par>
                                <p:cTn id="50" presetID="1" presetClass="entr" presetSubtype="0" fill="hold" nodeType="clickEffect">
                                  <p:stCondLst>
                                    <p:cond delay="0"/>
                                  </p:stCondLst>
                                  <p:childTnLst>
                                    <p:set>
                                      <p:cBhvr>
                                        <p:cTn id="51" dur="1" fill="hold">
                                          <p:stCondLst>
                                            <p:cond delay="0"/>
                                          </p:stCondLst>
                                        </p:cTn>
                                        <p:tgtEl>
                                          <p:spTgt spid="373775"/>
                                        </p:tgtEl>
                                        <p:attrNameLst>
                                          <p:attrName>style.visibility</p:attrName>
                                        </p:attrNameLst>
                                      </p:cBhvr>
                                      <p:to>
                                        <p:strVal val="visible"/>
                                      </p:to>
                                    </p:set>
                                  </p:childTnLst>
                                </p:cTn>
                              </p:par>
                            </p:childTnLst>
                          </p:cTn>
                        </p:par>
                        <p:par>
                          <p:cTn id="52" fill="hold" nodeType="afterGroup">
                            <p:stCondLst>
                              <p:cond delay="0"/>
                            </p:stCondLst>
                            <p:childTnLst>
                              <p:par>
                                <p:cTn id="53" presetID="1" presetClass="entr" presetSubtype="0" fill="hold" grpId="0" nodeType="afterEffect">
                                  <p:stCondLst>
                                    <p:cond delay="0"/>
                                  </p:stCondLst>
                                  <p:childTnLst>
                                    <p:set>
                                      <p:cBhvr>
                                        <p:cTn id="54" dur="1" fill="hold">
                                          <p:stCondLst>
                                            <p:cond delay="0"/>
                                          </p:stCondLst>
                                        </p:cTn>
                                        <p:tgtEl>
                                          <p:spTgt spid="3737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3764" grpId="0" animBg="1"/>
      <p:bldP spid="373765" grpId="0" animBg="1"/>
      <p:bldP spid="373766" grpId="0" animBg="1"/>
      <p:bldP spid="373773" grpId="0" animBg="1"/>
      <p:bldP spid="373774" grpId="0" animBg="1"/>
      <p:bldP spid="373776" grpId="0" animBg="1"/>
      <p:bldP spid="373777" grpId="0" animBg="1"/>
      <p:bldP spid="373778"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Content Placeholder 2">
            <a:extLst>
              <a:ext uri="{FF2B5EF4-FFF2-40B4-BE49-F238E27FC236}">
                <a16:creationId xmlns:a16="http://schemas.microsoft.com/office/drawing/2014/main" id="{A38663A0-A622-7B42-C645-83A72A3B344B}"/>
              </a:ext>
            </a:extLst>
          </p:cNvPr>
          <p:cNvSpPr>
            <a:spLocks noGrp="1"/>
          </p:cNvSpPr>
          <p:nvPr>
            <p:ph idx="1"/>
          </p:nvPr>
        </p:nvSpPr>
        <p:spPr>
          <a:xfrm>
            <a:off x="500460" y="1908423"/>
            <a:ext cx="8758039" cy="4791555"/>
          </a:xfrm>
        </p:spPr>
        <p:txBody>
          <a:bodyPr>
            <a:normAutofit/>
          </a:bodyPr>
          <a:lstStyle/>
          <a:p>
            <a:r>
              <a:rPr lang="nb-NO" altLang="nb-NO" sz="2408" dirty="0">
                <a:solidFill>
                  <a:srgbClr val="3F3027"/>
                </a:solidFill>
                <a:latin typeface="Calibri" panose="020F0502020204030204" pitchFamily="34" charset="0"/>
                <a:ea typeface="Calibri" panose="020F0502020204030204" pitchFamily="34" charset="0"/>
                <a:cs typeface="Calibri" panose="020F0502020204030204" pitchFamily="34" charset="0"/>
              </a:rPr>
              <a:t>Skatteparadisene gjør det mer attraktivt å investere der avkastningen </a:t>
            </a:r>
            <a:r>
              <a:rPr lang="nb-NO" altLang="nb-NO" sz="2408" i="1" dirty="0">
                <a:solidFill>
                  <a:srgbClr val="3F3027"/>
                </a:solidFill>
                <a:latin typeface="Calibri" panose="020F0502020204030204" pitchFamily="34" charset="0"/>
                <a:ea typeface="Calibri" panose="020F0502020204030204" pitchFamily="34" charset="0"/>
                <a:cs typeface="Calibri" panose="020F0502020204030204" pitchFamily="34" charset="0"/>
              </a:rPr>
              <a:t>etter skatt er høyest </a:t>
            </a:r>
            <a:r>
              <a:rPr lang="nb-NO" altLang="nb-NO" sz="2408" dirty="0">
                <a:solidFill>
                  <a:srgbClr val="3F3027"/>
                </a:solidFill>
                <a:latin typeface="Calibri" panose="020F0502020204030204" pitchFamily="34" charset="0"/>
                <a:ea typeface="Calibri" panose="020F0502020204030204" pitchFamily="34" charset="0"/>
                <a:cs typeface="Calibri" panose="020F0502020204030204" pitchFamily="34" charset="0"/>
              </a:rPr>
              <a:t>og ikke der hvor avkastningen er høyest. Det svekker vekstevnen i verdensøkonomien.</a:t>
            </a:r>
          </a:p>
          <a:p>
            <a:endParaRPr lang="nb-NO" altLang="nb-NO" dirty="0">
              <a:solidFill>
                <a:srgbClr val="3F3027"/>
              </a:solidFill>
              <a:latin typeface="Calibri" panose="020F0502020204030204" pitchFamily="34" charset="0"/>
              <a:ea typeface="Calibri" panose="020F0502020204030204" pitchFamily="34" charset="0"/>
              <a:cs typeface="Calibri" panose="020F0502020204030204" pitchFamily="34" charset="0"/>
            </a:endParaRPr>
          </a:p>
          <a:p>
            <a:pPr>
              <a:buFont typeface="Calibri" panose="020F0502020204030204" pitchFamily="34" charset="0"/>
              <a:buChar char="→"/>
            </a:pPr>
            <a:r>
              <a:rPr lang="nb-NO" altLang="nb-NO" sz="2408" dirty="0">
                <a:solidFill>
                  <a:srgbClr val="3F3027"/>
                </a:solidFill>
                <a:latin typeface="Calibri" panose="020F0502020204030204" pitchFamily="34" charset="0"/>
                <a:ea typeface="Calibri" panose="020F0502020204030204" pitchFamily="34" charset="0"/>
                <a:cs typeface="Calibri" panose="020F0502020204030204" pitchFamily="34" charset="0"/>
              </a:rPr>
              <a:t> Skatteparadisene fører også til ressurssløsing ved bruk av advokater og revisorer for å skjule skatteplanlegging og skatteunndragelse.</a:t>
            </a:r>
          </a:p>
          <a:p>
            <a:pPr>
              <a:buFont typeface="Courier New" panose="02070309020205020404" pitchFamily="49" charset="0"/>
              <a:buChar char="o"/>
            </a:pPr>
            <a:endParaRPr lang="nb-NO" altLang="nb-NO" sz="2408" dirty="0">
              <a:solidFill>
                <a:srgbClr val="3F3027"/>
              </a:solidFill>
              <a:latin typeface="Calibri" panose="020F0502020204030204" pitchFamily="34" charset="0"/>
              <a:ea typeface="Calibri" panose="020F0502020204030204" pitchFamily="34" charset="0"/>
              <a:cs typeface="Calibri" panose="020F0502020204030204" pitchFamily="34" charset="0"/>
            </a:endParaRPr>
          </a:p>
          <a:p>
            <a:pPr>
              <a:buFont typeface="Calibri" panose="020F0502020204030204" pitchFamily="34" charset="0"/>
              <a:buChar char="→"/>
            </a:pPr>
            <a:r>
              <a:rPr lang="nb-NO" altLang="nb-NO" sz="2408" dirty="0">
                <a:solidFill>
                  <a:srgbClr val="FF0000"/>
                </a:solidFill>
                <a:latin typeface="Calibri" panose="020F0502020204030204" pitchFamily="34" charset="0"/>
                <a:ea typeface="Calibri" panose="020F0502020204030204" pitchFamily="34" charset="0"/>
                <a:cs typeface="Calibri" panose="020F0502020204030204" pitchFamily="34" charset="0"/>
              </a:rPr>
              <a:t>I sum svekkes ressursallokeringen og vekstevnen</a:t>
            </a:r>
            <a:endParaRPr lang="en-US" altLang="nb-NO" sz="2408" dirty="0">
              <a:solidFill>
                <a:srgbClr val="FF0000"/>
              </a:solidFill>
              <a:latin typeface="Calibri" panose="020F0502020204030204" pitchFamily="34" charset="0"/>
              <a:ea typeface="Calibri" panose="020F0502020204030204" pitchFamily="34" charset="0"/>
              <a:cs typeface="Calibri" panose="020F0502020204030204" pitchFamily="34" charset="0"/>
            </a:endParaRPr>
          </a:p>
          <a:p>
            <a:pPr lvl="1">
              <a:buFontTx/>
              <a:buNone/>
            </a:pPr>
            <a:endParaRPr lang="nb-NO" altLang="nb-NO" dirty="0">
              <a:solidFill>
                <a:srgbClr val="3F3027"/>
              </a:solidFill>
              <a:latin typeface="Calibri" panose="020F0502020204030204" pitchFamily="34" charset="0"/>
              <a:ea typeface="Calibri" panose="020F0502020204030204" pitchFamily="34" charset="0"/>
              <a:cs typeface="Calibri" panose="020F0502020204030204" pitchFamily="34" charset="0"/>
            </a:endParaRPr>
          </a:p>
        </p:txBody>
      </p:sp>
      <p:sp>
        <p:nvSpPr>
          <p:cNvPr id="24580" name="Rectangle 2">
            <a:extLst>
              <a:ext uri="{FF2B5EF4-FFF2-40B4-BE49-F238E27FC236}">
                <a16:creationId xmlns:a16="http://schemas.microsoft.com/office/drawing/2014/main" id="{B93AAA75-ACF6-4488-47A2-0F14E71AEF15}"/>
              </a:ext>
            </a:extLst>
          </p:cNvPr>
          <p:cNvSpPr>
            <a:spLocks noGrp="1" noChangeArrowheads="1"/>
          </p:cNvSpPr>
          <p:nvPr>
            <p:ph type="title"/>
          </p:nvPr>
        </p:nvSpPr>
        <p:spPr>
          <a:xfrm>
            <a:off x="540098" y="861285"/>
            <a:ext cx="8928992" cy="687098"/>
          </a:xfrm>
          <a:solidFill>
            <a:schemeClr val="tx2">
              <a:lumMod val="75000"/>
              <a:lumOff val="25000"/>
            </a:schemeClr>
          </a:solidFill>
        </p:spPr>
        <p:txBody>
          <a:bodyPr>
            <a:normAutofit fontScale="90000"/>
          </a:bodyPr>
          <a:lstStyle/>
          <a:p>
            <a:pPr eaLnBrk="1" hangingPunct="1"/>
            <a:r>
              <a:rPr lang="nb-NO" altLang="nb-NO" dirty="0">
                <a:solidFill>
                  <a:schemeClr val="bg1"/>
                </a:solidFill>
                <a:ea typeface="ＭＳ Ｐゴシック" panose="020B0600070205080204" pitchFamily="34" charset="-128"/>
              </a:rPr>
              <a:t>4. Skatteparadisene svekker økonomisk vekst i andre land</a:t>
            </a:r>
          </a:p>
        </p:txBody>
      </p:sp>
    </p:spTree>
  </p:cSld>
  <p:clrMapOvr>
    <a:masterClrMapping/>
  </p:clrMapOvr>
  <p:transition>
    <p:cover dir="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Content Placeholder 2">
            <a:extLst>
              <a:ext uri="{FF2B5EF4-FFF2-40B4-BE49-F238E27FC236}">
                <a16:creationId xmlns:a16="http://schemas.microsoft.com/office/drawing/2014/main" id="{A38663A0-A622-7B42-C645-83A72A3B344B}"/>
              </a:ext>
            </a:extLst>
          </p:cNvPr>
          <p:cNvSpPr>
            <a:spLocks noGrp="1"/>
          </p:cNvSpPr>
          <p:nvPr>
            <p:ph idx="1"/>
          </p:nvPr>
        </p:nvSpPr>
        <p:spPr>
          <a:xfrm>
            <a:off x="500460" y="1908423"/>
            <a:ext cx="8758039" cy="4791555"/>
          </a:xfrm>
        </p:spPr>
        <p:txBody>
          <a:bodyPr>
            <a:normAutofit/>
          </a:bodyPr>
          <a:lstStyle/>
          <a:p>
            <a:r>
              <a:rPr lang="nb-NO" altLang="nb-NO" sz="2408" dirty="0">
                <a:solidFill>
                  <a:srgbClr val="3F3027"/>
                </a:solidFill>
                <a:ea typeface="ＭＳ Ｐゴシック" panose="020B0600070205080204" pitchFamily="34" charset="-128"/>
              </a:rPr>
              <a:t>Skatteparadisene gjør at man kan skjule hvem man er og man kan sikre utbyttet fra kriminell aktivitet ved å flytte det til skatteparadis</a:t>
            </a:r>
          </a:p>
          <a:p>
            <a:endParaRPr lang="nb-NO" altLang="nb-NO" dirty="0">
              <a:solidFill>
                <a:srgbClr val="3F3027"/>
              </a:solidFill>
              <a:ea typeface="ＭＳ Ｐゴシック" panose="020B0600070205080204" pitchFamily="34" charset="-128"/>
            </a:endParaRPr>
          </a:p>
          <a:p>
            <a:pPr>
              <a:buFont typeface="Courier New" panose="02070309020205020404" pitchFamily="49" charset="0"/>
              <a:buChar char="o"/>
            </a:pPr>
            <a:endParaRPr lang="nb-NO" altLang="nb-NO" sz="2408" dirty="0">
              <a:solidFill>
                <a:srgbClr val="3F3027"/>
              </a:solidFill>
              <a:ea typeface="ＭＳ Ｐゴシック" panose="020B0600070205080204" pitchFamily="34" charset="-128"/>
            </a:endParaRPr>
          </a:p>
          <a:p>
            <a:pPr>
              <a:buFont typeface="Calibri" panose="020F0502020204030204" pitchFamily="34" charset="0"/>
              <a:buChar char="→"/>
            </a:pPr>
            <a:r>
              <a:rPr lang="nb-NO" altLang="nb-NO" sz="2408" dirty="0">
                <a:solidFill>
                  <a:srgbClr val="FF0000"/>
                </a:solidFill>
                <a:ea typeface="ＭＳ Ｐゴシック" panose="020B0600070205080204" pitchFamily="34" charset="-128"/>
              </a:rPr>
              <a:t> Skatteparadisene gir økte incitamenter til alle typer kriminalitet og brudd på internasjonale lover og reguleringer</a:t>
            </a:r>
            <a:endParaRPr lang="en-US" altLang="nb-NO" sz="2408" dirty="0">
              <a:solidFill>
                <a:srgbClr val="FF0000"/>
              </a:solidFill>
              <a:ea typeface="ＭＳ Ｐゴシック" panose="020B0600070205080204" pitchFamily="34" charset="-128"/>
            </a:endParaRPr>
          </a:p>
          <a:p>
            <a:pPr lvl="1">
              <a:buFontTx/>
              <a:buNone/>
            </a:pPr>
            <a:endParaRPr lang="nb-NO" altLang="nb-NO" dirty="0">
              <a:solidFill>
                <a:srgbClr val="3F3027"/>
              </a:solidFill>
              <a:ea typeface="ＭＳ Ｐゴシック" panose="020B0600070205080204" pitchFamily="34" charset="-128"/>
            </a:endParaRPr>
          </a:p>
        </p:txBody>
      </p:sp>
      <p:sp>
        <p:nvSpPr>
          <p:cNvPr id="24580" name="Rectangle 2">
            <a:extLst>
              <a:ext uri="{FF2B5EF4-FFF2-40B4-BE49-F238E27FC236}">
                <a16:creationId xmlns:a16="http://schemas.microsoft.com/office/drawing/2014/main" id="{B93AAA75-ACF6-4488-47A2-0F14E71AEF15}"/>
              </a:ext>
            </a:extLst>
          </p:cNvPr>
          <p:cNvSpPr>
            <a:spLocks noGrp="1" noChangeArrowheads="1"/>
          </p:cNvSpPr>
          <p:nvPr>
            <p:ph type="title"/>
          </p:nvPr>
        </p:nvSpPr>
        <p:spPr>
          <a:xfrm>
            <a:off x="540098" y="700709"/>
            <a:ext cx="8928992" cy="806275"/>
          </a:xfrm>
          <a:solidFill>
            <a:schemeClr val="tx2">
              <a:lumMod val="75000"/>
              <a:lumOff val="25000"/>
            </a:schemeClr>
          </a:solidFill>
        </p:spPr>
        <p:txBody>
          <a:bodyPr>
            <a:normAutofit/>
          </a:bodyPr>
          <a:lstStyle/>
          <a:p>
            <a:pPr eaLnBrk="1" hangingPunct="1"/>
            <a:r>
              <a:rPr lang="en-US" altLang="nb-NO" dirty="0">
                <a:solidFill>
                  <a:schemeClr val="bg1"/>
                </a:solidFill>
                <a:ea typeface="ＭＳ Ｐゴシック" panose="020B0600070205080204" pitchFamily="34" charset="-128"/>
              </a:rPr>
              <a:t>5. </a:t>
            </a:r>
            <a:r>
              <a:rPr lang="nb-NO" altLang="nb-NO" dirty="0">
                <a:solidFill>
                  <a:schemeClr val="bg1"/>
                </a:solidFill>
                <a:ea typeface="ＭＳ Ｐゴシック" panose="020B0600070205080204" pitchFamily="34" charset="-128"/>
              </a:rPr>
              <a:t>Skatteparadisene gjør kriminalitet mer lønnsom</a:t>
            </a:r>
          </a:p>
        </p:txBody>
      </p:sp>
    </p:spTree>
    <p:extLst>
      <p:ext uri="{BB962C8B-B14F-4D97-AF65-F5344CB8AC3E}">
        <p14:creationId xmlns:p14="http://schemas.microsoft.com/office/powerpoint/2010/main" val="1066900330"/>
      </p:ext>
    </p:extLst>
  </p:cSld>
  <p:clrMapOvr>
    <a:masterClrMapping/>
  </p:clrMapOvr>
  <p:transition>
    <p:cover dir="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540098" y="540271"/>
            <a:ext cx="8156793" cy="472656"/>
          </a:xfrm>
          <a:noFill/>
          <a:extLst>
            <a:ext uri="{909E8E84-426E-40DD-AFC4-6F175D3DCCD1}">
              <a14:hiddenFill xmlns:a14="http://schemas.microsoft.com/office/drawing/2010/main">
                <a:solidFill>
                  <a:srgbClr val="D9D9D9"/>
                </a:solidFill>
              </a14:hiddenFill>
            </a:ext>
          </a:extLst>
        </p:spPr>
        <p:txBody>
          <a:bodyPr>
            <a:normAutofit/>
          </a:bodyPr>
          <a:lstStyle/>
          <a:p>
            <a:pPr eaLnBrk="1" hangingPunct="1"/>
            <a:r>
              <a:rPr lang="nb-NO" altLang="nb-NO" b="1" dirty="0"/>
              <a:t>Eksempler fra NOU 2009:19</a:t>
            </a:r>
          </a:p>
        </p:txBody>
      </p:sp>
      <p:sp>
        <p:nvSpPr>
          <p:cNvPr id="33795" name="Content Placeholder 2"/>
          <p:cNvSpPr>
            <a:spLocks noGrp="1"/>
          </p:cNvSpPr>
          <p:nvPr>
            <p:ph idx="1"/>
          </p:nvPr>
        </p:nvSpPr>
        <p:spPr>
          <a:xfrm>
            <a:off x="432690" y="1404367"/>
            <a:ext cx="9008269" cy="5922923"/>
          </a:xfrm>
        </p:spPr>
        <p:txBody>
          <a:bodyPr>
            <a:normAutofit/>
          </a:bodyPr>
          <a:lstStyle/>
          <a:p>
            <a:pPr eaLnBrk="1" hangingPunct="1">
              <a:lnSpc>
                <a:spcPct val="100000"/>
              </a:lnSpc>
            </a:pPr>
            <a:r>
              <a:rPr lang="nb-NO" altLang="nb-NO" sz="2300" b="1" i="1" dirty="0">
                <a:latin typeface="Calibri" panose="020F0502020204030204" pitchFamily="34" charset="0"/>
                <a:ea typeface="Calibri" panose="020F0502020204030204" pitchFamily="34" charset="0"/>
                <a:cs typeface="Calibri" panose="020F0502020204030204" pitchFamily="34" charset="0"/>
              </a:rPr>
              <a:t>Ulykkesforebygging</a:t>
            </a:r>
          </a:p>
          <a:p>
            <a:pPr lvl="1"/>
            <a:r>
              <a:rPr lang="nb-NO" altLang="nb-NO" sz="2300" dirty="0">
                <a:latin typeface="Calibri" panose="020F0502020204030204" pitchFamily="34" charset="0"/>
                <a:ea typeface="Calibri" panose="020F0502020204030204" pitchFamily="34" charset="0"/>
                <a:cs typeface="Calibri" panose="020F0502020204030204" pitchFamily="34" charset="0"/>
              </a:rPr>
              <a:t>Scandinavian Star ulykken (160 mennesker døde)</a:t>
            </a:r>
          </a:p>
          <a:p>
            <a:pPr lvl="1" eaLnBrk="1" hangingPunct="1"/>
            <a:r>
              <a:rPr lang="nb-NO" altLang="nb-NO" sz="2300" dirty="0">
                <a:latin typeface="Calibri" panose="020F0502020204030204" pitchFamily="34" charset="0"/>
                <a:ea typeface="Calibri" panose="020F0502020204030204" pitchFamily="34" charset="0"/>
                <a:cs typeface="Calibri" panose="020F0502020204030204" pitchFamily="34" charset="0"/>
              </a:rPr>
              <a:t>Sikkerhetsforskrifter ikke overholdt - eier ikke holdt ansvarlig da </a:t>
            </a:r>
            <a:r>
              <a:rPr lang="nb-NO" altLang="nb-NO" sz="2300" dirty="0">
                <a:solidFill>
                  <a:srgbClr val="FF0000"/>
                </a:solidFill>
                <a:latin typeface="Calibri" panose="020F0502020204030204" pitchFamily="34" charset="0"/>
                <a:ea typeface="Calibri" panose="020F0502020204030204" pitchFamily="34" charset="0"/>
                <a:cs typeface="Calibri" panose="020F0502020204030204" pitchFamily="34" charset="0"/>
              </a:rPr>
              <a:t>eierskap var skjult </a:t>
            </a:r>
            <a:r>
              <a:rPr lang="nb-NO" altLang="nb-NO" sz="2300" dirty="0">
                <a:latin typeface="Calibri" panose="020F0502020204030204" pitchFamily="34" charset="0"/>
                <a:ea typeface="Calibri" panose="020F0502020204030204" pitchFamily="34" charset="0"/>
                <a:cs typeface="Calibri" panose="020F0502020204030204" pitchFamily="34" charset="0"/>
              </a:rPr>
              <a:t>i skatteparadis (poenget er at kan du skjule deg koster det mindre å være ansvarlig)</a:t>
            </a:r>
            <a:endParaRPr lang="nb-NO" altLang="nb-NO" sz="2300" i="1" dirty="0">
              <a:latin typeface="Calibri" panose="020F0502020204030204" pitchFamily="34" charset="0"/>
              <a:ea typeface="Calibri" panose="020F0502020204030204" pitchFamily="34" charset="0"/>
              <a:cs typeface="Calibri" panose="020F0502020204030204" pitchFamily="34" charset="0"/>
            </a:endParaRPr>
          </a:p>
          <a:p>
            <a:pPr eaLnBrk="1" hangingPunct="1">
              <a:lnSpc>
                <a:spcPct val="100000"/>
              </a:lnSpc>
            </a:pPr>
            <a:r>
              <a:rPr lang="nb-NO" altLang="nb-NO" sz="2300" b="1" i="1" dirty="0">
                <a:latin typeface="Calibri" panose="020F0502020204030204" pitchFamily="34" charset="0"/>
                <a:ea typeface="Calibri" panose="020F0502020204030204" pitchFamily="34" charset="0"/>
                <a:cs typeface="Calibri" panose="020F0502020204030204" pitchFamily="34" charset="0"/>
              </a:rPr>
              <a:t>Kriminalitet og terrorisme</a:t>
            </a:r>
          </a:p>
          <a:p>
            <a:pPr lvl="1"/>
            <a:r>
              <a:rPr lang="nb-NO" altLang="nb-NO" sz="2300" dirty="0">
                <a:latin typeface="Calibri" panose="020F0502020204030204" pitchFamily="34" charset="0"/>
                <a:ea typeface="Calibri" panose="020F0502020204030204" pitchFamily="34" charset="0"/>
                <a:cs typeface="Calibri" panose="020F0502020204030204" pitchFamily="34" charset="0"/>
              </a:rPr>
              <a:t>Finansiering av 9/11 og ISIS </a:t>
            </a:r>
          </a:p>
          <a:p>
            <a:pPr lvl="1"/>
            <a:r>
              <a:rPr lang="nb-NO" altLang="nb-NO" sz="2300" dirty="0">
                <a:latin typeface="Calibri" panose="020F0502020204030204" pitchFamily="34" charset="0"/>
                <a:ea typeface="Calibri" panose="020F0502020204030204" pitchFamily="34" charset="0"/>
                <a:cs typeface="Calibri" panose="020F0502020204030204" pitchFamily="34" charset="0"/>
              </a:rPr>
              <a:t>Ander </a:t>
            </a:r>
            <a:r>
              <a:rPr lang="nb-NO" altLang="nb-NO" sz="2300" dirty="0" err="1">
                <a:latin typeface="Calibri" panose="020F0502020204030204" pitchFamily="34" charset="0"/>
                <a:ea typeface="Calibri" panose="020F0502020204030204" pitchFamily="34" charset="0"/>
                <a:cs typeface="Calibri" panose="020F0502020204030204" pitchFamily="34" charset="0"/>
              </a:rPr>
              <a:t>Behring</a:t>
            </a:r>
            <a:r>
              <a:rPr lang="nb-NO" altLang="nb-NO" sz="2300" dirty="0">
                <a:latin typeface="Calibri" panose="020F0502020204030204" pitchFamily="34" charset="0"/>
                <a:ea typeface="Calibri" panose="020F0502020204030204" pitchFamily="34" charset="0"/>
                <a:cs typeface="Calibri" panose="020F0502020204030204" pitchFamily="34" charset="0"/>
              </a:rPr>
              <a:t> Breivik hadde konto i skatteparadiset Antigua </a:t>
            </a:r>
          </a:p>
          <a:p>
            <a:pPr lvl="1"/>
            <a:r>
              <a:rPr lang="nb-NO" altLang="nb-NO" sz="2300" dirty="0">
                <a:latin typeface="Calibri" panose="020F0502020204030204" pitchFamily="34" charset="0"/>
                <a:ea typeface="Calibri" panose="020F0502020204030204" pitchFamily="34" charset="0"/>
                <a:cs typeface="Calibri" panose="020F0502020204030204" pitchFamily="34" charset="0"/>
              </a:rPr>
              <a:t>”The Washington sniper” (drepte 10) tok seg inn til USA på pass kjøpt i skatteparadis (noen av disse statene selger pass og statsborgerskap)</a:t>
            </a:r>
            <a:endParaRPr lang="nb-NO" altLang="nb-NO" sz="2300" i="1" dirty="0">
              <a:latin typeface="Calibri" panose="020F0502020204030204" pitchFamily="34" charset="0"/>
              <a:ea typeface="Calibri" panose="020F0502020204030204" pitchFamily="34" charset="0"/>
              <a:cs typeface="Calibri" panose="020F0502020204030204" pitchFamily="34" charset="0"/>
            </a:endParaRPr>
          </a:p>
          <a:p>
            <a:pPr eaLnBrk="1" hangingPunct="1">
              <a:lnSpc>
                <a:spcPct val="100000"/>
              </a:lnSpc>
            </a:pPr>
            <a:r>
              <a:rPr lang="nb-NO" altLang="nb-NO" sz="2300" b="1" i="1" dirty="0">
                <a:latin typeface="Calibri" panose="020F0502020204030204" pitchFamily="34" charset="0"/>
                <a:ea typeface="Calibri" panose="020F0502020204030204" pitchFamily="34" charset="0"/>
                <a:cs typeface="Calibri" panose="020F0502020204030204" pitchFamily="34" charset="0"/>
              </a:rPr>
              <a:t>Miljøkriminalitet</a:t>
            </a:r>
            <a:r>
              <a:rPr lang="nb-NO" altLang="nb-NO" sz="2300" i="1" dirty="0">
                <a:latin typeface="Calibri" panose="020F0502020204030204" pitchFamily="34" charset="0"/>
                <a:ea typeface="Calibri" panose="020F0502020204030204" pitchFamily="34" charset="0"/>
                <a:cs typeface="Calibri" panose="020F0502020204030204" pitchFamily="34" charset="0"/>
              </a:rPr>
              <a:t> (oljeutslipp, tyvfiske, skipsvrak, </a:t>
            </a:r>
            <a:r>
              <a:rPr lang="nb-NO" altLang="nb-NO" sz="2300" i="1" dirty="0" err="1">
                <a:latin typeface="Calibri" panose="020F0502020204030204" pitchFamily="34" charset="0"/>
                <a:ea typeface="Calibri" panose="020F0502020204030204" pitchFamily="34" charset="0"/>
                <a:cs typeface="Calibri" panose="020F0502020204030204" pitchFamily="34" charset="0"/>
              </a:rPr>
              <a:t>etc</a:t>
            </a:r>
            <a:r>
              <a:rPr lang="nb-NO" altLang="nb-NO" sz="2300" i="1" dirty="0">
                <a:latin typeface="Calibri" panose="020F0502020204030204" pitchFamily="34" charset="0"/>
                <a:ea typeface="Calibri" panose="020F0502020204030204" pitchFamily="34" charset="0"/>
                <a:cs typeface="Calibri" panose="020F0502020204030204" pitchFamily="34" charset="0"/>
              </a:rPr>
              <a:t>),</a:t>
            </a:r>
          </a:p>
          <a:p>
            <a:pPr lvl="1" eaLnBrk="1" hangingPunct="1"/>
            <a:r>
              <a:rPr lang="nb-NO" altLang="nb-NO" sz="2300" dirty="0">
                <a:latin typeface="Calibri" panose="020F0502020204030204" pitchFamily="34" charset="0"/>
                <a:ea typeface="Calibri" panose="020F0502020204030204" pitchFamily="34" charset="0"/>
                <a:cs typeface="Calibri" panose="020F0502020204030204" pitchFamily="34" charset="0"/>
              </a:rPr>
              <a:t>Skip er eid av selskaper hvor eierne er anonyme (og forsikringen dekker ikke fullt ut kostnaden ved skade de forvolder) </a:t>
            </a:r>
          </a:p>
          <a:p>
            <a:pPr lvl="1" eaLnBrk="1" hangingPunct="1"/>
            <a:r>
              <a:rPr lang="nb-NO" altLang="nb-NO" sz="2300" dirty="0">
                <a:latin typeface="Calibri" panose="020F0502020204030204" pitchFamily="34" charset="0"/>
                <a:ea typeface="Calibri" panose="020F0502020204030204" pitchFamily="34" charset="0"/>
                <a:cs typeface="Calibri" panose="020F0502020204030204" pitchFamily="34" charset="0"/>
              </a:rPr>
              <a:t>Fiskebåten </a:t>
            </a:r>
            <a:r>
              <a:rPr lang="nb-NO" altLang="nb-NO" sz="2300" b="1" dirty="0">
                <a:latin typeface="Calibri" panose="020F0502020204030204" pitchFamily="34" charset="0"/>
                <a:ea typeface="Calibri" panose="020F0502020204030204" pitchFamily="34" charset="0"/>
                <a:cs typeface="Calibri" panose="020F0502020204030204" pitchFamily="34" charset="0"/>
              </a:rPr>
              <a:t>Elektron</a:t>
            </a:r>
            <a:r>
              <a:rPr lang="nb-NO" altLang="nb-NO" sz="2300" dirty="0">
                <a:latin typeface="Calibri" panose="020F0502020204030204" pitchFamily="34" charset="0"/>
                <a:ea typeface="Calibri" panose="020F0502020204030204" pitchFamily="34" charset="0"/>
                <a:cs typeface="Calibri" panose="020F0502020204030204" pitchFamily="34" charset="0"/>
              </a:rPr>
              <a:t> som i 2005 </a:t>
            </a:r>
            <a:r>
              <a:rPr lang="nb-NO" altLang="nb-NO" sz="2300" b="1" dirty="0">
                <a:latin typeface="Calibri" panose="020F0502020204030204" pitchFamily="34" charset="0"/>
                <a:ea typeface="Calibri" panose="020F0502020204030204" pitchFamily="34" charset="0"/>
                <a:cs typeface="Calibri" panose="020F0502020204030204" pitchFamily="34" charset="0"/>
              </a:rPr>
              <a:t>kidnappet </a:t>
            </a:r>
            <a:r>
              <a:rPr lang="nb-NO" altLang="nb-NO" sz="2300" dirty="0">
                <a:latin typeface="Calibri" panose="020F0502020204030204" pitchFamily="34" charset="0"/>
                <a:ea typeface="Calibri" panose="020F0502020204030204" pitchFamily="34" charset="0"/>
                <a:cs typeface="Calibri" panose="020F0502020204030204" pitchFamily="34" charset="0"/>
              </a:rPr>
              <a:t>to norske fiskeinspektører. Elektron var eid av et selskap med </a:t>
            </a:r>
            <a:r>
              <a:rPr lang="nb-NO" altLang="nb-NO" sz="2300" dirty="0">
                <a:solidFill>
                  <a:srgbClr val="FF0000"/>
                </a:solidFill>
                <a:latin typeface="Calibri" panose="020F0502020204030204" pitchFamily="34" charset="0"/>
                <a:ea typeface="Calibri" panose="020F0502020204030204" pitchFamily="34" charset="0"/>
                <a:cs typeface="Calibri" panose="020F0502020204030204" pitchFamily="34" charset="0"/>
              </a:rPr>
              <a:t>anonyme eiere. Vanskelig å straffe eierne.</a:t>
            </a:r>
          </a:p>
          <a:p>
            <a:pPr eaLnBrk="1" hangingPunct="1">
              <a:lnSpc>
                <a:spcPct val="70000"/>
              </a:lnSpc>
              <a:buFontTx/>
              <a:buNone/>
            </a:pPr>
            <a:endParaRPr lang="nb-NO" altLang="nb-NO" sz="1970" i="1"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Tree>
    <p:custDataLst>
      <p:tags r:id="rId1"/>
    </p:custDataLst>
    <p:extLst>
      <p:ext uri="{BB962C8B-B14F-4D97-AF65-F5344CB8AC3E}">
        <p14:creationId xmlns:p14="http://schemas.microsoft.com/office/powerpoint/2010/main" val="3255315958"/>
      </p:ext>
    </p:extLst>
  </p:cSld>
  <p:clrMapOvr>
    <a:masterClrMapping/>
  </p:clrMapOvr>
  <mc:AlternateContent xmlns:mc="http://schemas.openxmlformats.org/markup-compatibility/2006" xmlns:p14="http://schemas.microsoft.com/office/powerpoint/2010/main">
    <mc:Choice Requires="p14">
      <p:transition spd="slow" p14:dur="2000" advTm="177955"/>
    </mc:Choice>
    <mc:Fallback xmlns="">
      <p:transition spd="slow" advTm="177955"/>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3795">
                                            <p:txEl>
                                              <p:pRg st="0" end="0"/>
                                            </p:txEl>
                                          </p:spTgt>
                                        </p:tgtEl>
                                        <p:attrNameLst>
                                          <p:attrName>style.visibility</p:attrName>
                                        </p:attrNameLst>
                                      </p:cBhvr>
                                      <p:to>
                                        <p:strVal val="visible"/>
                                      </p:to>
                                    </p:set>
                                    <p:anim calcmode="lin" valueType="num">
                                      <p:cBhvr additive="base">
                                        <p:cTn id="7" dur="500" fill="hold"/>
                                        <p:tgtEl>
                                          <p:spTgt spid="3379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3795">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3795">
                                            <p:txEl>
                                              <p:pRg st="1" end="1"/>
                                            </p:txEl>
                                          </p:spTgt>
                                        </p:tgtEl>
                                        <p:attrNameLst>
                                          <p:attrName>style.visibility</p:attrName>
                                        </p:attrNameLst>
                                      </p:cBhvr>
                                      <p:to>
                                        <p:strVal val="visible"/>
                                      </p:to>
                                    </p:set>
                                    <p:anim calcmode="lin" valueType="num">
                                      <p:cBhvr additive="base">
                                        <p:cTn id="11" dur="500" fill="hold"/>
                                        <p:tgtEl>
                                          <p:spTgt spid="33795">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3795">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3795">
                                            <p:txEl>
                                              <p:pRg st="2" end="2"/>
                                            </p:txEl>
                                          </p:spTgt>
                                        </p:tgtEl>
                                        <p:attrNameLst>
                                          <p:attrName>style.visibility</p:attrName>
                                        </p:attrNameLst>
                                      </p:cBhvr>
                                      <p:to>
                                        <p:strVal val="visible"/>
                                      </p:to>
                                    </p:set>
                                    <p:anim calcmode="lin" valueType="num">
                                      <p:cBhvr additive="base">
                                        <p:cTn id="15" dur="500" fill="hold"/>
                                        <p:tgtEl>
                                          <p:spTgt spid="33795">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379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33795">
                                            <p:txEl>
                                              <p:pRg st="3" end="3"/>
                                            </p:txEl>
                                          </p:spTgt>
                                        </p:tgtEl>
                                        <p:attrNameLst>
                                          <p:attrName>style.visibility</p:attrName>
                                        </p:attrNameLst>
                                      </p:cBhvr>
                                      <p:to>
                                        <p:strVal val="visible"/>
                                      </p:to>
                                    </p:set>
                                    <p:anim calcmode="lin" valueType="num">
                                      <p:cBhvr additive="base">
                                        <p:cTn id="21" dur="500" fill="hold"/>
                                        <p:tgtEl>
                                          <p:spTgt spid="33795">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3795">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3795">
                                            <p:txEl>
                                              <p:pRg st="4" end="4"/>
                                            </p:txEl>
                                          </p:spTgt>
                                        </p:tgtEl>
                                        <p:attrNameLst>
                                          <p:attrName>style.visibility</p:attrName>
                                        </p:attrNameLst>
                                      </p:cBhvr>
                                      <p:to>
                                        <p:strVal val="visible"/>
                                      </p:to>
                                    </p:set>
                                    <p:anim calcmode="lin" valueType="num">
                                      <p:cBhvr additive="base">
                                        <p:cTn id="25" dur="500" fill="hold"/>
                                        <p:tgtEl>
                                          <p:spTgt spid="33795">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3795">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3795">
                                            <p:txEl>
                                              <p:pRg st="5" end="5"/>
                                            </p:txEl>
                                          </p:spTgt>
                                        </p:tgtEl>
                                        <p:attrNameLst>
                                          <p:attrName>style.visibility</p:attrName>
                                        </p:attrNameLst>
                                      </p:cBhvr>
                                      <p:to>
                                        <p:strVal val="visible"/>
                                      </p:to>
                                    </p:set>
                                    <p:anim calcmode="lin" valueType="num">
                                      <p:cBhvr additive="base">
                                        <p:cTn id="29" dur="500" fill="hold"/>
                                        <p:tgtEl>
                                          <p:spTgt spid="33795">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3795">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33795">
                                            <p:txEl>
                                              <p:pRg st="6" end="6"/>
                                            </p:txEl>
                                          </p:spTgt>
                                        </p:tgtEl>
                                        <p:attrNameLst>
                                          <p:attrName>style.visibility</p:attrName>
                                        </p:attrNameLst>
                                      </p:cBhvr>
                                      <p:to>
                                        <p:strVal val="visible"/>
                                      </p:to>
                                    </p:set>
                                    <p:anim calcmode="lin" valueType="num">
                                      <p:cBhvr additive="base">
                                        <p:cTn id="33" dur="500" fill="hold"/>
                                        <p:tgtEl>
                                          <p:spTgt spid="33795">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379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33795">
                                            <p:txEl>
                                              <p:pRg st="7" end="7"/>
                                            </p:txEl>
                                          </p:spTgt>
                                        </p:tgtEl>
                                        <p:attrNameLst>
                                          <p:attrName>style.visibility</p:attrName>
                                        </p:attrNameLst>
                                      </p:cBhvr>
                                      <p:to>
                                        <p:strVal val="visible"/>
                                      </p:to>
                                    </p:set>
                                    <p:anim calcmode="lin" valueType="num">
                                      <p:cBhvr additive="base">
                                        <p:cTn id="39" dur="500" fill="hold"/>
                                        <p:tgtEl>
                                          <p:spTgt spid="33795">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3795">
                                            <p:txEl>
                                              <p:pRg st="7" end="7"/>
                                            </p:tx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33795">
                                            <p:txEl>
                                              <p:pRg st="8" end="8"/>
                                            </p:txEl>
                                          </p:spTgt>
                                        </p:tgtEl>
                                        <p:attrNameLst>
                                          <p:attrName>style.visibility</p:attrName>
                                        </p:attrNameLst>
                                      </p:cBhvr>
                                      <p:to>
                                        <p:strVal val="visible"/>
                                      </p:to>
                                    </p:set>
                                    <p:anim calcmode="lin" valueType="num">
                                      <p:cBhvr additive="base">
                                        <p:cTn id="43" dur="500" fill="hold"/>
                                        <p:tgtEl>
                                          <p:spTgt spid="33795">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3795">
                                            <p:txEl>
                                              <p:pRg st="8" end="8"/>
                                            </p:txEl>
                                          </p:spTgt>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33795">
                                            <p:txEl>
                                              <p:pRg st="9" end="9"/>
                                            </p:txEl>
                                          </p:spTgt>
                                        </p:tgtEl>
                                        <p:attrNameLst>
                                          <p:attrName>style.visibility</p:attrName>
                                        </p:attrNameLst>
                                      </p:cBhvr>
                                      <p:to>
                                        <p:strVal val="visible"/>
                                      </p:to>
                                    </p:set>
                                    <p:anim calcmode="lin" valueType="num">
                                      <p:cBhvr additive="base">
                                        <p:cTn id="47" dur="500" fill="hold"/>
                                        <p:tgtEl>
                                          <p:spTgt spid="33795">
                                            <p:txEl>
                                              <p:pRg st="9" end="9"/>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3795">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0101" y="421425"/>
            <a:ext cx="8020917" cy="917054"/>
          </a:xfrm>
        </p:spPr>
        <p:txBody>
          <a:bodyPr>
            <a:normAutofit fontScale="90000"/>
          </a:bodyPr>
          <a:lstStyle/>
          <a:p>
            <a:r>
              <a:rPr lang="en-US" altLang="nb-NO" sz="2700" b="1" dirty="0">
                <a:solidFill>
                  <a:srgbClr val="000000"/>
                </a:solidFill>
              </a:rPr>
              <a:t>Forts </a:t>
            </a:r>
            <a:r>
              <a:rPr lang="en-US" altLang="nb-NO" sz="2700" b="1" dirty="0" err="1">
                <a:solidFill>
                  <a:srgbClr val="000000"/>
                </a:solidFill>
              </a:rPr>
              <a:t>eksempler</a:t>
            </a:r>
            <a:r>
              <a:rPr lang="en-US" altLang="nb-NO" sz="2700" b="1" dirty="0">
                <a:solidFill>
                  <a:srgbClr val="000000"/>
                </a:solidFill>
              </a:rPr>
              <a:t>:</a:t>
            </a:r>
            <a:br>
              <a:rPr lang="en-US" altLang="nb-NO" sz="3200" b="1" dirty="0">
                <a:solidFill>
                  <a:srgbClr val="000000"/>
                </a:solidFill>
              </a:rPr>
            </a:br>
            <a:r>
              <a:rPr lang="en-US" altLang="nb-NO" sz="3100" b="1" dirty="0">
                <a:solidFill>
                  <a:srgbClr val="000000"/>
                </a:solidFill>
              </a:rPr>
              <a:t>I</a:t>
            </a:r>
            <a:r>
              <a:rPr lang="en-US" altLang="nb-NO" sz="3100" dirty="0">
                <a:solidFill>
                  <a:srgbClr val="000000"/>
                </a:solidFill>
              </a:rPr>
              <a:t>llegal, </a:t>
            </a:r>
            <a:r>
              <a:rPr lang="en-US" altLang="nb-NO" sz="3100" b="1" dirty="0">
                <a:solidFill>
                  <a:srgbClr val="000000"/>
                </a:solidFill>
              </a:rPr>
              <a:t>U</a:t>
            </a:r>
            <a:r>
              <a:rPr lang="en-US" altLang="nb-NO" sz="3100" dirty="0">
                <a:solidFill>
                  <a:srgbClr val="000000"/>
                </a:solidFill>
              </a:rPr>
              <a:t>nreported and </a:t>
            </a:r>
            <a:r>
              <a:rPr lang="en-US" altLang="nb-NO" sz="3100" b="1" dirty="0" err="1">
                <a:solidFill>
                  <a:srgbClr val="000000"/>
                </a:solidFill>
              </a:rPr>
              <a:t>U</a:t>
            </a:r>
            <a:r>
              <a:rPr lang="en-US" altLang="nb-NO" sz="3100" dirty="0" err="1">
                <a:solidFill>
                  <a:srgbClr val="000000"/>
                </a:solidFill>
              </a:rPr>
              <a:t>nreguated</a:t>
            </a:r>
            <a:r>
              <a:rPr lang="en-US" altLang="nb-NO" sz="3100" dirty="0">
                <a:solidFill>
                  <a:srgbClr val="000000"/>
                </a:solidFill>
              </a:rPr>
              <a:t> (</a:t>
            </a:r>
            <a:r>
              <a:rPr lang="en-US" altLang="nb-NO" sz="3100" b="1" dirty="0">
                <a:solidFill>
                  <a:srgbClr val="000000"/>
                </a:solidFill>
              </a:rPr>
              <a:t>IUU</a:t>
            </a:r>
            <a:r>
              <a:rPr lang="en-US" altLang="nb-NO" sz="3100" dirty="0">
                <a:solidFill>
                  <a:srgbClr val="000000"/>
                </a:solidFill>
              </a:rPr>
              <a:t>) Fishing</a:t>
            </a:r>
            <a:endParaRPr lang="nb-NO" sz="2700" dirty="0"/>
          </a:p>
        </p:txBody>
      </p:sp>
      <p:sp>
        <p:nvSpPr>
          <p:cNvPr id="15362" name="Content Placeholder 2"/>
          <p:cNvSpPr>
            <a:spLocks noGrp="1"/>
          </p:cNvSpPr>
          <p:nvPr>
            <p:ph idx="1"/>
          </p:nvPr>
        </p:nvSpPr>
        <p:spPr>
          <a:xfrm>
            <a:off x="800101" y="1548383"/>
            <a:ext cx="8582271" cy="5358774"/>
          </a:xfrm>
        </p:spPr>
        <p:txBody>
          <a:bodyPr>
            <a:normAutofit/>
          </a:bodyPr>
          <a:lstStyle/>
          <a:p>
            <a:pPr marL="0" indent="0">
              <a:lnSpc>
                <a:spcPct val="80000"/>
              </a:lnSpc>
              <a:buNone/>
            </a:pPr>
            <a:endParaRPr lang="en-US" altLang="nb-NO" sz="2189" dirty="0">
              <a:solidFill>
                <a:srgbClr val="000000"/>
              </a:solidFill>
            </a:endParaRPr>
          </a:p>
          <a:p>
            <a:pPr>
              <a:lnSpc>
                <a:spcPct val="80000"/>
              </a:lnSpc>
            </a:pPr>
            <a:r>
              <a:rPr lang="en-US" altLang="nb-NO" sz="2400" i="1" dirty="0" err="1"/>
              <a:t>Utgjør</a:t>
            </a:r>
            <a:r>
              <a:rPr lang="en-US" altLang="nb-NO" sz="2400" i="1" dirty="0"/>
              <a:t> 13-31% </a:t>
            </a:r>
            <a:r>
              <a:rPr lang="en-US" altLang="nb-NO" sz="2400" i="1" dirty="0" err="1"/>
              <a:t>av</a:t>
            </a:r>
            <a:r>
              <a:rPr lang="en-US" altLang="nb-NO" sz="2400" i="1" dirty="0"/>
              <a:t> </a:t>
            </a:r>
            <a:r>
              <a:rPr lang="en-US" altLang="nb-NO" sz="2400" i="1" dirty="0" err="1"/>
              <a:t>globale</a:t>
            </a:r>
            <a:r>
              <a:rPr lang="en-US" altLang="nb-NO" sz="2400" i="1" dirty="0"/>
              <a:t> </a:t>
            </a:r>
            <a:r>
              <a:rPr lang="en-US" altLang="nb-NO" sz="2400" i="1" dirty="0" err="1"/>
              <a:t>fiskefangster</a:t>
            </a:r>
            <a:r>
              <a:rPr lang="nb-NO" altLang="nb-NO" sz="2400" i="1" dirty="0"/>
              <a:t> (</a:t>
            </a:r>
            <a:r>
              <a:rPr lang="en-US" altLang="nb-NO" sz="2400" i="1" dirty="0"/>
              <a:t>FAO, 2010)</a:t>
            </a:r>
          </a:p>
          <a:p>
            <a:pPr marL="0" indent="0">
              <a:lnSpc>
                <a:spcPct val="80000"/>
              </a:lnSpc>
              <a:buNone/>
            </a:pPr>
            <a:endParaRPr lang="en-US" altLang="nb-NO" sz="2400" i="1" dirty="0"/>
          </a:p>
          <a:p>
            <a:pPr marL="0" indent="0">
              <a:lnSpc>
                <a:spcPct val="80000"/>
              </a:lnSpc>
              <a:buNone/>
            </a:pPr>
            <a:r>
              <a:rPr lang="en-US" altLang="nb-NO" sz="2400" i="1" dirty="0"/>
              <a:t>…</a:t>
            </a:r>
            <a:r>
              <a:rPr lang="ja-JP" altLang="en-US" sz="2400" i="1" dirty="0"/>
              <a:t>“</a:t>
            </a:r>
            <a:r>
              <a:rPr lang="en-US" altLang="ja-JP" sz="2400" i="1" dirty="0"/>
              <a:t>Widely acknowledged that ship registration in states that offer flags of convenience </a:t>
            </a:r>
            <a:r>
              <a:rPr lang="en-US" altLang="ja-JP" sz="2400" i="1" dirty="0">
                <a:solidFill>
                  <a:srgbClr val="FF0000"/>
                </a:solidFill>
              </a:rPr>
              <a:t>particularly secrecy jurisdictions</a:t>
            </a:r>
            <a:r>
              <a:rPr lang="en-US" altLang="ja-JP" sz="2400" i="1" dirty="0"/>
              <a:t>, are </a:t>
            </a:r>
            <a:r>
              <a:rPr lang="en-US" altLang="ja-JP" sz="2400" i="1" dirty="0">
                <a:solidFill>
                  <a:srgbClr val="FF0000"/>
                </a:solidFill>
              </a:rPr>
              <a:t>integral to the problem </a:t>
            </a:r>
            <a:r>
              <a:rPr lang="en-US" altLang="ja-JP" sz="2400" i="1" dirty="0"/>
              <a:t>of illegal, unreported and unregulated fishing</a:t>
            </a:r>
            <a:r>
              <a:rPr lang="ja-JP" altLang="en-US" sz="2400" i="1" dirty="0"/>
              <a:t>”</a:t>
            </a:r>
            <a:r>
              <a:rPr lang="en-US" altLang="ja-JP" sz="2400" dirty="0"/>
              <a:t> (OECD, 2004)</a:t>
            </a:r>
          </a:p>
          <a:p>
            <a:pPr marL="0" indent="0">
              <a:lnSpc>
                <a:spcPct val="80000"/>
              </a:lnSpc>
              <a:buNone/>
            </a:pPr>
            <a:endParaRPr lang="en-US" altLang="ja-JP" sz="2400" dirty="0"/>
          </a:p>
          <a:p>
            <a:pPr>
              <a:lnSpc>
                <a:spcPct val="80000"/>
              </a:lnSpc>
            </a:pPr>
            <a:r>
              <a:rPr lang="nb-NO" altLang="ja-JP" sz="2400" dirty="0"/>
              <a:t>Sekretessestatene tilbyr anonymitet som gjør det vanskelig å </a:t>
            </a:r>
          </a:p>
          <a:p>
            <a:pPr lvl="1">
              <a:lnSpc>
                <a:spcPct val="80000"/>
              </a:lnSpc>
            </a:pPr>
            <a:r>
              <a:rPr lang="nb-NO" altLang="ja-JP" sz="2400" dirty="0">
                <a:solidFill>
                  <a:srgbClr val="FF0000"/>
                </a:solidFill>
                <a:latin typeface="+mn-lt"/>
              </a:rPr>
              <a:t>forvalte fiskebestander</a:t>
            </a:r>
            <a:r>
              <a:rPr lang="nb-NO" altLang="ja-JP" sz="2400" dirty="0">
                <a:latin typeface="+mn-lt"/>
              </a:rPr>
              <a:t>, hindre ødeleggelse av korallrev </a:t>
            </a:r>
            <a:r>
              <a:rPr lang="nb-NO" altLang="ja-JP" sz="2400" dirty="0" err="1">
                <a:latin typeface="+mn-lt"/>
              </a:rPr>
              <a:t>etc</a:t>
            </a:r>
            <a:endParaRPr lang="nb-NO" altLang="ja-JP" sz="2400" dirty="0">
              <a:latin typeface="+mn-lt"/>
            </a:endParaRPr>
          </a:p>
          <a:p>
            <a:pPr lvl="1">
              <a:lnSpc>
                <a:spcPct val="80000"/>
              </a:lnSpc>
            </a:pPr>
            <a:r>
              <a:rPr lang="nb-NO" altLang="ja-JP" sz="2400" dirty="0">
                <a:solidFill>
                  <a:srgbClr val="FF0000"/>
                </a:solidFill>
                <a:latin typeface="+mn-lt"/>
              </a:rPr>
              <a:t>Straffe brudd </a:t>
            </a:r>
            <a:r>
              <a:rPr lang="nb-NO" altLang="ja-JP" sz="2400" dirty="0">
                <a:latin typeface="+mn-lt"/>
              </a:rPr>
              <a:t>på internasjonale avtaler</a:t>
            </a:r>
          </a:p>
          <a:p>
            <a:pPr marL="0" indent="0">
              <a:lnSpc>
                <a:spcPct val="80000"/>
              </a:lnSpc>
              <a:buNone/>
            </a:pPr>
            <a:endParaRPr lang="nb-NO" altLang="ja-JP" sz="2400" dirty="0"/>
          </a:p>
          <a:p>
            <a:pPr>
              <a:lnSpc>
                <a:spcPct val="80000"/>
              </a:lnSpc>
            </a:pPr>
            <a:r>
              <a:rPr lang="nb-NO" altLang="ja-JP" sz="2400" dirty="0"/>
              <a:t>Sekretessestatene bidrar også til å bryte fundamentale </a:t>
            </a:r>
            <a:r>
              <a:rPr lang="nb-NO" altLang="ja-JP" sz="2400" dirty="0">
                <a:solidFill>
                  <a:srgbClr val="FF0000"/>
                </a:solidFill>
              </a:rPr>
              <a:t>menneskerettigheter</a:t>
            </a:r>
            <a:endParaRPr lang="nb-NO" altLang="ja-JP" sz="2400" dirty="0"/>
          </a:p>
          <a:p>
            <a:pPr marL="0" indent="0">
              <a:lnSpc>
                <a:spcPct val="80000"/>
              </a:lnSpc>
            </a:pPr>
            <a:endParaRPr lang="en-GB" altLang="nb-NO" sz="2955" dirty="0"/>
          </a:p>
        </p:txBody>
      </p:sp>
    </p:spTree>
    <p:custDataLst>
      <p:tags r:id="rId1"/>
    </p:custDataLst>
    <p:extLst>
      <p:ext uri="{BB962C8B-B14F-4D97-AF65-F5344CB8AC3E}">
        <p14:creationId xmlns:p14="http://schemas.microsoft.com/office/powerpoint/2010/main" val="88250144"/>
      </p:ext>
    </p:extLst>
  </p:cSld>
  <p:clrMapOvr>
    <a:masterClrMapping/>
  </p:clrMapOvr>
  <mc:AlternateContent xmlns:mc="http://schemas.openxmlformats.org/markup-compatibility/2006" xmlns:p14="http://schemas.microsoft.com/office/powerpoint/2010/main">
    <mc:Choice Requires="p14">
      <p:transition spd="slow" p14:dur="2000" advTm="82434"/>
    </mc:Choice>
    <mc:Fallback xmlns="">
      <p:transition spd="slow" advTm="8243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362">
                                            <p:txEl>
                                              <p:pRg st="1" end="1"/>
                                            </p:txEl>
                                          </p:spTgt>
                                        </p:tgtEl>
                                        <p:attrNameLst>
                                          <p:attrName>style.visibility</p:attrName>
                                        </p:attrNameLst>
                                      </p:cBhvr>
                                      <p:to>
                                        <p:strVal val="visible"/>
                                      </p:to>
                                    </p:set>
                                    <p:anim calcmode="lin" valueType="num">
                                      <p:cBhvr additive="base">
                                        <p:cTn id="7" dur="500" fill="hold"/>
                                        <p:tgtEl>
                                          <p:spTgt spid="1536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36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5362">
                                            <p:txEl>
                                              <p:pRg st="3" end="3"/>
                                            </p:txEl>
                                          </p:spTgt>
                                        </p:tgtEl>
                                        <p:attrNameLst>
                                          <p:attrName>style.visibility</p:attrName>
                                        </p:attrNameLst>
                                      </p:cBhvr>
                                      <p:to>
                                        <p:strVal val="visible"/>
                                      </p:to>
                                    </p:set>
                                    <p:anim calcmode="lin" valueType="num">
                                      <p:cBhvr additive="base">
                                        <p:cTn id="13" dur="500" fill="hold"/>
                                        <p:tgtEl>
                                          <p:spTgt spid="15362">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536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5362">
                                            <p:txEl>
                                              <p:pRg st="5" end="5"/>
                                            </p:txEl>
                                          </p:spTgt>
                                        </p:tgtEl>
                                        <p:attrNameLst>
                                          <p:attrName>style.visibility</p:attrName>
                                        </p:attrNameLst>
                                      </p:cBhvr>
                                      <p:to>
                                        <p:strVal val="visible"/>
                                      </p:to>
                                    </p:set>
                                    <p:anim calcmode="lin" valueType="num">
                                      <p:cBhvr additive="base">
                                        <p:cTn id="19" dur="500" fill="hold"/>
                                        <p:tgtEl>
                                          <p:spTgt spid="15362">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5362">
                                            <p:txEl>
                                              <p:pRg st="5" end="5"/>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5362">
                                            <p:txEl>
                                              <p:pRg st="6" end="6"/>
                                            </p:txEl>
                                          </p:spTgt>
                                        </p:tgtEl>
                                        <p:attrNameLst>
                                          <p:attrName>style.visibility</p:attrName>
                                        </p:attrNameLst>
                                      </p:cBhvr>
                                      <p:to>
                                        <p:strVal val="visible"/>
                                      </p:to>
                                    </p:set>
                                    <p:anim calcmode="lin" valueType="num">
                                      <p:cBhvr additive="base">
                                        <p:cTn id="23" dur="500" fill="hold"/>
                                        <p:tgtEl>
                                          <p:spTgt spid="15362">
                                            <p:txEl>
                                              <p:pRg st="6" end="6"/>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5362">
                                            <p:txEl>
                                              <p:pRg st="6" end="6"/>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5362">
                                            <p:txEl>
                                              <p:pRg st="7" end="7"/>
                                            </p:txEl>
                                          </p:spTgt>
                                        </p:tgtEl>
                                        <p:attrNameLst>
                                          <p:attrName>style.visibility</p:attrName>
                                        </p:attrNameLst>
                                      </p:cBhvr>
                                      <p:to>
                                        <p:strVal val="visible"/>
                                      </p:to>
                                    </p:set>
                                    <p:anim calcmode="lin" valueType="num">
                                      <p:cBhvr additive="base">
                                        <p:cTn id="27" dur="500" fill="hold"/>
                                        <p:tgtEl>
                                          <p:spTgt spid="15362">
                                            <p:txEl>
                                              <p:pRg st="7" end="7"/>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5362">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15362">
                                            <p:txEl>
                                              <p:pRg st="9" end="9"/>
                                            </p:txEl>
                                          </p:spTgt>
                                        </p:tgtEl>
                                        <p:attrNameLst>
                                          <p:attrName>style.visibility</p:attrName>
                                        </p:attrNameLst>
                                      </p:cBhvr>
                                      <p:to>
                                        <p:strVal val="visible"/>
                                      </p:to>
                                    </p:set>
                                    <p:anim calcmode="lin" valueType="num">
                                      <p:cBhvr additive="base">
                                        <p:cTn id="33" dur="500" fill="hold"/>
                                        <p:tgtEl>
                                          <p:spTgt spid="15362">
                                            <p:txEl>
                                              <p:pRg st="9" end="9"/>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5362">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108050" y="540271"/>
            <a:ext cx="9618203" cy="504056"/>
          </a:xfrm>
        </p:spPr>
        <p:txBody>
          <a:bodyPr>
            <a:noAutofit/>
          </a:bodyPr>
          <a:lstStyle/>
          <a:p>
            <a:pPr algn="ctr" eaLnBrk="1" hangingPunct="1">
              <a:defRPr/>
            </a:pPr>
            <a:r>
              <a:rPr lang="nb-NO" sz="2800" dirty="0"/>
              <a:t> </a:t>
            </a:r>
            <a:r>
              <a:rPr lang="nb-NO" sz="2800" dirty="0">
                <a:latin typeface="Palatino Linotype" panose="02040502050505030304" pitchFamily="18" charset="0"/>
              </a:rPr>
              <a:t>Forts eksempler:</a:t>
            </a:r>
            <a:br>
              <a:rPr lang="nb-NO" sz="2800" dirty="0">
                <a:latin typeface="Palatino Linotype" panose="02040502050505030304" pitchFamily="18" charset="0"/>
              </a:rPr>
            </a:br>
            <a:r>
              <a:rPr lang="nb-NO" sz="2800" dirty="0">
                <a:latin typeface="Palatino Linotype" panose="02040502050505030304" pitchFamily="18" charset="0"/>
              </a:rPr>
              <a:t>Sekretessestater og menneskerettigheter</a:t>
            </a:r>
          </a:p>
        </p:txBody>
      </p:sp>
      <p:sp>
        <p:nvSpPr>
          <p:cNvPr id="16387" name="Content Placeholder 2"/>
          <p:cNvSpPr>
            <a:spLocks noGrp="1"/>
          </p:cNvSpPr>
          <p:nvPr>
            <p:ph idx="1"/>
          </p:nvPr>
        </p:nvSpPr>
        <p:spPr>
          <a:xfrm>
            <a:off x="274558" y="1620391"/>
            <a:ext cx="9540007" cy="5548767"/>
          </a:xfrm>
        </p:spPr>
        <p:txBody>
          <a:bodyPr/>
          <a:lstStyle/>
          <a:p>
            <a:pPr eaLnBrk="1" hangingPunct="1">
              <a:lnSpc>
                <a:spcPct val="80000"/>
              </a:lnSpc>
            </a:pPr>
            <a:r>
              <a:rPr lang="en-US" altLang="nb-NO" sz="2400" dirty="0">
                <a:latin typeface="Calibri" panose="020F0502020204030204" pitchFamily="34" charset="0"/>
                <a:ea typeface="Calibri" panose="020F0502020204030204" pitchFamily="34" charset="0"/>
                <a:cs typeface="Calibri" panose="020F0502020204030204" pitchFamily="34" charset="0"/>
              </a:rPr>
              <a:t>United Nations Inter-Agency Project on Human Trafficking </a:t>
            </a:r>
          </a:p>
          <a:p>
            <a:pPr eaLnBrk="1" hangingPunct="1">
              <a:lnSpc>
                <a:spcPct val="80000"/>
              </a:lnSpc>
            </a:pPr>
            <a:endParaRPr lang="en-US" altLang="nb-NO" sz="2400" dirty="0">
              <a:latin typeface="Calibri" panose="020F0502020204030204" pitchFamily="34" charset="0"/>
              <a:ea typeface="Calibri" panose="020F0502020204030204" pitchFamily="34" charset="0"/>
              <a:cs typeface="Calibri" panose="020F0502020204030204" pitchFamily="34" charset="0"/>
            </a:endParaRPr>
          </a:p>
          <a:p>
            <a:pPr>
              <a:lnSpc>
                <a:spcPct val="80000"/>
              </a:lnSpc>
            </a:pPr>
            <a:r>
              <a:rPr lang="en-US" altLang="nb-NO" sz="2400" dirty="0">
                <a:latin typeface="Calibri" panose="020F0502020204030204" pitchFamily="34" charset="0"/>
                <a:ea typeface="Calibri" panose="020F0502020204030204" pitchFamily="34" charset="0"/>
                <a:cs typeface="Calibri" panose="020F0502020204030204" pitchFamily="34" charset="0"/>
              </a:rPr>
              <a:t>Interviewed 49 Cambodian workers who had served aboard a so called </a:t>
            </a:r>
            <a:r>
              <a:rPr lang="en-US" altLang="nb-NO" sz="2400" i="1" dirty="0">
                <a:solidFill>
                  <a:srgbClr val="FF0000"/>
                </a:solidFill>
                <a:latin typeface="Calibri" panose="020F0502020204030204" pitchFamily="34" charset="0"/>
                <a:ea typeface="Calibri" panose="020F0502020204030204" pitchFamily="34" charset="0"/>
                <a:cs typeface="Calibri" panose="020F0502020204030204" pitchFamily="34" charset="0"/>
              </a:rPr>
              <a:t>IUU </a:t>
            </a:r>
            <a:r>
              <a:rPr lang="ja-JP" altLang="en-US" sz="2400" i="1" dirty="0">
                <a:solidFill>
                  <a:srgbClr val="FF0000"/>
                </a:solidFill>
                <a:latin typeface="Calibri" panose="020F0502020204030204" pitchFamily="34" charset="0"/>
                <a:cs typeface="Calibri" panose="020F0502020204030204" pitchFamily="34" charset="0"/>
              </a:rPr>
              <a:t>‘</a:t>
            </a:r>
            <a:r>
              <a:rPr lang="en-US" altLang="ja-JP" sz="2400" i="1" dirty="0">
                <a:solidFill>
                  <a:srgbClr val="FF0000"/>
                </a:solidFill>
                <a:latin typeface="Calibri" panose="020F0502020204030204" pitchFamily="34" charset="0"/>
                <a:ea typeface="Calibri" panose="020F0502020204030204" pitchFamily="34" charset="0"/>
                <a:cs typeface="Calibri" panose="020F0502020204030204" pitchFamily="34" charset="0"/>
              </a:rPr>
              <a:t>slave ship</a:t>
            </a:r>
            <a:r>
              <a:rPr lang="ja-JP" altLang="en-US" sz="2400" dirty="0">
                <a:latin typeface="Calibri" panose="020F0502020204030204" pitchFamily="34" charset="0"/>
                <a:cs typeface="Calibri" panose="020F0502020204030204" pitchFamily="34" charset="0"/>
              </a:rPr>
              <a:t>’</a:t>
            </a:r>
            <a:r>
              <a:rPr lang="en-US" altLang="ja-JP" sz="3000" dirty="0">
                <a:latin typeface="Calibri" panose="020F0502020204030204" pitchFamily="34" charset="0"/>
                <a:ea typeface="Calibri" panose="020F0502020204030204" pitchFamily="34" charset="0"/>
                <a:cs typeface="Calibri" panose="020F0502020204030204" pitchFamily="34" charset="0"/>
              </a:rPr>
              <a:t>. </a:t>
            </a:r>
          </a:p>
          <a:p>
            <a:pPr lvl="1" eaLnBrk="1" hangingPunct="1">
              <a:lnSpc>
                <a:spcPct val="80000"/>
              </a:lnSpc>
            </a:pPr>
            <a:r>
              <a:rPr lang="en-US" altLang="nb-NO" sz="2400" dirty="0">
                <a:latin typeface="Calibri" panose="020F0502020204030204" pitchFamily="34" charset="0"/>
                <a:ea typeface="Calibri" panose="020F0502020204030204" pitchFamily="34" charset="0"/>
                <a:cs typeface="Calibri" panose="020F0502020204030204" pitchFamily="34" charset="0"/>
              </a:rPr>
              <a:t>59% of them had witnessed the captain </a:t>
            </a:r>
            <a:r>
              <a:rPr lang="en-US" altLang="nb-NO" sz="2400" dirty="0">
                <a:solidFill>
                  <a:srgbClr val="FF0000"/>
                </a:solidFill>
                <a:latin typeface="Calibri" panose="020F0502020204030204" pitchFamily="34" charset="0"/>
                <a:ea typeface="Calibri" panose="020F0502020204030204" pitchFamily="34" charset="0"/>
                <a:cs typeface="Calibri" panose="020F0502020204030204" pitchFamily="34" charset="0"/>
              </a:rPr>
              <a:t>murder</a:t>
            </a:r>
            <a:r>
              <a:rPr lang="en-US" altLang="nb-NO" sz="2400" dirty="0">
                <a:latin typeface="Calibri" panose="020F0502020204030204" pitchFamily="34" charset="0"/>
                <a:ea typeface="Calibri" panose="020F0502020204030204" pitchFamily="34" charset="0"/>
                <a:cs typeface="Calibri" panose="020F0502020204030204" pitchFamily="34" charset="0"/>
              </a:rPr>
              <a:t> a crew member</a:t>
            </a:r>
          </a:p>
          <a:p>
            <a:pPr lvl="1" eaLnBrk="1" hangingPunct="1">
              <a:lnSpc>
                <a:spcPct val="80000"/>
              </a:lnSpc>
            </a:pPr>
            <a:r>
              <a:rPr lang="en-US" altLang="nb-NO" sz="2400" dirty="0">
                <a:latin typeface="Calibri" panose="020F0502020204030204" pitchFamily="34" charset="0"/>
                <a:ea typeface="Calibri" panose="020F0502020204030204" pitchFamily="34" charset="0"/>
                <a:cs typeface="Calibri" panose="020F0502020204030204" pitchFamily="34" charset="0"/>
              </a:rPr>
              <a:t>One 19 year-old crewmember witnessed two separate incidents of </a:t>
            </a:r>
            <a:r>
              <a:rPr lang="en-US" altLang="nb-NO" sz="2400" dirty="0">
                <a:solidFill>
                  <a:srgbClr val="FF0000"/>
                </a:solidFill>
                <a:latin typeface="Calibri" panose="020F0502020204030204" pitchFamily="34" charset="0"/>
                <a:ea typeface="Calibri" panose="020F0502020204030204" pitchFamily="34" charset="0"/>
                <a:cs typeface="Calibri" panose="020F0502020204030204" pitchFamily="34" charset="0"/>
              </a:rPr>
              <a:t>decapitation</a:t>
            </a:r>
            <a:r>
              <a:rPr lang="en-US" altLang="nb-NO" sz="2400" dirty="0">
                <a:latin typeface="Calibri" panose="020F0502020204030204" pitchFamily="34" charset="0"/>
                <a:ea typeface="Calibri" panose="020F0502020204030204" pitchFamily="34" charset="0"/>
                <a:cs typeface="Calibri" panose="020F0502020204030204" pitchFamily="34" charset="0"/>
              </a:rPr>
              <a:t> by the captain (UNIPA, 2009).</a:t>
            </a:r>
          </a:p>
          <a:p>
            <a:pPr lvl="1" eaLnBrk="1" hangingPunct="1">
              <a:lnSpc>
                <a:spcPct val="80000"/>
              </a:lnSpc>
              <a:buFontTx/>
              <a:buNone/>
            </a:pPr>
            <a:endParaRPr lang="nb-NO" altLang="nb-NO" sz="2400" dirty="0">
              <a:latin typeface="Calibri" panose="020F0502020204030204" pitchFamily="34" charset="0"/>
              <a:ea typeface="Calibri" panose="020F0502020204030204" pitchFamily="34" charset="0"/>
              <a:cs typeface="Calibri" panose="020F0502020204030204" pitchFamily="34" charset="0"/>
            </a:endParaRPr>
          </a:p>
          <a:p>
            <a:pPr lvl="1" eaLnBrk="1" hangingPunct="1">
              <a:lnSpc>
                <a:spcPct val="80000"/>
              </a:lnSpc>
              <a:buFontTx/>
              <a:buNone/>
            </a:pPr>
            <a:endParaRPr lang="nb-NO" altLang="nb-NO" sz="2400" dirty="0">
              <a:latin typeface="Calibri" panose="020F0502020204030204" pitchFamily="34" charset="0"/>
              <a:ea typeface="Calibri" panose="020F0502020204030204" pitchFamily="34" charset="0"/>
              <a:cs typeface="Calibri" panose="020F0502020204030204" pitchFamily="34" charset="0"/>
            </a:endParaRPr>
          </a:p>
          <a:p>
            <a:pPr eaLnBrk="1" hangingPunct="1">
              <a:lnSpc>
                <a:spcPct val="80000"/>
              </a:lnSpc>
            </a:pPr>
            <a:r>
              <a:rPr lang="ja-JP" altLang="en-US" sz="2400" dirty="0">
                <a:latin typeface="Calibri" panose="020F0502020204030204" pitchFamily="34" charset="0"/>
                <a:cs typeface="Calibri" panose="020F0502020204030204" pitchFamily="34" charset="0"/>
              </a:rPr>
              <a:t>“</a:t>
            </a:r>
            <a:r>
              <a:rPr lang="en-US" altLang="ja-JP" sz="2400" i="1" dirty="0">
                <a:latin typeface="Calibri" panose="020F0502020204030204" pitchFamily="34" charset="0"/>
                <a:ea typeface="Calibri" panose="020F0502020204030204" pitchFamily="34" charset="0"/>
                <a:cs typeface="Calibri" panose="020F0502020204030204" pitchFamily="34" charset="0"/>
              </a:rPr>
              <a:t>One of the most horrifying accounts is </a:t>
            </a:r>
            <a:r>
              <a:rPr lang="en-US" altLang="ja-JP" sz="2400" i="1" dirty="0">
                <a:solidFill>
                  <a:srgbClr val="FF0000"/>
                </a:solidFill>
                <a:latin typeface="Calibri" panose="020F0502020204030204" pitchFamily="34" charset="0"/>
                <a:ea typeface="Calibri" panose="020F0502020204030204" pitchFamily="34" charset="0"/>
                <a:cs typeface="Calibri" panose="020F0502020204030204" pitchFamily="34" charset="0"/>
              </a:rPr>
              <a:t>the death of 39 Burmese fishermen </a:t>
            </a:r>
            <a:r>
              <a:rPr lang="en-US" altLang="ja-JP" sz="2400" i="1" dirty="0">
                <a:latin typeface="Calibri" panose="020F0502020204030204" pitchFamily="34" charset="0"/>
                <a:ea typeface="Calibri" panose="020F0502020204030204" pitchFamily="34" charset="0"/>
                <a:cs typeface="Calibri" panose="020F0502020204030204" pitchFamily="34" charset="0"/>
              </a:rPr>
              <a:t>who died of lack of provisions because the captain did not want to approach shore </a:t>
            </a:r>
            <a:r>
              <a:rPr lang="en-US" altLang="ja-JP" sz="2400" i="1" dirty="0">
                <a:solidFill>
                  <a:srgbClr val="FF0000"/>
                </a:solidFill>
                <a:latin typeface="Calibri" panose="020F0502020204030204" pitchFamily="34" charset="0"/>
                <a:ea typeface="Calibri" panose="020F0502020204030204" pitchFamily="34" charset="0"/>
                <a:cs typeface="Calibri" panose="020F0502020204030204" pitchFamily="34" charset="0"/>
              </a:rPr>
              <a:t>for fear of being arrested </a:t>
            </a:r>
            <a:r>
              <a:rPr lang="en-US" altLang="ja-JP" sz="2400" i="1" dirty="0">
                <a:latin typeface="Calibri" panose="020F0502020204030204" pitchFamily="34" charset="0"/>
                <a:ea typeface="Calibri" panose="020F0502020204030204" pitchFamily="34" charset="0"/>
                <a:cs typeface="Calibri" panose="020F0502020204030204" pitchFamily="34" charset="0"/>
              </a:rPr>
              <a:t>for IUU fishing</a:t>
            </a:r>
            <a:r>
              <a:rPr lang="ja-JP" altLang="en-US" sz="2955" dirty="0">
                <a:latin typeface="Calibri" panose="020F0502020204030204" pitchFamily="34" charset="0"/>
                <a:cs typeface="Calibri" panose="020F0502020204030204" pitchFamily="34" charset="0"/>
              </a:rPr>
              <a:t>”</a:t>
            </a:r>
            <a:r>
              <a:rPr lang="en-US" altLang="ja-JP" sz="2955" dirty="0">
                <a:latin typeface="Calibri" panose="020F0502020204030204" pitchFamily="34" charset="0"/>
                <a:ea typeface="Calibri" panose="020F0502020204030204" pitchFamily="34" charset="0"/>
                <a:cs typeface="Calibri" panose="020F0502020204030204" pitchFamily="34" charset="0"/>
              </a:rPr>
              <a:t>.</a:t>
            </a:r>
            <a:endParaRPr lang="nb-NO" altLang="ja-JP" sz="2955" dirty="0">
              <a:latin typeface="Calibri" panose="020F0502020204030204" pitchFamily="34" charset="0"/>
              <a:ea typeface="Calibri" panose="020F0502020204030204" pitchFamily="34" charset="0"/>
              <a:cs typeface="Calibri" panose="020F0502020204030204" pitchFamily="34" charset="0"/>
            </a:endParaRPr>
          </a:p>
          <a:p>
            <a:pPr eaLnBrk="1" hangingPunct="1">
              <a:lnSpc>
                <a:spcPct val="80000"/>
              </a:lnSpc>
            </a:pPr>
            <a:endParaRPr lang="nb-NO" altLang="nb-NO" sz="2955" dirty="0"/>
          </a:p>
        </p:txBody>
      </p:sp>
      <p:sp>
        <p:nvSpPr>
          <p:cNvPr id="4" name="Footer Placeholder 3"/>
          <p:cNvSpPr>
            <a:spLocks noGrp="1"/>
          </p:cNvSpPr>
          <p:nvPr>
            <p:ph type="ftr" sz="quarter" idx="11"/>
          </p:nvPr>
        </p:nvSpPr>
        <p:spPr/>
        <p:txBody>
          <a:bodyPr rtlCol="0"/>
          <a:lstStyle/>
          <a:p>
            <a:pPr>
              <a:defRPr/>
            </a:pPr>
            <a:r>
              <a:rPr lang="nb-NO">
                <a:solidFill>
                  <a:schemeClr val="tx1">
                    <a:tint val="75000"/>
                  </a:schemeClr>
                </a:solidFill>
              </a:rPr>
              <a:t>Side/Page</a:t>
            </a:r>
          </a:p>
        </p:txBody>
      </p:sp>
      <p:sp>
        <p:nvSpPr>
          <p:cNvPr id="16389"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2627">
                <a:solidFill>
                  <a:schemeClr val="tx1"/>
                </a:solidFill>
                <a:latin typeface="Calibri" panose="020F0502020204030204" pitchFamily="34" charset="0"/>
                <a:ea typeface="MS PGothic" panose="020B0600070205080204" pitchFamily="34" charset="-128"/>
              </a:defRPr>
            </a:lvl1pPr>
            <a:lvl2pPr marL="813233" indent="-312782" eaLnBrk="0" hangingPunct="0">
              <a:spcBef>
                <a:spcPct val="20000"/>
              </a:spcBef>
              <a:buChar char="–"/>
              <a:defRPr sz="2189">
                <a:solidFill>
                  <a:schemeClr val="tx1"/>
                </a:solidFill>
                <a:latin typeface="Calibri" panose="020F0502020204030204" pitchFamily="34" charset="0"/>
                <a:ea typeface="MS PGothic" panose="020B0600070205080204" pitchFamily="34" charset="-128"/>
              </a:defRPr>
            </a:lvl2pPr>
            <a:lvl3pPr marL="1251128" indent="-250226" eaLnBrk="0" hangingPunct="0">
              <a:spcBef>
                <a:spcPct val="20000"/>
              </a:spcBef>
              <a:buChar char="•"/>
              <a:defRPr sz="1751">
                <a:solidFill>
                  <a:schemeClr val="tx1"/>
                </a:solidFill>
                <a:latin typeface="Calibri" panose="020F0502020204030204" pitchFamily="34" charset="0"/>
                <a:ea typeface="MS PGothic" panose="020B0600070205080204" pitchFamily="34" charset="-128"/>
              </a:defRPr>
            </a:lvl3pPr>
            <a:lvl4pPr marL="1751579" indent="-250226" eaLnBrk="0" hangingPunct="0">
              <a:spcBef>
                <a:spcPct val="20000"/>
              </a:spcBef>
              <a:buChar char="–"/>
              <a:defRPr sz="1532">
                <a:solidFill>
                  <a:schemeClr val="tx1"/>
                </a:solidFill>
                <a:latin typeface="Calibri" panose="020F0502020204030204" pitchFamily="34" charset="0"/>
                <a:ea typeface="MS PGothic" panose="020B0600070205080204" pitchFamily="34" charset="-128"/>
              </a:defRPr>
            </a:lvl4pPr>
            <a:lvl5pPr marL="2252030" indent="-250226" eaLnBrk="0" hangingPunct="0">
              <a:spcBef>
                <a:spcPct val="20000"/>
              </a:spcBef>
              <a:buChar char="»"/>
              <a:defRPr sz="1532">
                <a:solidFill>
                  <a:schemeClr val="tx1"/>
                </a:solidFill>
                <a:latin typeface="Calibri" panose="020F0502020204030204" pitchFamily="34" charset="0"/>
                <a:ea typeface="MS PGothic" panose="020B0600070205080204" pitchFamily="34" charset="-128"/>
              </a:defRPr>
            </a:lvl5pPr>
            <a:lvl6pPr marL="2752481" indent="-250226" eaLnBrk="0" fontAlgn="base" hangingPunct="0">
              <a:spcBef>
                <a:spcPct val="20000"/>
              </a:spcBef>
              <a:spcAft>
                <a:spcPct val="0"/>
              </a:spcAft>
              <a:buChar char="»"/>
              <a:defRPr sz="1532">
                <a:solidFill>
                  <a:schemeClr val="tx1"/>
                </a:solidFill>
                <a:latin typeface="Calibri" panose="020F0502020204030204" pitchFamily="34" charset="0"/>
                <a:ea typeface="MS PGothic" panose="020B0600070205080204" pitchFamily="34" charset="-128"/>
              </a:defRPr>
            </a:lvl6pPr>
            <a:lvl7pPr marL="3252932" indent="-250226" eaLnBrk="0" fontAlgn="base" hangingPunct="0">
              <a:spcBef>
                <a:spcPct val="20000"/>
              </a:spcBef>
              <a:spcAft>
                <a:spcPct val="0"/>
              </a:spcAft>
              <a:buChar char="»"/>
              <a:defRPr sz="1532">
                <a:solidFill>
                  <a:schemeClr val="tx1"/>
                </a:solidFill>
                <a:latin typeface="Calibri" panose="020F0502020204030204" pitchFamily="34" charset="0"/>
                <a:ea typeface="MS PGothic" panose="020B0600070205080204" pitchFamily="34" charset="-128"/>
              </a:defRPr>
            </a:lvl7pPr>
            <a:lvl8pPr marL="3753383" indent="-250226" eaLnBrk="0" fontAlgn="base" hangingPunct="0">
              <a:spcBef>
                <a:spcPct val="20000"/>
              </a:spcBef>
              <a:spcAft>
                <a:spcPct val="0"/>
              </a:spcAft>
              <a:buChar char="»"/>
              <a:defRPr sz="1532">
                <a:solidFill>
                  <a:schemeClr val="tx1"/>
                </a:solidFill>
                <a:latin typeface="Calibri" panose="020F0502020204030204" pitchFamily="34" charset="0"/>
                <a:ea typeface="MS PGothic" panose="020B0600070205080204" pitchFamily="34" charset="-128"/>
              </a:defRPr>
            </a:lvl8pPr>
            <a:lvl9pPr marL="4253835" indent="-250226" eaLnBrk="0" fontAlgn="base" hangingPunct="0">
              <a:spcBef>
                <a:spcPct val="20000"/>
              </a:spcBef>
              <a:spcAft>
                <a:spcPct val="0"/>
              </a:spcAft>
              <a:buChar char="»"/>
              <a:defRPr sz="1532">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fld id="{E210FD34-0319-4BC4-B029-7B0BCA2B2692}" type="slidenum">
              <a:rPr lang="nb-NO" altLang="nb-NO" sz="985">
                <a:solidFill>
                  <a:srgbClr val="9E9FA3"/>
                </a:solidFill>
                <a:latin typeface="Verdana" panose="020B0604030504040204" pitchFamily="34" charset="0"/>
              </a:rPr>
              <a:pPr eaLnBrk="1" hangingPunct="1">
                <a:spcBef>
                  <a:spcPct val="0"/>
                </a:spcBef>
                <a:buFontTx/>
                <a:buNone/>
              </a:pPr>
              <a:t>38</a:t>
            </a:fld>
            <a:endParaRPr lang="nb-NO" altLang="nb-NO" sz="985">
              <a:solidFill>
                <a:srgbClr val="9E9FA3"/>
              </a:solidFill>
              <a:latin typeface="Verdana" panose="020B0604030504040204" pitchFamily="34" charset="0"/>
            </a:endParaRPr>
          </a:p>
        </p:txBody>
      </p:sp>
    </p:spTree>
    <p:custDataLst>
      <p:tags r:id="rId1"/>
    </p:custDataLst>
    <p:extLst>
      <p:ext uri="{BB962C8B-B14F-4D97-AF65-F5344CB8AC3E}">
        <p14:creationId xmlns:p14="http://schemas.microsoft.com/office/powerpoint/2010/main" val="3235589005"/>
      </p:ext>
    </p:extLst>
  </p:cSld>
  <p:clrMapOvr>
    <a:masterClrMapping/>
  </p:clrMapOvr>
  <mc:AlternateContent xmlns:mc="http://schemas.openxmlformats.org/markup-compatibility/2006" xmlns:p14="http://schemas.microsoft.com/office/powerpoint/2010/main">
    <mc:Choice Requires="p14">
      <p:transition spd="slow" p14:dur="2000" advTm="121882"/>
    </mc:Choice>
    <mc:Fallback xmlns="">
      <p:transition spd="slow" advTm="12188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387">
                                            <p:txEl>
                                              <p:pRg st="0" end="0"/>
                                            </p:txEl>
                                          </p:spTgt>
                                        </p:tgtEl>
                                        <p:attrNameLst>
                                          <p:attrName>style.visibility</p:attrName>
                                        </p:attrNameLst>
                                      </p:cBhvr>
                                      <p:to>
                                        <p:strVal val="visible"/>
                                      </p:to>
                                    </p:set>
                                    <p:anim calcmode="lin" valueType="num">
                                      <p:cBhvr additive="base">
                                        <p:cTn id="7" dur="500" fill="hold"/>
                                        <p:tgtEl>
                                          <p:spTgt spid="1638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38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6387">
                                            <p:txEl>
                                              <p:pRg st="2" end="2"/>
                                            </p:txEl>
                                          </p:spTgt>
                                        </p:tgtEl>
                                        <p:attrNameLst>
                                          <p:attrName>style.visibility</p:attrName>
                                        </p:attrNameLst>
                                      </p:cBhvr>
                                      <p:to>
                                        <p:strVal val="visible"/>
                                      </p:to>
                                    </p:set>
                                    <p:anim calcmode="lin" valueType="num">
                                      <p:cBhvr additive="base">
                                        <p:cTn id="13" dur="500" fill="hold"/>
                                        <p:tgtEl>
                                          <p:spTgt spid="16387">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6387">
                                            <p:txEl>
                                              <p:pRg st="2" end="2"/>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16387">
                                            <p:txEl>
                                              <p:pRg st="3" end="3"/>
                                            </p:txEl>
                                          </p:spTgt>
                                        </p:tgtEl>
                                        <p:attrNameLst>
                                          <p:attrName>style.visibility</p:attrName>
                                        </p:attrNameLst>
                                      </p:cBhvr>
                                      <p:to>
                                        <p:strVal val="visible"/>
                                      </p:to>
                                    </p:set>
                                    <p:anim calcmode="lin" valueType="num">
                                      <p:cBhvr additive="base">
                                        <p:cTn id="17" dur="500" fill="hold"/>
                                        <p:tgtEl>
                                          <p:spTgt spid="16387">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6387">
                                            <p:txEl>
                                              <p:pRg st="3" end="3"/>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6387">
                                            <p:txEl>
                                              <p:pRg st="4" end="4"/>
                                            </p:txEl>
                                          </p:spTgt>
                                        </p:tgtEl>
                                        <p:attrNameLst>
                                          <p:attrName>style.visibility</p:attrName>
                                        </p:attrNameLst>
                                      </p:cBhvr>
                                      <p:to>
                                        <p:strVal val="visible"/>
                                      </p:to>
                                    </p:set>
                                    <p:anim calcmode="lin" valueType="num">
                                      <p:cBhvr additive="base">
                                        <p:cTn id="21" dur="500" fill="hold"/>
                                        <p:tgtEl>
                                          <p:spTgt spid="16387">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638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6387">
                                            <p:txEl>
                                              <p:pRg st="7" end="7"/>
                                            </p:txEl>
                                          </p:spTgt>
                                        </p:tgtEl>
                                        <p:attrNameLst>
                                          <p:attrName>style.visibility</p:attrName>
                                        </p:attrNameLst>
                                      </p:cBhvr>
                                      <p:to>
                                        <p:strVal val="visible"/>
                                      </p:to>
                                    </p:set>
                                    <p:anim calcmode="lin" valueType="num">
                                      <p:cBhvr additive="base">
                                        <p:cTn id="27" dur="500" fill="hold"/>
                                        <p:tgtEl>
                                          <p:spTgt spid="16387">
                                            <p:txEl>
                                              <p:pRg st="7" end="7"/>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6387">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87BE01-1CD0-F20A-901C-D88385DE2FEA}"/>
              </a:ext>
            </a:extLst>
          </p:cNvPr>
          <p:cNvSpPr>
            <a:spLocks noGrp="1"/>
          </p:cNvSpPr>
          <p:nvPr>
            <p:ph type="title"/>
          </p:nvPr>
        </p:nvSpPr>
        <p:spPr>
          <a:xfrm>
            <a:off x="800101" y="756295"/>
            <a:ext cx="8668989" cy="582184"/>
          </a:xfrm>
          <a:solidFill>
            <a:schemeClr val="tx2">
              <a:lumMod val="75000"/>
              <a:lumOff val="25000"/>
            </a:schemeClr>
          </a:solidFill>
        </p:spPr>
        <p:txBody>
          <a:bodyPr>
            <a:normAutofit/>
          </a:bodyPr>
          <a:lstStyle/>
          <a:p>
            <a:r>
              <a:rPr lang="nb-NO" sz="2800" dirty="0">
                <a:solidFill>
                  <a:schemeClr val="bg1"/>
                </a:solidFill>
              </a:rPr>
              <a:t>6. Skatteparadisene reduserer privat inntekt for alle</a:t>
            </a:r>
          </a:p>
        </p:txBody>
      </p:sp>
      <p:sp>
        <p:nvSpPr>
          <p:cNvPr id="4" name="Slide Number Placeholder 3">
            <a:extLst>
              <a:ext uri="{FF2B5EF4-FFF2-40B4-BE49-F238E27FC236}">
                <a16:creationId xmlns:a16="http://schemas.microsoft.com/office/drawing/2014/main" id="{FB11AFB5-C54A-4CB5-8486-15C537AB44C7}"/>
              </a:ext>
            </a:extLst>
          </p:cNvPr>
          <p:cNvSpPr>
            <a:spLocks noGrp="1"/>
          </p:cNvSpPr>
          <p:nvPr>
            <p:ph type="sldNum" sz="quarter" idx="12"/>
          </p:nvPr>
        </p:nvSpPr>
        <p:spPr/>
        <p:txBody>
          <a:bodyPr/>
          <a:lstStyle/>
          <a:p>
            <a:fld id="{3FA4DDC8-1D0B-4B83-8CF0-4F24D54506BB}" type="slidenum">
              <a:rPr lang="nb-NO" smtClean="0"/>
              <a:pPr/>
              <a:t>39</a:t>
            </a:fld>
            <a:endParaRPr lang="nb-NO"/>
          </a:p>
        </p:txBody>
      </p:sp>
      <p:sp>
        <p:nvSpPr>
          <p:cNvPr id="6" name="Content Placeholder 2">
            <a:extLst>
              <a:ext uri="{FF2B5EF4-FFF2-40B4-BE49-F238E27FC236}">
                <a16:creationId xmlns:a16="http://schemas.microsoft.com/office/drawing/2014/main" id="{E88E8EC2-D844-7285-0130-A15FE3A0BA4B}"/>
              </a:ext>
            </a:extLst>
          </p:cNvPr>
          <p:cNvSpPr>
            <a:spLocks noGrp="1"/>
          </p:cNvSpPr>
          <p:nvPr>
            <p:ph idx="1"/>
          </p:nvPr>
        </p:nvSpPr>
        <p:spPr>
          <a:xfrm>
            <a:off x="798513" y="1719263"/>
            <a:ext cx="8583612" cy="5357812"/>
          </a:xfrm>
        </p:spPr>
        <p:txBody>
          <a:bodyPr>
            <a:normAutofit fontScale="92500" lnSpcReduction="10000"/>
          </a:bodyPr>
          <a:lstStyle/>
          <a:p>
            <a:pPr eaLnBrk="1" hangingPunct="1"/>
            <a:r>
              <a:rPr lang="nb-NO" altLang="nb-NO" dirty="0">
                <a:solidFill>
                  <a:srgbClr val="3F3027"/>
                </a:solidFill>
              </a:rPr>
              <a:t>Man skulle tro at skatteparadisene </a:t>
            </a:r>
            <a:r>
              <a:rPr lang="nb-NO" altLang="nb-NO" dirty="0">
                <a:solidFill>
                  <a:srgbClr val="FF0000"/>
                </a:solidFill>
              </a:rPr>
              <a:t>gir private økte inntektsmuligheter</a:t>
            </a:r>
            <a:r>
              <a:rPr lang="nb-NO" altLang="nb-NO" dirty="0">
                <a:solidFill>
                  <a:srgbClr val="3F3027"/>
                </a:solidFill>
              </a:rPr>
              <a:t> og derfor at privat inntekt øker. Det trenger ikke være slik!</a:t>
            </a:r>
          </a:p>
          <a:p>
            <a:pPr eaLnBrk="1" hangingPunct="1"/>
            <a:endParaRPr lang="nb-NO" altLang="nb-NO" dirty="0">
              <a:solidFill>
                <a:srgbClr val="3F3027"/>
              </a:solidFill>
            </a:endParaRPr>
          </a:p>
          <a:p>
            <a:pPr eaLnBrk="1" hangingPunct="1"/>
            <a:r>
              <a:rPr lang="nb-NO" altLang="nb-NO" dirty="0">
                <a:solidFill>
                  <a:srgbClr val="3F3027"/>
                </a:solidFill>
              </a:rPr>
              <a:t>Spesielt ikke i land som er fattige og karakterisert av det man kan kalle høy grad av bandittvirksomhet (Nigeria - slå hull på oljeledninger og selge stjålet olje; Colombia; kidnapping).</a:t>
            </a:r>
          </a:p>
          <a:p>
            <a:pPr eaLnBrk="1" hangingPunct="1"/>
            <a:endParaRPr lang="nb-NO" altLang="nb-NO" dirty="0">
              <a:solidFill>
                <a:srgbClr val="3F3027"/>
              </a:solidFill>
            </a:endParaRPr>
          </a:p>
          <a:p>
            <a:pPr eaLnBrk="1" hangingPunct="1"/>
            <a:r>
              <a:rPr lang="nb-NO" altLang="nb-NO" dirty="0">
                <a:solidFill>
                  <a:srgbClr val="3F3027"/>
                </a:solidFill>
              </a:rPr>
              <a:t>La oss se på virkningene av skatteparadis i land med mye bandittvirksomhet (typisk utviklingsland)</a:t>
            </a:r>
          </a:p>
        </p:txBody>
      </p:sp>
    </p:spTree>
    <p:extLst>
      <p:ext uri="{BB962C8B-B14F-4D97-AF65-F5344CB8AC3E}">
        <p14:creationId xmlns:p14="http://schemas.microsoft.com/office/powerpoint/2010/main" val="175694376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Footer Placeholder 3"/>
          <p:cNvSpPr>
            <a:spLocks noGrp="1"/>
          </p:cNvSpPr>
          <p:nvPr>
            <p:ph type="ftr" sz="quarter" idx="11"/>
          </p:nvPr>
        </p:nvSpPr>
        <p:spPr>
          <a:xfrm>
            <a:off x="3586626" y="7210864"/>
            <a:ext cx="1812428" cy="227640"/>
          </a:xfrm>
        </p:spPr>
        <p:txBody>
          <a:bodyPr/>
          <a:lstStyle/>
          <a:p>
            <a:pPr algn="r">
              <a:defRPr/>
            </a:pPr>
            <a:r>
              <a:rPr lang="nn-NO">
                <a:ea typeface="ＭＳ Ｐゴシック" pitchFamily="34" charset="-128"/>
              </a:rPr>
              <a:t>Side/Page</a:t>
            </a:r>
          </a:p>
        </p:txBody>
      </p:sp>
      <p:sp>
        <p:nvSpPr>
          <p:cNvPr id="48131" name="Slide Number Placeholder 4"/>
          <p:cNvSpPr>
            <a:spLocks noGrp="1"/>
          </p:cNvSpPr>
          <p:nvPr>
            <p:ph type="sldNum" sz="quarter" idx="12"/>
          </p:nvPr>
        </p:nvSpPr>
        <p:spPr>
          <a:xfrm>
            <a:off x="5319119" y="7210864"/>
            <a:ext cx="3862920" cy="22764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2627">
                <a:solidFill>
                  <a:schemeClr val="tx1"/>
                </a:solidFill>
                <a:latin typeface="Calibri" panose="020F0502020204030204" pitchFamily="34" charset="0"/>
                <a:ea typeface="MS PGothic" panose="020B0600070205080204" pitchFamily="34" charset="-128"/>
              </a:defRPr>
            </a:lvl1pPr>
            <a:lvl2pPr marL="813233" indent="-312782" eaLnBrk="0" hangingPunct="0">
              <a:spcBef>
                <a:spcPct val="20000"/>
              </a:spcBef>
              <a:buChar char="–"/>
              <a:defRPr sz="2189">
                <a:solidFill>
                  <a:schemeClr val="tx1"/>
                </a:solidFill>
                <a:latin typeface="Calibri" panose="020F0502020204030204" pitchFamily="34" charset="0"/>
                <a:ea typeface="MS PGothic" panose="020B0600070205080204" pitchFamily="34" charset="-128"/>
              </a:defRPr>
            </a:lvl2pPr>
            <a:lvl3pPr marL="1251128" indent="-250226" eaLnBrk="0" hangingPunct="0">
              <a:spcBef>
                <a:spcPct val="20000"/>
              </a:spcBef>
              <a:buChar char="•"/>
              <a:defRPr sz="1751">
                <a:solidFill>
                  <a:schemeClr val="tx1"/>
                </a:solidFill>
                <a:latin typeface="Calibri" panose="020F0502020204030204" pitchFamily="34" charset="0"/>
                <a:ea typeface="MS PGothic" panose="020B0600070205080204" pitchFamily="34" charset="-128"/>
              </a:defRPr>
            </a:lvl3pPr>
            <a:lvl4pPr marL="1751579" indent="-250226" eaLnBrk="0" hangingPunct="0">
              <a:spcBef>
                <a:spcPct val="20000"/>
              </a:spcBef>
              <a:buChar char="–"/>
              <a:defRPr sz="1532">
                <a:solidFill>
                  <a:schemeClr val="tx1"/>
                </a:solidFill>
                <a:latin typeface="Calibri" panose="020F0502020204030204" pitchFamily="34" charset="0"/>
                <a:ea typeface="MS PGothic" panose="020B0600070205080204" pitchFamily="34" charset="-128"/>
              </a:defRPr>
            </a:lvl4pPr>
            <a:lvl5pPr marL="2252030" indent="-250226" eaLnBrk="0" hangingPunct="0">
              <a:spcBef>
                <a:spcPct val="20000"/>
              </a:spcBef>
              <a:buChar char="»"/>
              <a:defRPr sz="1532">
                <a:solidFill>
                  <a:schemeClr val="tx1"/>
                </a:solidFill>
                <a:latin typeface="Calibri" panose="020F0502020204030204" pitchFamily="34" charset="0"/>
                <a:ea typeface="MS PGothic" panose="020B0600070205080204" pitchFamily="34" charset="-128"/>
              </a:defRPr>
            </a:lvl5pPr>
            <a:lvl6pPr marL="2752481" indent="-250226" eaLnBrk="0" fontAlgn="base" hangingPunct="0">
              <a:spcBef>
                <a:spcPct val="20000"/>
              </a:spcBef>
              <a:spcAft>
                <a:spcPct val="0"/>
              </a:spcAft>
              <a:buChar char="»"/>
              <a:defRPr sz="1532">
                <a:solidFill>
                  <a:schemeClr val="tx1"/>
                </a:solidFill>
                <a:latin typeface="Calibri" panose="020F0502020204030204" pitchFamily="34" charset="0"/>
                <a:ea typeface="MS PGothic" panose="020B0600070205080204" pitchFamily="34" charset="-128"/>
              </a:defRPr>
            </a:lvl6pPr>
            <a:lvl7pPr marL="3252932" indent="-250226" eaLnBrk="0" fontAlgn="base" hangingPunct="0">
              <a:spcBef>
                <a:spcPct val="20000"/>
              </a:spcBef>
              <a:spcAft>
                <a:spcPct val="0"/>
              </a:spcAft>
              <a:buChar char="»"/>
              <a:defRPr sz="1532">
                <a:solidFill>
                  <a:schemeClr val="tx1"/>
                </a:solidFill>
                <a:latin typeface="Calibri" panose="020F0502020204030204" pitchFamily="34" charset="0"/>
                <a:ea typeface="MS PGothic" panose="020B0600070205080204" pitchFamily="34" charset="-128"/>
              </a:defRPr>
            </a:lvl7pPr>
            <a:lvl8pPr marL="3753383" indent="-250226" eaLnBrk="0" fontAlgn="base" hangingPunct="0">
              <a:spcBef>
                <a:spcPct val="20000"/>
              </a:spcBef>
              <a:spcAft>
                <a:spcPct val="0"/>
              </a:spcAft>
              <a:buChar char="»"/>
              <a:defRPr sz="1532">
                <a:solidFill>
                  <a:schemeClr val="tx1"/>
                </a:solidFill>
                <a:latin typeface="Calibri" panose="020F0502020204030204" pitchFamily="34" charset="0"/>
                <a:ea typeface="MS PGothic" panose="020B0600070205080204" pitchFamily="34" charset="-128"/>
              </a:defRPr>
            </a:lvl8pPr>
            <a:lvl9pPr marL="4253835" indent="-250226" eaLnBrk="0" fontAlgn="base" hangingPunct="0">
              <a:spcBef>
                <a:spcPct val="20000"/>
              </a:spcBef>
              <a:spcAft>
                <a:spcPct val="0"/>
              </a:spcAft>
              <a:buChar char="»"/>
              <a:defRPr sz="1532">
                <a:solidFill>
                  <a:schemeClr val="tx1"/>
                </a:solidFill>
                <a:latin typeface="Calibri" panose="020F0502020204030204" pitchFamily="34" charset="0"/>
                <a:ea typeface="MS PGothic" panose="020B0600070205080204" pitchFamily="34" charset="-128"/>
              </a:defRPr>
            </a:lvl9pPr>
          </a:lstStyle>
          <a:p>
            <a:pPr algn="l" eaLnBrk="1" hangingPunct="1">
              <a:spcBef>
                <a:spcPct val="0"/>
              </a:spcBef>
              <a:buFontTx/>
              <a:buNone/>
            </a:pPr>
            <a:fld id="{CAE5064C-99DF-4881-8B4F-EC3444ACA047}" type="slidenum">
              <a:rPr lang="nn-NO" altLang="nb-NO" sz="985">
                <a:solidFill>
                  <a:srgbClr val="9E9FA3"/>
                </a:solidFill>
                <a:latin typeface="Verdana" panose="020B0604030504040204" pitchFamily="34" charset="0"/>
              </a:rPr>
              <a:pPr algn="l" eaLnBrk="1" hangingPunct="1">
                <a:spcBef>
                  <a:spcPct val="0"/>
                </a:spcBef>
                <a:buFontTx/>
                <a:buNone/>
              </a:pPr>
              <a:t>40</a:t>
            </a:fld>
            <a:endParaRPr lang="nn-NO" altLang="nb-NO" sz="985">
              <a:solidFill>
                <a:srgbClr val="9E9FA3"/>
              </a:solidFill>
              <a:latin typeface="Verdana" panose="020B0604030504040204" pitchFamily="34" charset="0"/>
            </a:endParaRPr>
          </a:p>
        </p:txBody>
      </p:sp>
      <p:sp>
        <p:nvSpPr>
          <p:cNvPr id="8" name="Line 3"/>
          <p:cNvSpPr>
            <a:spLocks noChangeShapeType="1"/>
          </p:cNvSpPr>
          <p:nvPr/>
        </p:nvSpPr>
        <p:spPr bwMode="auto">
          <a:xfrm>
            <a:off x="1221608" y="6738207"/>
            <a:ext cx="7409579" cy="0"/>
          </a:xfrm>
          <a:prstGeom prst="line">
            <a:avLst/>
          </a:prstGeom>
          <a:noFill/>
          <a:ln w="19050">
            <a:solidFill>
              <a:schemeClr val="tx1"/>
            </a:solidFill>
            <a:round/>
            <a:headEnd/>
            <a:tailEnd/>
          </a:ln>
        </p:spPr>
        <p:txBody>
          <a:bodyPr/>
          <a:lstStyle/>
          <a:p>
            <a:pPr>
              <a:defRPr/>
            </a:pPr>
            <a:endParaRPr lang="nb-NO" sz="2189">
              <a:solidFill>
                <a:schemeClr val="tx1">
                  <a:lumMod val="50000"/>
                </a:schemeClr>
              </a:solidFill>
              <a:ea typeface="ＭＳ Ｐゴシック" pitchFamily="-65" charset="-128"/>
            </a:endParaRPr>
          </a:p>
        </p:txBody>
      </p:sp>
      <p:sp>
        <p:nvSpPr>
          <p:cNvPr id="9" name="Line 4"/>
          <p:cNvSpPr>
            <a:spLocks noChangeShapeType="1"/>
          </p:cNvSpPr>
          <p:nvPr/>
        </p:nvSpPr>
        <p:spPr bwMode="auto">
          <a:xfrm flipV="1">
            <a:off x="1221608" y="2560761"/>
            <a:ext cx="0" cy="4177446"/>
          </a:xfrm>
          <a:prstGeom prst="line">
            <a:avLst/>
          </a:prstGeom>
          <a:noFill/>
          <a:ln w="19050">
            <a:solidFill>
              <a:schemeClr val="tx1"/>
            </a:solidFill>
            <a:round/>
            <a:headEnd/>
            <a:tailEnd/>
          </a:ln>
        </p:spPr>
        <p:txBody>
          <a:bodyPr/>
          <a:lstStyle/>
          <a:p>
            <a:pPr>
              <a:defRPr/>
            </a:pPr>
            <a:endParaRPr lang="nb-NO" sz="2189">
              <a:solidFill>
                <a:schemeClr val="tx1">
                  <a:lumMod val="50000"/>
                </a:schemeClr>
              </a:solidFill>
              <a:ea typeface="ＭＳ Ｐゴシック" pitchFamily="-65" charset="-128"/>
            </a:endParaRPr>
          </a:p>
        </p:txBody>
      </p:sp>
      <p:sp>
        <p:nvSpPr>
          <p:cNvPr id="48134" name="Text Box 5"/>
          <p:cNvSpPr txBox="1">
            <a:spLocks noChangeArrowheads="1"/>
          </p:cNvSpPr>
          <p:nvPr/>
        </p:nvSpPr>
        <p:spPr bwMode="auto">
          <a:xfrm>
            <a:off x="5317381" y="6738207"/>
            <a:ext cx="3461332" cy="3954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r>
              <a:rPr lang="nb-NO" altLang="nb-NO" sz="1970">
                <a:solidFill>
                  <a:srgbClr val="0D0D0D"/>
                </a:solidFill>
              </a:rPr>
              <a:t>Antall produktive entreprenører</a:t>
            </a:r>
          </a:p>
        </p:txBody>
      </p:sp>
      <p:sp>
        <p:nvSpPr>
          <p:cNvPr id="11" name="Freeform 6"/>
          <p:cNvSpPr>
            <a:spLocks/>
          </p:cNvSpPr>
          <p:nvPr/>
        </p:nvSpPr>
        <p:spPr bwMode="auto">
          <a:xfrm>
            <a:off x="1221608" y="3900534"/>
            <a:ext cx="7171513" cy="2128690"/>
          </a:xfrm>
          <a:custGeom>
            <a:avLst/>
            <a:gdLst>
              <a:gd name="T0" fmla="*/ 0 w 4127"/>
              <a:gd name="T1" fmla="*/ 2147483647 h 1270"/>
              <a:gd name="T2" fmla="*/ 2147483647 w 4127"/>
              <a:gd name="T3" fmla="*/ 0 h 1270"/>
              <a:gd name="T4" fmla="*/ 0 w 4127"/>
              <a:gd name="T5" fmla="*/ 2147483647 h 1270"/>
              <a:gd name="T6" fmla="*/ 0 60000 65536"/>
              <a:gd name="T7" fmla="*/ 0 60000 65536"/>
              <a:gd name="T8" fmla="*/ 0 60000 65536"/>
              <a:gd name="T9" fmla="*/ 0 w 4127"/>
              <a:gd name="T10" fmla="*/ 0 h 1270"/>
              <a:gd name="T11" fmla="*/ 4127 w 4127"/>
              <a:gd name="T12" fmla="*/ 1270 h 1270"/>
            </a:gdLst>
            <a:ahLst/>
            <a:cxnLst>
              <a:cxn ang="T6">
                <a:pos x="T0" y="T1"/>
              </a:cxn>
              <a:cxn ang="T7">
                <a:pos x="T2" y="T3"/>
              </a:cxn>
              <a:cxn ang="T8">
                <a:pos x="T4" y="T5"/>
              </a:cxn>
            </a:cxnLst>
            <a:rect l="T9" t="T10" r="T11" b="T12"/>
            <a:pathLst>
              <a:path w="4127" h="1270">
                <a:moveTo>
                  <a:pt x="0" y="1270"/>
                </a:moveTo>
                <a:cubicBezTo>
                  <a:pt x="0" y="1270"/>
                  <a:pt x="4127" y="0"/>
                  <a:pt x="4127" y="0"/>
                </a:cubicBezTo>
                <a:cubicBezTo>
                  <a:pt x="4127" y="0"/>
                  <a:pt x="0" y="1270"/>
                  <a:pt x="0" y="1270"/>
                </a:cubicBezTo>
                <a:close/>
              </a:path>
            </a:pathLst>
          </a:custGeom>
          <a:solidFill>
            <a:schemeClr val="accent1"/>
          </a:solidFill>
          <a:ln w="19050">
            <a:solidFill>
              <a:schemeClr val="tx1"/>
            </a:solidFill>
            <a:round/>
            <a:headEnd/>
            <a:tailEnd/>
          </a:ln>
        </p:spPr>
        <p:txBody>
          <a:bodyPr/>
          <a:lstStyle/>
          <a:p>
            <a:pPr>
              <a:defRPr/>
            </a:pPr>
            <a:endParaRPr lang="nb-NO" sz="2189">
              <a:solidFill>
                <a:schemeClr val="tx1">
                  <a:lumMod val="50000"/>
                </a:schemeClr>
              </a:solidFill>
              <a:ea typeface="ＭＳ Ｐゴシック" pitchFamily="-65" charset="-128"/>
            </a:endParaRPr>
          </a:p>
        </p:txBody>
      </p:sp>
      <p:sp>
        <p:nvSpPr>
          <p:cNvPr id="12" name="Text Box 7"/>
          <p:cNvSpPr txBox="1">
            <a:spLocks noChangeArrowheads="1"/>
          </p:cNvSpPr>
          <p:nvPr/>
        </p:nvSpPr>
        <p:spPr bwMode="auto">
          <a:xfrm>
            <a:off x="748952" y="2166303"/>
            <a:ext cx="918970" cy="395493"/>
          </a:xfrm>
          <a:prstGeom prst="rect">
            <a:avLst/>
          </a:prstGeom>
          <a:noFill/>
          <a:ln w="9525">
            <a:noFill/>
            <a:miter lim="800000"/>
            <a:headEnd/>
            <a:tailEnd/>
          </a:ln>
        </p:spPr>
        <p:txBody>
          <a:bodyPr wrap="none">
            <a:spAutoFit/>
          </a:bodyPr>
          <a:lstStyle/>
          <a:p>
            <a:pPr>
              <a:defRPr/>
            </a:pPr>
            <a:r>
              <a:rPr lang="nb-NO" sz="1970" dirty="0">
                <a:solidFill>
                  <a:schemeClr val="tx1">
                    <a:lumMod val="50000"/>
                  </a:schemeClr>
                </a:solidFill>
                <a:latin typeface="Calibri" pitchFamily="34" charset="0"/>
                <a:ea typeface="ＭＳ Ｐゴシック" pitchFamily="-65" charset="-128"/>
              </a:rPr>
              <a:t>Inntekt</a:t>
            </a:r>
          </a:p>
        </p:txBody>
      </p:sp>
      <p:sp>
        <p:nvSpPr>
          <p:cNvPr id="48137" name="TextBox 7"/>
          <p:cNvSpPr txBox="1">
            <a:spLocks noChangeArrowheads="1"/>
          </p:cNvSpPr>
          <p:nvPr/>
        </p:nvSpPr>
        <p:spPr bwMode="auto">
          <a:xfrm>
            <a:off x="1126942" y="427563"/>
            <a:ext cx="7299001"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r>
              <a:rPr lang="nb-NO" altLang="nb-NO" sz="2800" dirty="0">
                <a:solidFill>
                  <a:srgbClr val="050403"/>
                </a:solidFill>
                <a:cs typeface="Arial" panose="020B0604020202020204" pitchFamily="34" charset="0"/>
              </a:rPr>
              <a:t>Dess flere som jobber med produktive aktiviteter</a:t>
            </a:r>
          </a:p>
          <a:p>
            <a:pPr eaLnBrk="1" hangingPunct="1">
              <a:spcBef>
                <a:spcPct val="0"/>
              </a:spcBef>
              <a:buFontTx/>
              <a:buNone/>
            </a:pPr>
            <a:r>
              <a:rPr lang="nb-NO" altLang="nb-NO" sz="2800" dirty="0">
                <a:solidFill>
                  <a:srgbClr val="050403"/>
                </a:solidFill>
                <a:cs typeface="Arial" panose="020B0604020202020204" pitchFamily="34" charset="0"/>
              </a:rPr>
              <a:t> dess høyere er inntekten</a:t>
            </a:r>
          </a:p>
        </p:txBody>
      </p:sp>
    </p:spTree>
    <p:extLst>
      <p:ext uri="{BB962C8B-B14F-4D97-AF65-F5344CB8AC3E}">
        <p14:creationId xmlns:p14="http://schemas.microsoft.com/office/powerpoint/2010/main" val="3178923700"/>
      </p:ext>
    </p:extLst>
  </p:cSld>
  <p:clrMapOvr>
    <a:masterClrMapping/>
  </p:clrMapOvr>
  <p:transition advTm="35282"/>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Footer Placeholder 3"/>
          <p:cNvSpPr>
            <a:spLocks noGrp="1"/>
          </p:cNvSpPr>
          <p:nvPr>
            <p:ph type="ftr" sz="quarter" idx="11"/>
          </p:nvPr>
        </p:nvSpPr>
        <p:spPr>
          <a:xfrm>
            <a:off x="3586626" y="7210864"/>
            <a:ext cx="1812428" cy="227640"/>
          </a:xfrm>
        </p:spPr>
        <p:txBody>
          <a:bodyPr/>
          <a:lstStyle/>
          <a:p>
            <a:pPr algn="r">
              <a:defRPr/>
            </a:pPr>
            <a:r>
              <a:rPr lang="nn-NO">
                <a:ea typeface="ＭＳ Ｐゴシック" pitchFamily="34" charset="-128"/>
              </a:rPr>
              <a:t>Side/Page</a:t>
            </a:r>
          </a:p>
        </p:txBody>
      </p:sp>
      <p:sp>
        <p:nvSpPr>
          <p:cNvPr id="49155" name="Slide Number Placeholder 4"/>
          <p:cNvSpPr>
            <a:spLocks noGrp="1"/>
          </p:cNvSpPr>
          <p:nvPr>
            <p:ph type="sldNum" sz="quarter" idx="12"/>
          </p:nvPr>
        </p:nvSpPr>
        <p:spPr>
          <a:xfrm>
            <a:off x="5319119" y="7210864"/>
            <a:ext cx="3862920" cy="22764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2627">
                <a:solidFill>
                  <a:schemeClr val="tx1"/>
                </a:solidFill>
                <a:latin typeface="Calibri" panose="020F0502020204030204" pitchFamily="34" charset="0"/>
                <a:ea typeface="MS PGothic" panose="020B0600070205080204" pitchFamily="34" charset="-128"/>
              </a:defRPr>
            </a:lvl1pPr>
            <a:lvl2pPr marL="813233" indent="-312782" eaLnBrk="0" hangingPunct="0">
              <a:spcBef>
                <a:spcPct val="20000"/>
              </a:spcBef>
              <a:buChar char="–"/>
              <a:defRPr sz="2189">
                <a:solidFill>
                  <a:schemeClr val="tx1"/>
                </a:solidFill>
                <a:latin typeface="Calibri" panose="020F0502020204030204" pitchFamily="34" charset="0"/>
                <a:ea typeface="MS PGothic" panose="020B0600070205080204" pitchFamily="34" charset="-128"/>
              </a:defRPr>
            </a:lvl2pPr>
            <a:lvl3pPr marL="1251128" indent="-250226" eaLnBrk="0" hangingPunct="0">
              <a:spcBef>
                <a:spcPct val="20000"/>
              </a:spcBef>
              <a:buChar char="•"/>
              <a:defRPr sz="1751">
                <a:solidFill>
                  <a:schemeClr val="tx1"/>
                </a:solidFill>
                <a:latin typeface="Calibri" panose="020F0502020204030204" pitchFamily="34" charset="0"/>
                <a:ea typeface="MS PGothic" panose="020B0600070205080204" pitchFamily="34" charset="-128"/>
              </a:defRPr>
            </a:lvl3pPr>
            <a:lvl4pPr marL="1751579" indent="-250226" eaLnBrk="0" hangingPunct="0">
              <a:spcBef>
                <a:spcPct val="20000"/>
              </a:spcBef>
              <a:buChar char="–"/>
              <a:defRPr sz="1532">
                <a:solidFill>
                  <a:schemeClr val="tx1"/>
                </a:solidFill>
                <a:latin typeface="Calibri" panose="020F0502020204030204" pitchFamily="34" charset="0"/>
                <a:ea typeface="MS PGothic" panose="020B0600070205080204" pitchFamily="34" charset="-128"/>
              </a:defRPr>
            </a:lvl4pPr>
            <a:lvl5pPr marL="2252030" indent="-250226" eaLnBrk="0" hangingPunct="0">
              <a:spcBef>
                <a:spcPct val="20000"/>
              </a:spcBef>
              <a:buChar char="»"/>
              <a:defRPr sz="1532">
                <a:solidFill>
                  <a:schemeClr val="tx1"/>
                </a:solidFill>
                <a:latin typeface="Calibri" panose="020F0502020204030204" pitchFamily="34" charset="0"/>
                <a:ea typeface="MS PGothic" panose="020B0600070205080204" pitchFamily="34" charset="-128"/>
              </a:defRPr>
            </a:lvl5pPr>
            <a:lvl6pPr marL="2752481" indent="-250226" eaLnBrk="0" fontAlgn="base" hangingPunct="0">
              <a:spcBef>
                <a:spcPct val="20000"/>
              </a:spcBef>
              <a:spcAft>
                <a:spcPct val="0"/>
              </a:spcAft>
              <a:buChar char="»"/>
              <a:defRPr sz="1532">
                <a:solidFill>
                  <a:schemeClr val="tx1"/>
                </a:solidFill>
                <a:latin typeface="Calibri" panose="020F0502020204030204" pitchFamily="34" charset="0"/>
                <a:ea typeface="MS PGothic" panose="020B0600070205080204" pitchFamily="34" charset="-128"/>
              </a:defRPr>
            </a:lvl6pPr>
            <a:lvl7pPr marL="3252932" indent="-250226" eaLnBrk="0" fontAlgn="base" hangingPunct="0">
              <a:spcBef>
                <a:spcPct val="20000"/>
              </a:spcBef>
              <a:spcAft>
                <a:spcPct val="0"/>
              </a:spcAft>
              <a:buChar char="»"/>
              <a:defRPr sz="1532">
                <a:solidFill>
                  <a:schemeClr val="tx1"/>
                </a:solidFill>
                <a:latin typeface="Calibri" panose="020F0502020204030204" pitchFamily="34" charset="0"/>
                <a:ea typeface="MS PGothic" panose="020B0600070205080204" pitchFamily="34" charset="-128"/>
              </a:defRPr>
            </a:lvl7pPr>
            <a:lvl8pPr marL="3753383" indent="-250226" eaLnBrk="0" fontAlgn="base" hangingPunct="0">
              <a:spcBef>
                <a:spcPct val="20000"/>
              </a:spcBef>
              <a:spcAft>
                <a:spcPct val="0"/>
              </a:spcAft>
              <a:buChar char="»"/>
              <a:defRPr sz="1532">
                <a:solidFill>
                  <a:schemeClr val="tx1"/>
                </a:solidFill>
                <a:latin typeface="Calibri" panose="020F0502020204030204" pitchFamily="34" charset="0"/>
                <a:ea typeface="MS PGothic" panose="020B0600070205080204" pitchFamily="34" charset="-128"/>
              </a:defRPr>
            </a:lvl8pPr>
            <a:lvl9pPr marL="4253835" indent="-250226" eaLnBrk="0" fontAlgn="base" hangingPunct="0">
              <a:spcBef>
                <a:spcPct val="20000"/>
              </a:spcBef>
              <a:spcAft>
                <a:spcPct val="0"/>
              </a:spcAft>
              <a:buChar char="»"/>
              <a:defRPr sz="1532">
                <a:solidFill>
                  <a:schemeClr val="tx1"/>
                </a:solidFill>
                <a:latin typeface="Calibri" panose="020F0502020204030204" pitchFamily="34" charset="0"/>
                <a:ea typeface="MS PGothic" panose="020B0600070205080204" pitchFamily="34" charset="-128"/>
              </a:defRPr>
            </a:lvl9pPr>
          </a:lstStyle>
          <a:p>
            <a:pPr algn="l" eaLnBrk="1" hangingPunct="1">
              <a:spcBef>
                <a:spcPct val="0"/>
              </a:spcBef>
              <a:buFontTx/>
              <a:buNone/>
            </a:pPr>
            <a:fld id="{342A0A05-5C2D-495A-A0E0-A7764F97DCE1}" type="slidenum">
              <a:rPr lang="nn-NO" altLang="nb-NO" sz="985">
                <a:solidFill>
                  <a:srgbClr val="9E9FA3"/>
                </a:solidFill>
                <a:latin typeface="Verdana" panose="020B0604030504040204" pitchFamily="34" charset="0"/>
              </a:rPr>
              <a:pPr algn="l" eaLnBrk="1" hangingPunct="1">
                <a:spcBef>
                  <a:spcPct val="0"/>
                </a:spcBef>
                <a:buFontTx/>
                <a:buNone/>
              </a:pPr>
              <a:t>41</a:t>
            </a:fld>
            <a:endParaRPr lang="nn-NO" altLang="nb-NO" sz="985">
              <a:solidFill>
                <a:srgbClr val="9E9FA3"/>
              </a:solidFill>
              <a:latin typeface="Verdana" panose="020B0604030504040204" pitchFamily="34" charset="0"/>
            </a:endParaRPr>
          </a:p>
        </p:txBody>
      </p:sp>
      <p:sp>
        <p:nvSpPr>
          <p:cNvPr id="49156" name="Line 3"/>
          <p:cNvSpPr>
            <a:spLocks noChangeShapeType="1"/>
          </p:cNvSpPr>
          <p:nvPr/>
        </p:nvSpPr>
        <p:spPr bwMode="auto">
          <a:xfrm flipV="1">
            <a:off x="547378" y="6611355"/>
            <a:ext cx="8083809" cy="62557"/>
          </a:xfrm>
          <a:prstGeom prst="line">
            <a:avLst/>
          </a:prstGeom>
          <a:noFill/>
          <a:ln w="15875">
            <a:solidFill>
              <a:srgbClr val="050403"/>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49157" name="Line 4"/>
          <p:cNvSpPr>
            <a:spLocks noChangeShapeType="1"/>
          </p:cNvSpPr>
          <p:nvPr/>
        </p:nvSpPr>
        <p:spPr bwMode="auto">
          <a:xfrm flipV="1">
            <a:off x="8631187" y="2433909"/>
            <a:ext cx="0" cy="4177446"/>
          </a:xfrm>
          <a:prstGeom prst="line">
            <a:avLst/>
          </a:prstGeom>
          <a:noFill/>
          <a:ln w="15875">
            <a:solidFill>
              <a:srgbClr val="050403"/>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4" name="Line 5"/>
          <p:cNvSpPr>
            <a:spLocks noChangeShapeType="1"/>
          </p:cNvSpPr>
          <p:nvPr/>
        </p:nvSpPr>
        <p:spPr bwMode="auto">
          <a:xfrm flipV="1">
            <a:off x="938362" y="3064696"/>
            <a:ext cx="7692826" cy="3609216"/>
          </a:xfrm>
          <a:prstGeom prst="line">
            <a:avLst/>
          </a:prstGeom>
          <a:noFill/>
          <a:ln w="19050">
            <a:solidFill>
              <a:srgbClr val="FF0000"/>
            </a:solidFill>
            <a:prstDash val="sysDash"/>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 name="Text Box 7"/>
          <p:cNvSpPr txBox="1">
            <a:spLocks noChangeArrowheads="1"/>
          </p:cNvSpPr>
          <p:nvPr/>
        </p:nvSpPr>
        <p:spPr bwMode="auto">
          <a:xfrm>
            <a:off x="8758039" y="2294893"/>
            <a:ext cx="918970" cy="395493"/>
          </a:xfrm>
          <a:prstGeom prst="rect">
            <a:avLst/>
          </a:prstGeom>
          <a:noFill/>
          <a:ln w="9525">
            <a:noFill/>
            <a:miter lim="800000"/>
            <a:headEnd/>
            <a:tailEnd/>
          </a:ln>
        </p:spPr>
        <p:txBody>
          <a:bodyPr wrap="none">
            <a:spAutoFit/>
          </a:bodyPr>
          <a:lstStyle/>
          <a:p>
            <a:pPr>
              <a:defRPr/>
            </a:pPr>
            <a:r>
              <a:rPr lang="nb-NO" sz="1970" dirty="0">
                <a:solidFill>
                  <a:schemeClr val="bg2">
                    <a:lumMod val="10000"/>
                  </a:schemeClr>
                </a:solidFill>
                <a:latin typeface="Calibri" pitchFamily="34" charset="0"/>
                <a:ea typeface="ＭＳ Ｐゴシック" pitchFamily="-65" charset="-128"/>
              </a:rPr>
              <a:t>Inntekt</a:t>
            </a:r>
          </a:p>
        </p:txBody>
      </p:sp>
      <p:sp>
        <p:nvSpPr>
          <p:cNvPr id="49160" name="Text Box 8"/>
          <p:cNvSpPr txBox="1">
            <a:spLocks noChangeArrowheads="1"/>
          </p:cNvSpPr>
          <p:nvPr/>
        </p:nvSpPr>
        <p:spPr bwMode="auto">
          <a:xfrm>
            <a:off x="5635382" y="6689552"/>
            <a:ext cx="4084195" cy="3954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r>
              <a:rPr lang="nb-NO" altLang="nb-NO" sz="1970">
                <a:solidFill>
                  <a:srgbClr val="0D0D0D"/>
                </a:solidFill>
              </a:rPr>
              <a:t>Antall aktører i uproduktiv virksomhet</a:t>
            </a:r>
          </a:p>
        </p:txBody>
      </p:sp>
      <p:sp>
        <p:nvSpPr>
          <p:cNvPr id="27" name="Line 9"/>
          <p:cNvSpPr>
            <a:spLocks noChangeShapeType="1"/>
          </p:cNvSpPr>
          <p:nvPr/>
        </p:nvSpPr>
        <p:spPr bwMode="auto">
          <a:xfrm flipH="1">
            <a:off x="4059282" y="6925879"/>
            <a:ext cx="1419706" cy="0"/>
          </a:xfrm>
          <a:prstGeom prst="line">
            <a:avLst/>
          </a:prstGeom>
          <a:noFill/>
          <a:ln w="12700">
            <a:solidFill>
              <a:schemeClr val="tx2">
                <a:lumMod val="50000"/>
              </a:schemeClr>
            </a:solidFill>
            <a:round/>
            <a:headEnd/>
            <a:tailEnd type="triangle" w="med" len="med"/>
          </a:ln>
        </p:spPr>
        <p:txBody>
          <a:bodyPr/>
          <a:lstStyle/>
          <a:p>
            <a:pPr>
              <a:defRPr/>
            </a:pPr>
            <a:endParaRPr lang="nb-NO" sz="2189">
              <a:ea typeface="ＭＳ Ｐゴシック" pitchFamily="-65" charset="-128"/>
            </a:endParaRPr>
          </a:p>
        </p:txBody>
      </p:sp>
      <p:sp>
        <p:nvSpPr>
          <p:cNvPr id="49162" name="TextBox 9"/>
          <p:cNvSpPr txBox="1">
            <a:spLocks noChangeArrowheads="1"/>
          </p:cNvSpPr>
          <p:nvPr/>
        </p:nvSpPr>
        <p:spPr bwMode="auto">
          <a:xfrm>
            <a:off x="538969" y="225996"/>
            <a:ext cx="8460332" cy="11029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r>
              <a:rPr lang="nb-NO" altLang="nb-NO" sz="2189" dirty="0">
                <a:solidFill>
                  <a:srgbClr val="000000"/>
                </a:solidFill>
              </a:rPr>
              <a:t>Dess flere som forlater produktive aktiviteter og stjeler ressurser gjennom bandittvirksomhet, korrupsjon </a:t>
            </a:r>
            <a:r>
              <a:rPr lang="nb-NO" altLang="nb-NO" sz="2189" dirty="0" err="1">
                <a:solidFill>
                  <a:srgbClr val="000000"/>
                </a:solidFill>
              </a:rPr>
              <a:t>etc</a:t>
            </a:r>
            <a:r>
              <a:rPr lang="nb-NO" altLang="nb-NO" sz="2189" dirty="0">
                <a:solidFill>
                  <a:srgbClr val="000000"/>
                </a:solidFill>
              </a:rPr>
              <a:t>, dess lavere blir privat inntekt.</a:t>
            </a:r>
          </a:p>
        </p:txBody>
      </p:sp>
      <p:sp>
        <p:nvSpPr>
          <p:cNvPr id="49163" name="Line 5"/>
          <p:cNvSpPr>
            <a:spLocks noChangeShapeType="1"/>
          </p:cNvSpPr>
          <p:nvPr/>
        </p:nvSpPr>
        <p:spPr bwMode="auto">
          <a:xfrm flipV="1">
            <a:off x="1798527" y="3546041"/>
            <a:ext cx="6803119" cy="3127871"/>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31" name="TextBox 30"/>
          <p:cNvSpPr txBox="1">
            <a:spLocks noChangeArrowheads="1"/>
          </p:cNvSpPr>
          <p:nvPr/>
        </p:nvSpPr>
        <p:spPr bwMode="auto">
          <a:xfrm>
            <a:off x="538969" y="1352566"/>
            <a:ext cx="5652701" cy="1608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r>
              <a:rPr lang="nb-NO" altLang="nb-NO" sz="1970" b="1" dirty="0">
                <a:solidFill>
                  <a:srgbClr val="FF0000"/>
                </a:solidFill>
              </a:rPr>
              <a:t>Skatteparadisene øker inntektsmuligheten</a:t>
            </a:r>
          </a:p>
          <a:p>
            <a:pPr eaLnBrk="1" hangingPunct="1">
              <a:spcBef>
                <a:spcPct val="0"/>
              </a:spcBef>
              <a:buFontTx/>
              <a:buNone/>
            </a:pPr>
            <a:r>
              <a:rPr lang="nb-NO" altLang="nb-NO" sz="1970" b="1" dirty="0">
                <a:solidFill>
                  <a:srgbClr val="FF0000"/>
                </a:solidFill>
              </a:rPr>
              <a:t> fra bandittvirksomhet fordi man kan skjule utbyttet</a:t>
            </a:r>
          </a:p>
          <a:p>
            <a:pPr eaLnBrk="1" hangingPunct="1">
              <a:spcBef>
                <a:spcPct val="0"/>
              </a:spcBef>
              <a:buFontTx/>
              <a:buNone/>
            </a:pPr>
            <a:r>
              <a:rPr lang="nb-NO" altLang="nb-NO" sz="1970" b="1" dirty="0">
                <a:solidFill>
                  <a:srgbClr val="FF0000"/>
                </a:solidFill>
              </a:rPr>
              <a:t> i skatteparadis (gjør det mer lønnsomt å være</a:t>
            </a:r>
          </a:p>
          <a:p>
            <a:pPr eaLnBrk="1" hangingPunct="1">
              <a:spcBef>
                <a:spcPct val="0"/>
              </a:spcBef>
              <a:buFontTx/>
              <a:buNone/>
            </a:pPr>
            <a:r>
              <a:rPr lang="nb-NO" altLang="nb-NO" sz="1970" b="1" dirty="0">
                <a:solidFill>
                  <a:srgbClr val="FF0000"/>
                </a:solidFill>
              </a:rPr>
              <a:t>banditt fordi man kan hindre at noen tar</a:t>
            </a:r>
          </a:p>
          <a:p>
            <a:pPr eaLnBrk="1" hangingPunct="1">
              <a:spcBef>
                <a:spcPct val="0"/>
              </a:spcBef>
              <a:buFontTx/>
              <a:buNone/>
            </a:pPr>
            <a:r>
              <a:rPr lang="nb-NO" altLang="nb-NO" sz="1970" b="1" dirty="0">
                <a:solidFill>
                  <a:srgbClr val="FF0000"/>
                </a:solidFill>
              </a:rPr>
              <a:t>ransutbyttet fra deg).</a:t>
            </a:r>
            <a:endParaRPr lang="nb-NO" altLang="nb-NO" sz="1314" b="1" dirty="0">
              <a:solidFill>
                <a:srgbClr val="FF0000"/>
              </a:solidFill>
            </a:endParaRPr>
          </a:p>
        </p:txBody>
      </p:sp>
    </p:spTree>
    <p:custDataLst>
      <p:tags r:id="rId1"/>
    </p:custDataLst>
    <p:extLst>
      <p:ext uri="{BB962C8B-B14F-4D97-AF65-F5344CB8AC3E}">
        <p14:creationId xmlns:p14="http://schemas.microsoft.com/office/powerpoint/2010/main" val="3517661273"/>
      </p:ext>
    </p:extLst>
  </p:cSld>
  <p:clrMapOvr>
    <a:masterClrMapping/>
  </p:clrMapOvr>
  <p:transition advTm="97705"/>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fill="hold"/>
                                        <p:tgtEl>
                                          <p:spTgt spid="24"/>
                                        </p:tgtEl>
                                        <p:attrNameLst>
                                          <p:attrName>ppt_x</p:attrName>
                                        </p:attrNameLst>
                                      </p:cBhvr>
                                      <p:tavLst>
                                        <p:tav tm="0">
                                          <p:val>
                                            <p:strVal val="#ppt_x"/>
                                          </p:val>
                                        </p:tav>
                                        <p:tav tm="100000">
                                          <p:val>
                                            <p:strVal val="#ppt_x"/>
                                          </p:val>
                                        </p:tav>
                                      </p:tavLst>
                                    </p:anim>
                                    <p:anim calcmode="lin" valueType="num">
                                      <p:cBhvr additive="base">
                                        <p:cTn id="8" dur="500" fill="hold"/>
                                        <p:tgtEl>
                                          <p:spTgt spid="2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1"/>
                                        </p:tgtEl>
                                        <p:attrNameLst>
                                          <p:attrName>style.visibility</p:attrName>
                                        </p:attrNameLst>
                                      </p:cBhvr>
                                      <p:to>
                                        <p:strVal val="visible"/>
                                      </p:to>
                                    </p:set>
                                    <p:anim calcmode="lin" valueType="num">
                                      <p:cBhvr additive="base">
                                        <p:cTn id="11" dur="500" fill="hold"/>
                                        <p:tgtEl>
                                          <p:spTgt spid="31"/>
                                        </p:tgtEl>
                                        <p:attrNameLst>
                                          <p:attrName>ppt_x</p:attrName>
                                        </p:attrNameLst>
                                      </p:cBhvr>
                                      <p:tavLst>
                                        <p:tav tm="0">
                                          <p:val>
                                            <p:strVal val="#ppt_x"/>
                                          </p:val>
                                        </p:tav>
                                        <p:tav tm="100000">
                                          <p:val>
                                            <p:strVal val="#ppt_x"/>
                                          </p:val>
                                        </p:tav>
                                      </p:tavLst>
                                    </p:anim>
                                    <p:anim calcmode="lin" valueType="num">
                                      <p:cBhvr additive="base">
                                        <p:cTn id="12"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extLst>
    <p:ext uri="{3A86A75C-4F4B-4683-9AE1-C65F6400EC91}">
      <p14:laserTraceLst xmlns:p14="http://schemas.microsoft.com/office/powerpoint/2010/main">
        <p14:tracePtLst>
          <p14:tracePt t="41844" x="3397250" y="7505700"/>
          <p14:tracePt t="41850" x="3484563" y="7459663"/>
          <p14:tracePt t="41859" x="3592513" y="7410450"/>
          <p14:tracePt t="41867" x="3695700" y="7356475"/>
          <p14:tracePt t="41875" x="3814763" y="7310438"/>
          <p14:tracePt t="41884" x="3917950" y="7261225"/>
          <p14:tracePt t="41891" x="4029075" y="7224713"/>
          <p14:tracePt t="41902" x="4137025" y="7194550"/>
          <p14:tracePt t="41907" x="4235450" y="7173913"/>
          <p14:tracePt t="41915" x="4325938" y="7158038"/>
          <p14:tracePt t="41923" x="4421188" y="7145338"/>
          <p14:tracePt t="41931" x="4495800" y="7145338"/>
          <p14:tracePt t="41939" x="4562475" y="7145338"/>
          <p14:tracePt t="41947" x="4632325" y="7145338"/>
          <p14:tracePt t="41955" x="4686300" y="7145338"/>
          <p14:tracePt t="41963" x="4735513" y="7150100"/>
          <p14:tracePt t="41971" x="4797425" y="7150100"/>
          <p14:tracePt t="41979" x="4854575" y="7150100"/>
          <p14:tracePt t="41987" x="4908550" y="7150100"/>
          <p14:tracePt t="41996" x="4957763" y="7150100"/>
          <p14:tracePt t="42003" x="4995863" y="7150100"/>
          <p14:tracePt t="42012" x="5019675" y="7150100"/>
          <p14:tracePt t="42020" x="5040313" y="7150100"/>
          <p14:tracePt t="42027" x="5045075" y="7150100"/>
          <p14:tracePt t="42035" x="5053013" y="7150100"/>
          <p14:tracePt t="42139" x="5049838" y="7150100"/>
          <p14:tracePt t="42241" x="5053013" y="7153275"/>
          <p14:tracePt t="42251" x="5065713" y="7153275"/>
          <p14:tracePt t="42259" x="5102225" y="7153275"/>
          <p14:tracePt t="42265" x="5156200" y="7145338"/>
          <p14:tracePt t="42273" x="5218113" y="7112000"/>
          <p14:tracePt t="42281" x="5264150" y="7083425"/>
          <p14:tracePt t="42292" x="5341938" y="7034213"/>
          <p14:tracePt t="42299" x="5411788" y="6985000"/>
          <p14:tracePt t="42307" x="5473700" y="6926263"/>
          <p14:tracePt t="42313" x="5535613" y="6884988"/>
          <p14:tracePt t="42321" x="5622925" y="6827838"/>
          <p14:tracePt t="42329" x="5684838" y="6786563"/>
          <p14:tracePt t="42337" x="5759450" y="6740525"/>
          <p14:tracePt t="42345" x="5821363" y="6691313"/>
          <p14:tracePt t="42352" x="5883275" y="6654800"/>
          <p14:tracePt t="42361" x="5937250" y="6637338"/>
          <p14:tracePt t="42369" x="5981700" y="6604000"/>
          <p14:tracePt t="42377" x="6022975" y="6575425"/>
          <p14:tracePt t="42386" x="6056313" y="6562725"/>
          <p14:tracePt t="42393" x="6084888" y="6542088"/>
          <p14:tracePt t="42401" x="6097588" y="6530975"/>
          <p14:tracePt t="42409" x="6110288" y="6526213"/>
          <p14:tracePt t="42418" x="6118225" y="6526213"/>
          <p14:tracePt t="42424" x="6118225" y="6518275"/>
          <p14:tracePt t="42433" x="6122988" y="6518275"/>
          <p14:tracePt t="42456" x="6122988" y="6513513"/>
          <p14:tracePt t="42481" x="6130925" y="6505575"/>
          <p14:tracePt t="42489" x="6135688" y="6500813"/>
          <p14:tracePt t="42497" x="6146800" y="6469063"/>
          <p14:tracePt t="42505" x="6167438" y="6451600"/>
          <p14:tracePt t="42513" x="6184900" y="6418263"/>
          <p14:tracePt t="42521" x="6221413" y="6381750"/>
          <p14:tracePt t="42528" x="6246813" y="6356350"/>
          <p14:tracePt t="42537" x="6270625" y="6332538"/>
          <p14:tracePt t="42546" x="6308725" y="6302375"/>
          <p14:tracePt t="42552" x="6357938" y="6253163"/>
          <p14:tracePt t="42561" x="6407150" y="6208713"/>
          <p14:tracePt t="42570" x="6456363" y="6154738"/>
          <p14:tracePt t="42579" x="6507163" y="6092825"/>
          <p14:tracePt t="42586" x="6556375" y="6030913"/>
          <p14:tracePt t="42594" x="6618288" y="5956300"/>
          <p14:tracePt t="42603" x="6680200" y="5894388"/>
          <p14:tracePt t="42609" x="6737350" y="5824538"/>
          <p14:tracePt t="42616" x="6799263" y="5757863"/>
          <p14:tracePt t="42625" x="6853238" y="5675313"/>
          <p14:tracePt t="42635" x="6915150" y="5597525"/>
          <p14:tracePt t="42641" x="6985000" y="5510213"/>
          <p14:tracePt t="42650" x="7035800" y="5461000"/>
          <p14:tracePt t="42657" x="7085013" y="5378450"/>
          <p14:tracePt t="42665" x="7126288" y="5316538"/>
          <p14:tracePt t="42673" x="7162800" y="5241925"/>
          <p14:tracePt t="42681" x="7188200" y="5200650"/>
          <p14:tracePt t="42689" x="7221538" y="5154613"/>
          <p14:tracePt t="42697" x="7237413" y="5126038"/>
          <p14:tracePt t="42704" x="7245350" y="5105400"/>
          <p14:tracePt t="42713" x="7258050" y="5076825"/>
          <p14:tracePt t="42721" x="7270750" y="5038725"/>
          <p14:tracePt t="42729" x="7270750" y="5018088"/>
          <p14:tracePt t="42736" x="7270750" y="5014913"/>
          <p14:tracePt t="42745" x="7283450" y="4994275"/>
          <p14:tracePt t="42754" x="7283450" y="4981575"/>
          <p14:tracePt t="42761" x="7283450" y="4976813"/>
          <p14:tracePt t="42770" x="7283450" y="4964113"/>
          <p14:tracePt t="42777" x="7283450" y="4956175"/>
          <p14:tracePt t="42793" x="7286625" y="4953000"/>
          <p14:tracePt t="42803" x="7286625" y="4943475"/>
          <p14:tracePt t="42825" x="7286625" y="4940300"/>
          <p14:tracePt t="42841" x="7294563" y="4932363"/>
          <p14:tracePt t="42856" x="7294563" y="4927600"/>
          <p14:tracePt t="42865" x="7299325" y="4914900"/>
          <p14:tracePt t="42873" x="7312025" y="4902200"/>
          <p14:tracePt t="42881" x="7324725" y="4881563"/>
          <p14:tracePt t="42889" x="7332663" y="4870450"/>
          <p14:tracePt t="42897" x="7345363" y="4852988"/>
          <p14:tracePt t="42919" x="7361238" y="4816475"/>
          <p14:tracePt t="42922" x="7361238" y="4808538"/>
          <p14:tracePt t="42930" x="7361238" y="4803775"/>
          <p14:tracePt t="42937" x="7369175" y="4770438"/>
          <p14:tracePt t="42945" x="7373938" y="4754563"/>
          <p14:tracePt t="42954" x="7386638" y="4733925"/>
          <p14:tracePt t="42961" x="7386638" y="4705350"/>
          <p14:tracePt t="42968" x="7394575" y="4667250"/>
          <p14:tracePt t="42977" x="7410450" y="4610100"/>
          <p14:tracePt t="42985" x="7423150" y="4579938"/>
          <p14:tracePt t="42993" x="7423150" y="4559300"/>
          <p14:tracePt t="43001" x="7435850" y="4522788"/>
          <p14:tracePt t="43008" x="7456488" y="4486275"/>
          <p14:tracePt t="43017" x="7459663" y="4456113"/>
          <p14:tracePt t="43023" x="7472363" y="4424363"/>
          <p14:tracePt t="43033" x="7485063" y="4398963"/>
          <p14:tracePt t="43041" x="7497763" y="4362450"/>
          <p14:tracePt t="43048" x="7518400" y="4332288"/>
          <p14:tracePt t="43057" x="7521575" y="4308475"/>
          <p14:tracePt t="43065" x="7531100" y="4295775"/>
          <p14:tracePt t="43073" x="7534275" y="4262438"/>
          <p14:tracePt t="43079" x="7546975" y="4246563"/>
          <p14:tracePt t="43089" x="7554913" y="4225925"/>
          <p14:tracePt t="43097" x="7559675" y="4187825"/>
          <p14:tracePt t="43105" x="7572375" y="4159250"/>
          <p14:tracePt t="43114" x="7583488" y="4138613"/>
          <p14:tracePt t="43121" x="7596188" y="4125913"/>
          <p14:tracePt t="43130" x="7616825" y="4097338"/>
          <p14:tracePt t="43136" x="7634288" y="4071938"/>
          <p14:tracePt t="43145" x="7658100" y="4035425"/>
          <p14:tracePt t="43153" x="7678738" y="4010025"/>
          <p14:tracePt t="43158" x="7691438" y="3998913"/>
          <p14:tracePt t="43167" x="7707313" y="3965575"/>
          <p14:tracePt t="43177" x="7716838" y="3948113"/>
          <p14:tracePt t="43183" x="7727950" y="3911600"/>
          <p14:tracePt t="43191" x="7740650" y="3898900"/>
          <p14:tracePt t="43199" x="7753350" y="3854450"/>
          <p14:tracePt t="43207" x="7766050" y="3841750"/>
          <p14:tracePt t="43215" x="7769225" y="3816350"/>
          <p14:tracePt t="43223" x="7781925" y="3792538"/>
          <p14:tracePt t="43231" x="7802563" y="3749675"/>
          <p14:tracePt t="43240" x="7807325" y="3717925"/>
          <p14:tracePt t="43246" x="7815263" y="3700463"/>
          <p14:tracePt t="43257" x="7820025" y="3679825"/>
          <p14:tracePt t="43263" x="7820025" y="3651250"/>
          <p14:tracePt t="43271" x="7827963" y="3638550"/>
          <p14:tracePt t="43279" x="7827963" y="3617913"/>
          <p14:tracePt t="43288" x="7831138" y="3605213"/>
          <p14:tracePt t="43295" x="7840663" y="3602038"/>
          <p14:tracePt t="43303" x="7843838" y="3568700"/>
          <p14:tracePt t="43311" x="7851775" y="3556000"/>
          <p14:tracePt t="43320" x="7851775" y="3543300"/>
          <p14:tracePt t="43327" x="7856538" y="3532188"/>
          <p14:tracePt t="43337" x="7864475" y="3514725"/>
          <p14:tracePt t="43343" x="7869238" y="3494088"/>
          <p14:tracePt t="43351" x="7869238" y="3481388"/>
          <p14:tracePt t="43359" x="7869238" y="3457575"/>
          <p14:tracePt t="43367" x="7869238" y="3444875"/>
          <p14:tracePt t="43375" x="7869238" y="3432175"/>
          <p14:tracePt t="43382" x="7869238" y="3408363"/>
          <p14:tracePt t="43391" x="7869238" y="3395663"/>
          <p14:tracePt t="43399" x="7869238" y="3382963"/>
          <p14:tracePt t="43406" x="7869238" y="3378200"/>
          <p14:tracePt t="43415" x="7869238" y="3370263"/>
          <p14:tracePt t="43423" x="7869238" y="3367088"/>
          <p14:tracePt t="43455" x="7869238" y="3357563"/>
          <p14:tracePt t="43526" x="7889875" y="3354388"/>
          <p14:tracePt t="43536" x="7913688" y="3346450"/>
          <p14:tracePt t="43543" x="7943850" y="3341688"/>
          <p14:tracePt t="43552" x="7975600" y="3341688"/>
          <p14:tracePt t="43559" x="8016875" y="3341688"/>
          <p14:tracePt t="43567" x="8042275" y="3341688"/>
          <p14:tracePt t="43576" x="8062913" y="3341688"/>
          <p14:tracePt t="43584" x="8075613" y="3333750"/>
          <p14:tracePt t="43591" x="8078788" y="3333750"/>
          <p14:tracePt t="43599" x="8091488" y="3328988"/>
          <p14:tracePt t="43615" x="8099425" y="3316288"/>
          <p14:tracePt t="43623" x="8104188" y="3316288"/>
          <p14:tracePt t="43631" x="8104188" y="3308350"/>
          <p14:tracePt t="43647" x="8112125" y="3303588"/>
          <p14:tracePt t="43655" x="8116888" y="3295650"/>
          <p14:tracePt t="43671" x="8124825" y="3292475"/>
          <p14:tracePt t="43687" x="8129588" y="3292475"/>
          <p14:tracePt t="43695" x="8129588" y="3282950"/>
          <p14:tracePt t="43720" x="8137525" y="3282950"/>
          <p14:tracePt t="43737" x="8142288" y="3282950"/>
          <p14:tracePt t="43759" x="8142288" y="3279775"/>
          <p14:tracePt t="43767" x="8150225" y="3279775"/>
          <p14:tracePt t="43783" x="8153400" y="3279775"/>
          <p14:tracePt t="43791" x="8162925" y="3279775"/>
          <p14:tracePt t="43800" x="8166100" y="3279775"/>
          <p14:tracePt t="43807" x="8178800" y="3279775"/>
          <p14:tracePt t="43815" x="8191500" y="3279775"/>
          <p14:tracePt t="43823" x="8212138" y="3279775"/>
          <p14:tracePt t="43831" x="8228013" y="3282950"/>
          <p14:tracePt t="43839" x="8261350" y="3300413"/>
          <p14:tracePt t="43847" x="8277225" y="3313113"/>
          <p14:tracePt t="43855" x="8289925" y="3321050"/>
          <p14:tracePt t="43863" x="8302625" y="3333750"/>
          <p14:tracePt t="43873" x="8315325" y="3349625"/>
          <p14:tracePt t="43876" x="8328025" y="3362325"/>
          <p14:tracePt t="43888" x="8339138" y="3370263"/>
          <p14:tracePt t="43906" x="8351838" y="3398838"/>
          <p14:tracePt t="43911" x="8359775" y="3411538"/>
          <p14:tracePt t="43921" x="8364538" y="3419475"/>
          <p14:tracePt t="43927" x="8372475" y="3424238"/>
          <p14:tracePt t="43933" x="8372475" y="3436938"/>
          <p14:tracePt t="43943" x="8377238" y="3436938"/>
          <p14:tracePt t="43951" x="8385175" y="3444875"/>
          <p14:tracePt t="43967" x="8389938" y="3444875"/>
          <p14:tracePt t="44868" x="8385175" y="3444875"/>
          <p14:tracePt t="44877" x="8380413" y="3444875"/>
          <p14:tracePt t="44883" x="8359775" y="3444875"/>
          <p14:tracePt t="44891" x="8348663" y="3444875"/>
          <p14:tracePt t="44905" x="8335963" y="3444875"/>
          <p14:tracePt t="44909" x="8323263" y="3449638"/>
          <p14:tracePt t="44917" x="8307388" y="3449638"/>
          <p14:tracePt t="44925" x="8286750" y="3449638"/>
          <p14:tracePt t="44932" x="8269288" y="3449638"/>
          <p14:tracePt t="44939" x="8245475" y="3449638"/>
          <p14:tracePt t="44947" x="8224838" y="3449638"/>
          <p14:tracePt t="44957" x="8207375" y="3449638"/>
          <p14:tracePt t="44963" x="8186738" y="3449638"/>
          <p14:tracePt t="44972" x="8158163" y="3449638"/>
          <p14:tracePt t="44979" x="8137525" y="3449638"/>
          <p14:tracePt t="44988" x="8120063" y="3449638"/>
          <p14:tracePt t="44995" x="8108950" y="3449638"/>
          <p14:tracePt t="45003" x="8088313" y="3457575"/>
          <p14:tracePt t="45011" x="8070850" y="3457575"/>
          <p14:tracePt t="45019" x="8058150" y="3457575"/>
          <p14:tracePt t="45027" x="8047038" y="3457575"/>
          <p14:tracePt t="45036" x="8034338" y="3460750"/>
          <p14:tracePt t="45043" x="8021638" y="3460750"/>
          <p14:tracePt t="45051" x="8008938" y="3460750"/>
          <p14:tracePt t="45059" x="8001000" y="3460750"/>
          <p14:tracePt t="45067" x="7996238" y="3470275"/>
          <p14:tracePt t="45075" x="7988300" y="3470275"/>
          <p14:tracePt t="45083" x="7985125" y="3470275"/>
          <p14:tracePt t="45091" x="7975600" y="3473450"/>
          <p14:tracePt t="45099" x="7964488" y="3473450"/>
          <p14:tracePt t="45107" x="7959725" y="3481388"/>
          <p14:tracePt t="45115" x="7947025" y="3486150"/>
          <p14:tracePt t="45123" x="7939088" y="3486150"/>
          <p14:tracePt t="45131" x="7926388" y="3494088"/>
          <p14:tracePt t="45139" x="7923213" y="3494088"/>
          <p14:tracePt t="45147" x="7910513" y="3498850"/>
          <p14:tracePt t="45156" x="7897813" y="3506788"/>
          <p14:tracePt t="45164" x="7885113" y="3511550"/>
          <p14:tracePt t="45172" x="7864475" y="3511550"/>
          <p14:tracePt t="45179" x="7851775" y="3519488"/>
          <p14:tracePt t="45188" x="7840663" y="3522663"/>
          <p14:tracePt t="45195" x="7827963" y="3522663"/>
          <p14:tracePt t="45203" x="7815263" y="3535363"/>
          <p14:tracePt t="45211" x="7802563" y="3535363"/>
          <p14:tracePt t="45220" x="7789863" y="3543300"/>
          <p14:tracePt t="45227" x="7778750" y="3548063"/>
          <p14:tracePt t="45235" x="7761288" y="3560763"/>
          <p14:tracePt t="45243" x="7753350" y="3568700"/>
          <p14:tracePt t="45251" x="7737475" y="3573463"/>
          <p14:tracePt t="45259" x="7724775" y="3581400"/>
          <p14:tracePt t="45267" x="7712075" y="3584575"/>
          <p14:tracePt t="45275" x="7691438" y="3584575"/>
          <p14:tracePt t="45283" x="7678738" y="3594100"/>
          <p14:tracePt t="45292" x="7662863" y="3597275"/>
          <p14:tracePt t="45299" x="7650163" y="3605213"/>
          <p14:tracePt t="45307" x="7637463" y="3609975"/>
          <p14:tracePt t="45315" x="7616825" y="3617913"/>
          <p14:tracePt t="45323" x="7613650" y="3622675"/>
          <p14:tracePt t="45331" x="7593013" y="3630613"/>
          <p14:tracePt t="45338" x="7588250" y="3635375"/>
          <p14:tracePt t="45348" x="7567613" y="3643313"/>
          <p14:tracePt t="45355" x="7562850" y="3646488"/>
          <p14:tracePt t="45363" x="7551738" y="3656013"/>
          <p14:tracePt t="45371" x="7531100" y="3659188"/>
          <p14:tracePt t="45379" x="7513638" y="3671888"/>
          <p14:tracePt t="45388" x="7500938" y="3679825"/>
          <p14:tracePt t="45395" x="7480300" y="3692525"/>
          <p14:tracePt t="45404" x="7464425" y="3697288"/>
          <p14:tracePt t="45410" x="7443788" y="3708400"/>
          <p14:tracePt t="45419" x="7427913" y="3717925"/>
          <p14:tracePt t="45427" x="7407275" y="3729038"/>
          <p14:tracePt t="45435" x="7381875" y="3741738"/>
          <p14:tracePt t="45444" x="7366000" y="3754438"/>
          <p14:tracePt t="45451" x="7332663" y="3770313"/>
          <p14:tracePt t="45460" x="7304088" y="3783013"/>
          <p14:tracePt t="45466" x="7270750" y="3795713"/>
          <p14:tracePt t="45476" x="7232650" y="3816350"/>
          <p14:tracePt t="45483" x="7204075" y="3829050"/>
          <p14:tracePt t="45491" x="7154863" y="3841750"/>
          <p14:tracePt t="45499" x="7118350" y="3857625"/>
          <p14:tracePt t="45507" x="7072313" y="3878263"/>
          <p14:tracePt t="45515" x="7035800" y="3895725"/>
          <p14:tracePt t="45523" x="6994525" y="3919538"/>
          <p14:tracePt t="45530" x="6956425" y="3940175"/>
          <p14:tracePt t="45539" x="6911975" y="3952875"/>
          <p14:tracePt t="45547" x="6873875" y="3968750"/>
          <p14:tracePt t="45555" x="6824663" y="4002088"/>
          <p14:tracePt t="45563" x="6775450" y="4014788"/>
          <p14:tracePt t="45573" x="6724650" y="4040188"/>
          <p14:tracePt t="45580" x="6675438" y="4056063"/>
          <p14:tracePt t="45587" x="6626225" y="4089400"/>
          <p14:tracePt t="45593" x="6572250" y="4113213"/>
          <p14:tracePt t="45602" x="6535738" y="4125913"/>
          <p14:tracePt t="45609" x="6486525" y="4138613"/>
          <p14:tracePt t="45616" x="6440488" y="4167188"/>
          <p14:tracePt t="45625" x="6411913" y="4179888"/>
          <p14:tracePt t="45633" x="6362700" y="4192588"/>
          <p14:tracePt t="45643" x="6316663" y="4205288"/>
          <p14:tracePt t="45649" x="6267450" y="4216400"/>
          <p14:tracePt t="45657" x="6229350" y="4229100"/>
          <p14:tracePt t="45666" x="6180138" y="4241800"/>
          <p14:tracePt t="45673" x="6143625" y="4254500"/>
          <p14:tracePt t="45681" x="6102350" y="4275138"/>
          <p14:tracePt t="45690" x="6064250" y="4287838"/>
          <p14:tracePt t="45698" x="6019800" y="4300538"/>
          <p14:tracePt t="45706" x="5981700" y="4316413"/>
          <p14:tracePt t="45713" x="5940425" y="4329113"/>
          <p14:tracePt t="45722" x="5891213" y="4349750"/>
          <p14:tracePt t="45729" x="5842000" y="4365625"/>
          <p14:tracePt t="45736" x="5792788" y="4391025"/>
          <p14:tracePt t="45745" x="5722938" y="4414838"/>
          <p14:tracePt t="45754" x="5681663" y="4435475"/>
          <p14:tracePt t="45761" x="5618163" y="4452938"/>
          <p14:tracePt t="45769" x="5568950" y="4473575"/>
          <p14:tracePt t="45777" x="5499100" y="4489450"/>
          <p14:tracePt t="45785" x="5449888" y="4497388"/>
          <p14:tracePt t="45793" x="5395913" y="4514850"/>
          <p14:tracePt t="45800" x="5338763" y="4527550"/>
          <p14:tracePt t="45809" x="5276850" y="4538663"/>
          <p14:tracePt t="45817" x="5222875" y="4559300"/>
          <p14:tracePt t="45825" x="5164138" y="4572000"/>
          <p14:tracePt t="45833" x="5102225" y="4589463"/>
          <p14:tracePt t="45841" x="5049838" y="4610100"/>
          <p14:tracePt t="45849" x="4987925" y="4621213"/>
          <p14:tracePt t="45857" x="4941888" y="4646613"/>
          <p14:tracePt t="45865" x="4879975" y="4659313"/>
          <p14:tracePt t="45872" x="4826000" y="4684713"/>
          <p14:tracePt t="45881" x="4764088" y="4713288"/>
          <p14:tracePt t="45889" x="4706938" y="4737100"/>
          <p14:tracePt t="45897" x="4652963" y="4749800"/>
          <p14:tracePt t="45906" x="4591050" y="4775200"/>
          <p14:tracePt t="45912" x="4529138" y="4811713"/>
          <p14:tracePt t="45922" x="4471988" y="4832350"/>
          <p14:tracePt t="45929" x="4421188" y="4857750"/>
          <p14:tracePt t="45937" x="4371975" y="4886325"/>
          <p14:tracePt t="45945" x="4322763" y="4899025"/>
          <p14:tracePt t="45953" x="4273550" y="4932363"/>
          <p14:tracePt t="45961" x="4232275" y="4956175"/>
          <p14:tracePt t="45969" x="4186238" y="4973638"/>
          <p14:tracePt t="45978" x="4149725" y="4994275"/>
          <p14:tracePt t="45985" x="4108450" y="5010150"/>
          <p14:tracePt t="45993" x="4070350" y="5022850"/>
          <p14:tracePt t="46001" x="4025900" y="5043488"/>
          <p14:tracePt t="46009" x="3995738" y="5056188"/>
          <p14:tracePt t="46017" x="3963988" y="5067300"/>
          <p14:tracePt t="46025" x="3925888" y="5072063"/>
          <p14:tracePt t="46033" x="3902075" y="5084763"/>
          <p14:tracePt t="46041" x="3876675" y="5092700"/>
          <p14:tracePt t="46049" x="3860800" y="5105400"/>
          <p14:tracePt t="46057" x="3835400" y="5108575"/>
          <p14:tracePt t="46065" x="3810000" y="5121275"/>
          <p14:tracePt t="46073" x="3789363" y="5133975"/>
          <p14:tracePt t="46081" x="3765550" y="5146675"/>
          <p14:tracePt t="46089" x="3748088" y="5154613"/>
          <p14:tracePt t="46097" x="3727450" y="5154613"/>
          <p14:tracePt t="46106" x="3711575" y="5159375"/>
          <p14:tracePt t="46113" x="3686175" y="5172075"/>
          <p14:tracePt t="46122" x="3665538" y="5183188"/>
          <p14:tracePt t="46129" x="3649663" y="5192713"/>
          <p14:tracePt t="46138" x="3629025" y="5195888"/>
          <p14:tracePt t="46145" x="3603625" y="5203825"/>
          <p14:tracePt t="46153" x="3587750" y="5208588"/>
          <p14:tracePt t="46162" x="3567113" y="5216525"/>
          <p14:tracePt t="46169" x="3554413" y="5229225"/>
          <p14:tracePt t="46177" x="3530600" y="5241925"/>
          <p14:tracePt t="46185" x="3505200" y="5245100"/>
          <p14:tracePt t="46193" x="3489325" y="5254625"/>
          <p14:tracePt t="46201" x="3476625" y="5257800"/>
          <p14:tracePt t="46209" x="3455988" y="5265738"/>
          <p14:tracePt t="46217" x="3438525" y="5270500"/>
          <p14:tracePt t="46225" x="3417888" y="5278438"/>
          <p14:tracePt t="46233" x="3406775" y="5283200"/>
          <p14:tracePt t="46241" x="3389313" y="5291138"/>
          <p14:tracePt t="46249" x="3368675" y="5303838"/>
          <p14:tracePt t="46257" x="3352800" y="5316538"/>
          <p14:tracePt t="46265" x="3332163" y="5319713"/>
          <p14:tracePt t="46272" x="3314700" y="5332413"/>
          <p14:tracePt t="46281" x="3303588" y="5340350"/>
          <p14:tracePt t="46289" x="3278188" y="5345113"/>
          <p14:tracePt t="46297" x="3252788" y="5365750"/>
          <p14:tracePt t="46306" x="3232150" y="5368925"/>
          <p14:tracePt t="46313" x="3208338" y="5389563"/>
          <p14:tracePt t="46321" x="3182938" y="5402263"/>
          <p14:tracePt t="46329" x="3170238" y="5407025"/>
          <p14:tracePt t="46337" x="3154363" y="5414963"/>
          <p14:tracePt t="46345" x="3133725" y="5427663"/>
          <p14:tracePt t="46354" x="3108325" y="5440363"/>
          <p14:tracePt t="46361" x="3092450" y="5451475"/>
          <p14:tracePt t="46369" x="3079750" y="5456238"/>
          <p14:tracePt t="46377" x="3054350" y="5468938"/>
          <p14:tracePt t="46385" x="3030538" y="5476875"/>
          <p14:tracePt t="46393" x="3017838" y="5481638"/>
          <p14:tracePt t="46401" x="2997200" y="5492750"/>
          <p14:tracePt t="46409" x="2981325" y="5505450"/>
          <p14:tracePt t="46417" x="2960688" y="5513388"/>
          <p14:tracePt t="46425" x="2943225" y="5530850"/>
          <p14:tracePt t="46433" x="2930525" y="5538788"/>
          <p14:tracePt t="46441" x="2919413" y="5543550"/>
          <p14:tracePt t="46449" x="2906713" y="5551488"/>
          <p14:tracePt t="46457" x="2898775" y="5564188"/>
          <p14:tracePt t="46465" x="2886075" y="5567363"/>
          <p14:tracePt t="46473" x="2881313" y="5576888"/>
          <p14:tracePt t="46481" x="2873375" y="5580063"/>
          <p14:tracePt t="46489" x="2868613" y="5588000"/>
          <p14:tracePt t="46494" x="2857500" y="5592763"/>
          <p14:tracePt t="46504" x="2847975" y="5600700"/>
          <p14:tracePt t="46511" x="2847975" y="5605463"/>
          <p14:tracePt t="46519" x="2844800" y="5613400"/>
          <p14:tracePt t="46528" x="2836863" y="5618163"/>
          <p14:tracePt t="46537" x="2836863" y="5626100"/>
          <p14:tracePt t="46543" x="2832100" y="5629275"/>
          <p14:tracePt t="46551" x="2832100" y="5638800"/>
          <p14:tracePt t="46559" x="2824163" y="5638800"/>
          <p14:tracePt t="46567" x="2819400" y="5641975"/>
          <p14:tracePt t="46575" x="2819400" y="5649913"/>
          <p14:tracePt t="46583" x="2811463" y="5649913"/>
          <p14:tracePt t="46592" x="2811463" y="5654675"/>
          <p14:tracePt t="46607" x="2806700" y="5654675"/>
          <p14:tracePt t="47332" x="2806700" y="5662613"/>
          <p14:tracePt t="47341" x="2806700" y="5667375"/>
          <p14:tracePt t="47351" x="2811463" y="5667375"/>
          <p14:tracePt t="47357" x="2816225" y="5680075"/>
          <p14:tracePt t="47365" x="2827338" y="5700713"/>
          <p14:tracePt t="47374" x="2847975" y="5711825"/>
          <p14:tracePt t="47381" x="2865438" y="5737225"/>
          <p14:tracePt t="47390" x="2901950" y="5773738"/>
          <p14:tracePt t="47397" x="2927350" y="5824538"/>
          <p14:tracePt t="47406" x="2984500" y="5876925"/>
          <p14:tracePt t="47412" x="3038475" y="5948363"/>
          <p14:tracePt t="47421" x="3108325" y="6026150"/>
          <p14:tracePt t="47430" x="3187700" y="6121400"/>
          <p14:tracePt t="47436" x="3273425" y="6219825"/>
          <p14:tracePt t="47445" x="3386138" y="6323013"/>
          <p14:tracePt t="47453" x="3509963" y="6410325"/>
          <p14:tracePt t="47461" x="3629025" y="6510338"/>
          <p14:tracePt t="47469" x="3744913" y="6592888"/>
          <p14:tracePt t="47476" x="3868738" y="6683375"/>
          <p14:tracePt t="47485" x="3992563" y="6769100"/>
          <p14:tracePt t="47493" x="4111625" y="6840538"/>
          <p14:tracePt t="47501" x="4227513" y="6892925"/>
          <p14:tracePt t="47509" x="4338638" y="6943725"/>
          <p14:tracePt t="47517" x="4438650" y="6988175"/>
          <p14:tracePt t="47525" x="4537075" y="7026275"/>
          <p14:tracePt t="47533" x="4624388" y="7054850"/>
          <p14:tracePt t="47542" x="4699000" y="7075488"/>
          <p14:tracePt t="47549" x="4748213" y="7080250"/>
          <p14:tracePt t="47557" x="4772025" y="7088188"/>
          <p14:tracePt t="47565" x="4797425" y="7088188"/>
          <p14:tracePt t="47574" x="4810125" y="7088188"/>
          <p14:tracePt t="47581" x="4822825" y="7083425"/>
          <p14:tracePt t="47590" x="4833938" y="7083425"/>
          <p14:tracePt t="47597" x="4843463" y="7075488"/>
          <p14:tracePt t="47605" x="4854575" y="7070725"/>
          <p14:tracePt t="47613" x="4859338" y="7070725"/>
          <p14:tracePt t="47622" x="4867275" y="7070725"/>
          <p14:tracePt t="47717" x="4872038" y="7070725"/>
          <p14:tracePt t="47805" x="4872038" y="7062788"/>
          <p14:tracePt t="47821" x="4867275" y="7059613"/>
          <p14:tracePt t="47829" x="4854575" y="7050088"/>
          <p14:tracePt t="47837" x="4826000" y="7038975"/>
          <p14:tracePt t="47845" x="4789488" y="7034213"/>
          <p14:tracePt t="47853" x="4743450" y="7021513"/>
          <p14:tracePt t="47862" x="4694238" y="7008813"/>
          <p14:tracePt t="47869" x="4645025" y="7008813"/>
          <p14:tracePt t="47877" x="4595813" y="7000875"/>
          <p14:tracePt t="47885" x="4545013" y="7000875"/>
          <p14:tracePt t="47893" x="4492625" y="6997700"/>
          <p14:tracePt t="47907" x="4441825" y="6997700"/>
          <p14:tracePt t="47911" x="4379913" y="6997700"/>
          <p14:tracePt t="47917" x="4322763" y="6997700"/>
          <p14:tracePt t="47924" x="4268788" y="6997700"/>
          <p14:tracePt t="47933" x="4198938" y="6997700"/>
          <p14:tracePt t="47941" x="4137025" y="6997700"/>
          <p14:tracePt t="47949" x="4083050" y="6997700"/>
          <p14:tracePt t="47959" x="4025900" y="6997700"/>
          <p14:tracePt t="47964" x="3959225" y="6997700"/>
          <p14:tracePt t="47974" x="3889375" y="6997700"/>
          <p14:tracePt t="47981" x="3822700" y="6997700"/>
          <p14:tracePt t="47989" x="3760788" y="6997700"/>
          <p14:tracePt t="47997" x="3703638" y="6997700"/>
          <p14:tracePt t="48006" x="3662363" y="6997700"/>
          <p14:tracePt t="48013" x="3613150" y="6997700"/>
          <p14:tracePt t="48019" x="3575050" y="6997700"/>
          <p14:tracePt t="48029" x="3538538" y="6997700"/>
          <p14:tracePt t="48037" x="3500438" y="6997700"/>
          <p14:tracePt t="48045" x="3463925" y="6997700"/>
          <p14:tracePt t="48053" x="3438525" y="6997700"/>
          <p14:tracePt t="48060" x="3414713" y="6988175"/>
          <p14:tracePt t="48068" x="3376613" y="6988175"/>
          <p14:tracePt t="48077" x="3352800" y="6988175"/>
          <p14:tracePt t="48085" x="3319463" y="6988175"/>
          <p14:tracePt t="48093" x="3290888" y="6985000"/>
          <p14:tracePt t="48102" x="3241675" y="6977063"/>
          <p14:tracePt t="48109" x="3190875" y="6977063"/>
          <p14:tracePt t="48117" x="3133725" y="6977063"/>
          <p14:tracePt t="48125" x="3071813" y="6964363"/>
          <p14:tracePt t="48131" x="3017838" y="6951663"/>
          <p14:tracePt t="48141" x="2981325" y="6938963"/>
          <p14:tracePt t="48149" x="2947988" y="6935788"/>
          <p14:tracePt t="48158" x="2906713" y="6926263"/>
          <p14:tracePt t="48165" x="2873375" y="6923088"/>
          <p14:tracePt t="48171" x="2836863" y="6923088"/>
          <p14:tracePt t="48179" x="2798763" y="6915150"/>
          <p14:tracePt t="48190" x="2774950" y="6915150"/>
          <p14:tracePt t="48198" x="2749550" y="6915150"/>
          <p14:tracePt t="48205" x="2724150" y="6910388"/>
          <p14:tracePt t="48214" x="2700338" y="6910388"/>
          <p14:tracePt t="48220" x="2674938" y="6902450"/>
          <p14:tracePt t="48227" x="2659063" y="6897688"/>
          <p14:tracePt t="48236" x="2646363" y="6897688"/>
          <p14:tracePt t="48245" x="2625725" y="6897688"/>
          <p14:tracePt t="48251" x="2613025" y="6897688"/>
          <p14:tracePt t="48259" x="2600325" y="6897688"/>
          <p14:tracePt t="48267" x="2589213" y="6897688"/>
          <p14:tracePt t="48275" x="2576513" y="6897688"/>
          <p14:tracePt t="48283" x="2563813" y="6897688"/>
          <p14:tracePt t="48291" x="2551113" y="6889750"/>
          <p14:tracePt t="48299" x="2538413" y="6889750"/>
          <p14:tracePt t="48308" x="2535238" y="6889750"/>
          <p14:tracePt t="48315" x="2527300" y="6889750"/>
          <p14:tracePt t="48331" x="2522538" y="6889750"/>
          <p14:tracePt t="48341" x="2514600" y="6889750"/>
          <p14:tracePt t="48371" x="2509838" y="6889750"/>
          <p14:tracePt t="48964" x="2501900" y="6889750"/>
          <p14:tracePt t="48971" x="2486025" y="6889750"/>
          <p14:tracePt t="48979" x="2465388" y="6889750"/>
          <p14:tracePt t="48987" x="2452688" y="6889750"/>
          <p14:tracePt t="48994" x="2427288" y="6889750"/>
          <p14:tracePt t="49004" x="2403475" y="6889750"/>
          <p14:tracePt t="49011" x="2378075" y="6889750"/>
          <p14:tracePt t="49017" x="2352675" y="6889750"/>
          <p14:tracePt t="49026" x="2324100" y="6889750"/>
          <p14:tracePt t="49033" x="2300288" y="6889750"/>
          <p14:tracePt t="49042" x="2262188" y="6889750"/>
          <p14:tracePt t="49049" x="2228850" y="6889750"/>
          <p14:tracePt t="49058" x="2200275" y="6884988"/>
          <p14:tracePt t="49067" x="2179638" y="6877050"/>
          <p14:tracePt t="49073" x="2166938" y="6877050"/>
          <p14:tracePt t="49081" x="2155825" y="6877050"/>
          <p14:tracePt t="49088" x="2143125" y="6877050"/>
          <p14:tracePt t="49105" x="2143125" y="6872288"/>
          <p14:tracePt t="49529" x="2138363" y="6872288"/>
          <p14:tracePt t="49713" x="2143125" y="6872288"/>
          <p14:tracePt t="49721" x="2155825" y="6872288"/>
          <p14:tracePt t="49729" x="2171700" y="6872288"/>
          <p14:tracePt t="49737" x="2192338" y="6877050"/>
          <p14:tracePt t="49745" x="2217738" y="6881813"/>
          <p14:tracePt t="49753" x="2259013" y="6889750"/>
          <p14:tracePt t="49758" x="2295525" y="6892925"/>
          <p14:tracePt t="49767" x="2341563" y="6905625"/>
          <p14:tracePt t="49777" x="2390775" y="6905625"/>
          <p14:tracePt t="49785" x="2432050" y="6905625"/>
          <p14:tracePt t="49793" x="2489200" y="6915150"/>
          <p14:tracePt t="49799" x="2527300" y="6918325"/>
          <p14:tracePt t="49807" x="2555875" y="6926263"/>
          <p14:tracePt t="49815" x="2576513" y="6931025"/>
          <p14:tracePt t="49824" x="2589213" y="6931025"/>
          <p14:tracePt t="49831" x="2592388" y="6931025"/>
          <p14:tracePt t="50055" x="2589213" y="6931025"/>
          <p14:tracePt t="50175" x="2584450" y="6931025"/>
          <p14:tracePt t="50279" x="2576513" y="6931025"/>
          <p14:tracePt t="50311" x="2571750" y="6931025"/>
          <p14:tracePt t="50327" x="2563813" y="6938963"/>
          <p14:tracePt t="50333" x="2559050" y="6938963"/>
          <p14:tracePt t="50341" x="2547938" y="6938963"/>
          <p14:tracePt t="50349" x="2535238" y="6938963"/>
          <p14:tracePt t="50357" x="2527300" y="6938963"/>
          <p14:tracePt t="50365" x="2509838" y="6938963"/>
          <p14:tracePt t="50374" x="2489200" y="6938963"/>
          <p14:tracePt t="50381" x="2473325" y="6938963"/>
          <p14:tracePt t="50389" x="2452688" y="6938963"/>
          <p14:tracePt t="50396" x="2439988" y="6938963"/>
          <p14:tracePt t="50406" x="2424113" y="6938963"/>
          <p14:tracePt t="50413" x="2403475" y="6935788"/>
          <p14:tracePt t="50421" x="2390775" y="6935788"/>
          <p14:tracePt t="50429" x="2378075" y="6935788"/>
          <p14:tracePt t="50437" x="2365375" y="6926263"/>
          <p14:tracePt t="50444" x="2362200" y="6926263"/>
          <p14:tracePt t="50453" x="2352675" y="6926263"/>
          <p14:tracePt t="50485" x="2349500" y="6926263"/>
          <p14:tracePt t="50701" x="2357438" y="6926263"/>
          <p14:tracePt t="50709" x="2370138" y="6926263"/>
          <p14:tracePt t="50717" x="2382838" y="6926263"/>
          <p14:tracePt t="50725" x="2403475" y="6926263"/>
          <p14:tracePt t="50733" x="2419350" y="6926263"/>
          <p14:tracePt t="50741" x="2432050" y="6926263"/>
          <p14:tracePt t="50749" x="2452688" y="6926263"/>
          <p14:tracePt t="50757" x="2468563" y="6926263"/>
          <p14:tracePt t="50766" x="2489200" y="6926263"/>
          <p14:tracePt t="50773" x="2506663" y="6931025"/>
          <p14:tracePt t="50782" x="2527300" y="6931025"/>
          <p14:tracePt t="50791" x="2538413" y="6931025"/>
          <p14:tracePt t="50798" x="2543175" y="6931025"/>
          <p14:tracePt t="50813" x="2551113" y="6931025"/>
          <p14:tracePt t="50971" x="2538413" y="6931025"/>
          <p14:tracePt t="50979" x="2527300" y="6931025"/>
          <p14:tracePt t="50987" x="2509838" y="6931025"/>
          <p14:tracePt t="50995" x="2489200" y="6931025"/>
          <p14:tracePt t="51002" x="2473325" y="6926263"/>
          <p14:tracePt t="51011" x="2452688" y="6926263"/>
          <p14:tracePt t="51019" x="2427288" y="6923088"/>
          <p14:tracePt t="51028" x="2424113" y="6915150"/>
          <p14:tracePt t="51037" x="2403475" y="6915150"/>
          <p14:tracePt t="51045" x="2398713" y="6915150"/>
          <p14:tracePt t="51051" x="2390775" y="6910388"/>
          <p14:tracePt t="51059" x="2386013" y="6910388"/>
          <p14:tracePt t="51147" x="2386013" y="6902450"/>
          <p14:tracePt t="51155" x="2393950" y="6902450"/>
          <p14:tracePt t="51163" x="2406650" y="6897688"/>
          <p14:tracePt t="51171" x="2419350" y="6897688"/>
          <p14:tracePt t="51178" x="2432050" y="6897688"/>
          <p14:tracePt t="51187" x="2439988" y="6897688"/>
          <p14:tracePt t="51195" x="2444750" y="6897688"/>
          <p14:tracePt t="51203" x="2455863" y="6897688"/>
          <p14:tracePt t="51212" x="2468563" y="6897688"/>
          <p14:tracePt t="51219" x="2476500" y="6897688"/>
          <p14:tracePt t="51226" x="2489200" y="6897688"/>
          <p14:tracePt t="51244" x="2493963" y="6897688"/>
          <p14:tracePt t="51897" x="2489200" y="6897688"/>
          <p14:tracePt t="51922" x="2486025" y="6897688"/>
          <p14:tracePt t="51953" x="2476500" y="6897688"/>
          <p14:tracePt t="52280" x="2473325" y="6897688"/>
          <p14:tracePt t="53827" x="2465388" y="6897688"/>
          <p14:tracePt t="53835" x="2465388" y="6902450"/>
          <p14:tracePt t="53907" x="2460625" y="6902450"/>
          <p14:tracePt t="54441" x="2452688" y="6902450"/>
          <p14:tracePt t="54465" x="2447925" y="6902450"/>
          <p14:tracePt t="54481" x="2439988" y="6902450"/>
          <p14:tracePt t="54505" x="2435225" y="6902450"/>
          <p14:tracePt t="54530" x="2435225" y="6905625"/>
          <p14:tracePt t="54537" x="2427288" y="6905625"/>
          <p14:tracePt t="54569" x="2424113" y="6905625"/>
          <p14:tracePt t="55016" x="2414588" y="6918325"/>
          <p14:tracePt t="55023" x="2414588" y="6938963"/>
          <p14:tracePt t="55032" x="2411413" y="6951663"/>
          <p14:tracePt t="55039" x="2403475" y="6967538"/>
          <p14:tracePt t="55047" x="2398713" y="6988175"/>
          <p14:tracePt t="55055" x="2398713" y="7005638"/>
          <p14:tracePt t="55065" x="2390775" y="7018338"/>
          <p14:tracePt t="55071" x="2390775" y="7026275"/>
          <p14:tracePt t="55079" x="2390775" y="7038975"/>
          <p14:tracePt t="55087" x="2390775" y="7042150"/>
          <p14:tracePt t="55095" x="2390775" y="7054850"/>
          <p14:tracePt t="55103" x="2390775" y="7062788"/>
          <p14:tracePt t="55111" x="2390775" y="7075488"/>
          <p14:tracePt t="55119" x="2390775" y="7088188"/>
          <p14:tracePt t="55127" x="2390775" y="7091363"/>
          <p14:tracePt t="55135" x="2390775" y="7100888"/>
          <p14:tracePt t="55143" x="2390775" y="7104063"/>
          <p14:tracePt t="55151" x="2390775" y="7112000"/>
          <p14:tracePt t="55159" x="2390775" y="7116763"/>
          <p14:tracePt t="55175" x="2393950" y="7116763"/>
          <p14:tracePt t="55207" x="2393950" y="7124700"/>
          <p14:tracePt t="55224" x="2393950" y="7129463"/>
          <p14:tracePt t="55231" x="2393950" y="7137400"/>
          <p14:tracePt t="55239" x="2393950" y="7142163"/>
          <p14:tracePt t="55248" x="2393950" y="7153275"/>
          <p14:tracePt t="55255" x="2393950" y="7165975"/>
          <p14:tracePt t="55265" x="2393950" y="7173913"/>
          <p14:tracePt t="55271" x="2393950" y="7191375"/>
          <p14:tracePt t="55280" x="2393950" y="7212013"/>
          <p14:tracePt t="55286" x="2390775" y="7248525"/>
          <p14:tracePt t="55295" x="2373313" y="7297738"/>
          <p14:tracePt t="55303" x="2349500" y="7361238"/>
          <p14:tracePt t="55309" x="2316163" y="7434263"/>
          <p14:tracePt t="55319" x="2279650" y="7496175"/>
          <p14:tracePt t="95119" x="1882775" y="7281863"/>
          <p14:tracePt t="95127" x="1792288" y="7145338"/>
          <p14:tracePt t="95136" x="1697038" y="7013575"/>
          <p14:tracePt t="95142" x="1606550" y="6915150"/>
          <p14:tracePt t="95151" x="1511300" y="6810375"/>
          <p14:tracePt t="95159" x="1431925" y="6737350"/>
          <p14:tracePt t="95169" x="1358900" y="6675438"/>
          <p14:tracePt t="95177" x="1287463" y="6616700"/>
          <p14:tracePt t="95186" x="1225550" y="6575425"/>
          <p14:tracePt t="95191" x="1163638" y="6551613"/>
          <p14:tracePt t="95202" x="1114425" y="6538913"/>
          <p14:tracePt t="95207" x="1073150" y="6526213"/>
          <p14:tracePt t="95215" x="1036638" y="6513513"/>
          <p14:tracePt t="95223" x="1016000" y="6500813"/>
          <p14:tracePt t="95231" x="998538" y="6489700"/>
          <p14:tracePt t="95241" x="977900" y="6489700"/>
          <p14:tracePt t="95247" x="966788" y="6489700"/>
          <p14:tracePt t="95255" x="962025" y="6489700"/>
          <p14:tracePt t="95263" x="962025" y="6480175"/>
          <p14:tracePt t="95271" x="954088" y="6480175"/>
          <p14:tracePt t="95319" x="954088" y="6464300"/>
          <p14:tracePt t="95329" x="954088" y="6418263"/>
          <p14:tracePt t="95336" x="949325" y="6327775"/>
          <p14:tracePt t="95344" x="925513" y="6196013"/>
          <p14:tracePt t="95352" x="912813" y="6034088"/>
          <p14:tracePt t="95359" x="887413" y="5861050"/>
          <p14:tracePt t="95368" x="854075" y="5700713"/>
          <p14:tracePt t="95377" x="817563" y="5526088"/>
          <p14:tracePt t="95384" x="788988" y="5373688"/>
          <p14:tracePt t="95391" x="776288" y="5216525"/>
          <p14:tracePt t="95399" x="763588" y="5067300"/>
          <p14:tracePt t="95407" x="755650" y="4932363"/>
          <p14:tracePt t="95416" x="755650" y="4795838"/>
          <p14:tracePt t="95423" x="755650" y="4654550"/>
          <p14:tracePt t="95431" x="755650" y="4522788"/>
          <p14:tracePt t="95439" x="768350" y="4373563"/>
          <p14:tracePt t="95447" x="781050" y="4238625"/>
          <p14:tracePt t="95455" x="796925" y="4110038"/>
          <p14:tracePt t="95463" x="804863" y="4027488"/>
          <p14:tracePt t="95471" x="809625" y="3978275"/>
          <p14:tracePt t="95479" x="809625" y="3960813"/>
          <p14:tracePt t="95495" x="871538" y="3960813"/>
          <p14:tracePt t="95791" x="915988" y="3960813"/>
          <p14:tracePt t="95796" x="941388" y="3960813"/>
          <p14:tracePt t="95804" x="941388" y="3952875"/>
          <p14:tracePt t="95813" x="941388" y="3948113"/>
          <p14:tracePt t="95821" x="941388" y="3940175"/>
          <p14:tracePt t="95829" x="941388" y="3927475"/>
          <p14:tracePt t="95837" x="936625" y="3890963"/>
          <p14:tracePt t="95845" x="925513" y="3813175"/>
          <p14:tracePt t="95853" x="904875" y="3687763"/>
          <p14:tracePt t="95861" x="854075" y="3556000"/>
          <p14:tracePt t="95868" x="804863" y="3403600"/>
          <p14:tracePt t="95877" x="742950" y="3230563"/>
          <p14:tracePt t="95885" x="677863" y="3048000"/>
          <p14:tracePt t="95893" x="590550" y="2882900"/>
          <p14:tracePt t="95901" x="495300" y="2676525"/>
          <p14:tracePt t="95920" x="284163" y="2292350"/>
          <p14:tracePt t="95925" x="180975" y="2139950"/>
          <p14:tracePt t="95933" x="82550" y="1995488"/>
          <p14:tracePt t="95941" x="0" y="1841500"/>
        </p14:tracePtLst>
      </p14:laserTraceLst>
    </p:ext>
  </p:extLs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3FA4DDC8-1D0B-4B83-8CF0-4F24D54506BB}" type="slidenum">
              <a:rPr lang="nb-NO" smtClean="0"/>
              <a:pPr/>
              <a:t>42</a:t>
            </a:fld>
            <a:endParaRPr lang="nb-NO"/>
          </a:p>
        </p:txBody>
      </p:sp>
      <p:pic>
        <p:nvPicPr>
          <p:cNvPr id="3" name="Picture 2"/>
          <p:cNvPicPr>
            <a:picLocks noChangeAspect="1"/>
          </p:cNvPicPr>
          <p:nvPr/>
        </p:nvPicPr>
        <p:blipFill>
          <a:blip r:embed="rId2"/>
          <a:stretch>
            <a:fillRect/>
          </a:stretch>
        </p:blipFill>
        <p:spPr>
          <a:xfrm>
            <a:off x="1764234" y="36215"/>
            <a:ext cx="5040560" cy="3456384"/>
          </a:xfrm>
          <a:prstGeom prst="rect">
            <a:avLst/>
          </a:prstGeom>
        </p:spPr>
      </p:pic>
      <p:pic>
        <p:nvPicPr>
          <p:cNvPr id="4" name="Picture 3"/>
          <p:cNvPicPr>
            <a:picLocks noChangeAspect="1"/>
          </p:cNvPicPr>
          <p:nvPr/>
        </p:nvPicPr>
        <p:blipFill>
          <a:blip r:embed="rId3"/>
          <a:stretch>
            <a:fillRect/>
          </a:stretch>
        </p:blipFill>
        <p:spPr>
          <a:xfrm>
            <a:off x="2124274" y="3564607"/>
            <a:ext cx="4867547" cy="3168352"/>
          </a:xfrm>
          <a:prstGeom prst="rect">
            <a:avLst/>
          </a:prstGeom>
        </p:spPr>
      </p:pic>
      <p:sp>
        <p:nvSpPr>
          <p:cNvPr id="5" name="TextBox 4"/>
          <p:cNvSpPr txBox="1"/>
          <p:nvPr/>
        </p:nvSpPr>
        <p:spPr>
          <a:xfrm>
            <a:off x="6804794" y="2052439"/>
            <a:ext cx="2898742" cy="1015663"/>
          </a:xfrm>
          <a:prstGeom prst="rect">
            <a:avLst/>
          </a:prstGeom>
          <a:noFill/>
        </p:spPr>
        <p:txBody>
          <a:bodyPr wrap="none" rtlCol="0">
            <a:spAutoFit/>
          </a:bodyPr>
          <a:lstStyle/>
          <a:p>
            <a:r>
              <a:rPr lang="nb-NO" dirty="0">
                <a:solidFill>
                  <a:srgbClr val="FF0000"/>
                </a:solidFill>
              </a:rPr>
              <a:t>Vi kan nå sette disse to </a:t>
            </a:r>
          </a:p>
          <a:p>
            <a:r>
              <a:rPr lang="nb-NO" dirty="0">
                <a:solidFill>
                  <a:srgbClr val="FF0000"/>
                </a:solidFill>
              </a:rPr>
              <a:t>figurene sammen i </a:t>
            </a:r>
          </a:p>
          <a:p>
            <a:r>
              <a:rPr lang="nb-NO" dirty="0">
                <a:solidFill>
                  <a:srgbClr val="FF0000"/>
                </a:solidFill>
              </a:rPr>
              <a:t>et bøttediagram</a:t>
            </a:r>
            <a:endParaRPr lang="en-US" dirty="0" err="1">
              <a:solidFill>
                <a:srgbClr val="FF0000"/>
              </a:solidFill>
            </a:endParaRPr>
          </a:p>
        </p:txBody>
      </p:sp>
    </p:spTree>
    <p:extLst>
      <p:ext uri="{BB962C8B-B14F-4D97-AF65-F5344CB8AC3E}">
        <p14:creationId xmlns:p14="http://schemas.microsoft.com/office/powerpoint/2010/main" val="4029838"/>
      </p:ext>
    </p:extLst>
  </p:cSld>
  <p:clrMapOvr>
    <a:masterClrMapping/>
  </p:clrMapOvr>
  <mc:AlternateContent xmlns:mc="http://schemas.openxmlformats.org/markup-compatibility/2006" xmlns:p14="http://schemas.microsoft.com/office/powerpoint/2010/main">
    <mc:Choice Requires="p14">
      <p:transition spd="slow" p14:dur="2000" advTm="50878"/>
    </mc:Choice>
    <mc:Fallback xmlns="">
      <p:transition spd="slow" advTm="50878"/>
    </mc:Fallback>
  </mc:AlternateContent>
  <p:extLst>
    <p:ext uri="{3A86A75C-4F4B-4683-9AE1-C65F6400EC91}">
      <p14:laserTraceLst xmlns:p14="http://schemas.microsoft.com/office/powerpoint/2010/main">
        <p14:tracePtLst>
          <p14:tracePt t="16484" x="3282950" y="7265988"/>
          <p14:tracePt t="16492" x="3324225" y="7070725"/>
          <p14:tracePt t="16500" x="3360738" y="6861175"/>
          <p14:tracePt t="16508" x="3406775" y="6645275"/>
          <p14:tracePt t="16517" x="3459163" y="6410325"/>
          <p14:tracePt t="16524" x="3521075" y="6105525"/>
          <p14:tracePt t="16532" x="3592513" y="5757863"/>
          <p14:tracePt t="16542" x="3678238" y="5381625"/>
          <p14:tracePt t="16548" x="3778250" y="5026025"/>
          <p14:tracePt t="16556" x="3863975" y="4778375"/>
          <p14:tracePt t="16564" x="3943350" y="4530725"/>
          <p14:tracePt t="16572" x="4016375" y="4329113"/>
          <p14:tracePt t="16580" x="4078288" y="4133850"/>
          <p14:tracePt t="16588" x="4129088" y="3973513"/>
          <p14:tracePt t="16597" x="4165600" y="3821113"/>
          <p14:tracePt t="16605" x="4191000" y="3671888"/>
          <p14:tracePt t="16612" x="4202113" y="3552825"/>
          <p14:tracePt t="16620" x="4214813" y="3429000"/>
          <p14:tracePt t="16628" x="4214813" y="3316288"/>
          <p14:tracePt t="16637" x="4214813" y="3217863"/>
          <p14:tracePt t="16644" x="4214813" y="3138488"/>
          <p14:tracePt t="16653" x="4211638" y="3065463"/>
          <p14:tracePt t="16660" x="4198938" y="2990850"/>
          <p14:tracePt t="16669" x="4186238" y="2916238"/>
          <p14:tracePt t="16675" x="4181475" y="2841625"/>
          <p14:tracePt t="16683" x="4173538" y="2771775"/>
          <p14:tracePt t="16692" x="4173538" y="2692400"/>
          <p14:tracePt t="16700" x="4173538" y="2630488"/>
          <p14:tracePt t="16708" x="4173538" y="2581275"/>
          <p14:tracePt t="16716" x="4173538" y="2524125"/>
          <p14:tracePt t="16724" x="4170363" y="2482850"/>
          <p14:tracePt t="16731" x="4157663" y="2436813"/>
          <p14:tracePt t="16739" x="4137025" y="2370138"/>
          <p14:tracePt t="16750" x="4111625" y="2287588"/>
          <p14:tracePt t="16756" x="4095750" y="2209800"/>
          <p14:tracePt t="16766" x="4070350" y="2114550"/>
          <p14:tracePt t="16772" x="4046538" y="2024063"/>
          <p14:tracePt t="16780" x="4008438" y="1912938"/>
          <p14:tracePt t="16788" x="3984625" y="1804988"/>
          <p14:tracePt t="16796" x="3946525" y="1717675"/>
          <p14:tracePt t="16805" x="3910013" y="1619250"/>
          <p14:tracePt t="16812" x="3860800" y="1528763"/>
          <p14:tracePt t="16820" x="3810000" y="1433513"/>
          <p14:tracePt t="16828" x="3752850" y="1366838"/>
          <p14:tracePt t="16837" x="3686175" y="1292225"/>
          <p14:tracePt t="16844" x="3629025" y="1230313"/>
          <p14:tracePt t="16853" x="3567113" y="1160463"/>
          <p14:tracePt t="16859" x="3513138" y="1085850"/>
          <p14:tracePt t="16870" x="3455988" y="1023938"/>
          <p14:tracePt t="16875" x="3406775" y="969963"/>
          <p14:tracePt t="16884" x="3365500" y="933450"/>
          <p14:tracePt t="16892" x="3319463" y="900113"/>
          <p14:tracePt t="16900" x="3282950" y="876300"/>
          <p14:tracePt t="16921" x="3241675" y="850900"/>
          <p14:tracePt t="16924" x="3221038" y="846138"/>
          <p14:tracePt t="16932" x="3203575" y="838200"/>
          <p14:tracePt t="16940" x="3190875" y="838200"/>
          <p14:tracePt t="16948" x="3179763" y="838200"/>
          <p14:tracePt t="16957" x="3159125" y="838200"/>
          <p14:tracePt t="16964" x="3146425" y="842963"/>
          <p14:tracePt t="16973" x="3128963" y="850900"/>
          <p14:tracePt t="16980" x="3108325" y="863600"/>
          <p14:tracePt t="16988" x="3084513" y="866775"/>
          <p14:tracePt t="16996" x="3059113" y="866775"/>
          <p14:tracePt t="17004" x="3030538" y="892175"/>
          <p14:tracePt t="17012" x="2992438" y="900113"/>
          <p14:tracePt t="17019" x="2968625" y="912813"/>
          <p14:tracePt t="17029" x="2935288" y="925513"/>
          <p14:tracePt t="17037" x="2906713" y="928688"/>
          <p14:tracePt t="17044" x="2860675" y="941388"/>
          <p14:tracePt t="17055" x="2824163" y="954088"/>
          <p14:tracePt t="17060" x="2762250" y="979488"/>
          <p14:tracePt t="17068" x="2708275" y="1011238"/>
          <p14:tracePt t="17076" x="2646363" y="1049338"/>
          <p14:tracePt t="17084" x="2584450" y="1085850"/>
          <p14:tracePt t="17092" x="2514600" y="1123950"/>
          <p14:tracePt t="17100" x="2452688" y="1160463"/>
          <p14:tracePt t="17108" x="2390775" y="1209675"/>
          <p14:tracePt t="17117" x="2336800" y="1250950"/>
          <p14:tracePt t="17124" x="2287588" y="1296988"/>
          <p14:tracePt t="17132" x="2241550" y="1325563"/>
          <p14:tracePt t="17140" x="2200275" y="1371600"/>
          <p14:tracePt t="17148" x="2163763" y="1400175"/>
          <p14:tracePt t="17156" x="2125663" y="1433513"/>
          <p14:tracePt t="17163" x="2093913" y="1462088"/>
          <p14:tracePt t="17171" x="2068513" y="1487488"/>
          <p14:tracePt t="17180" x="2043113" y="1519238"/>
          <p14:tracePt t="17188" x="2027238" y="1544638"/>
          <p14:tracePt t="17194" x="2019300" y="1585913"/>
          <p14:tracePt t="17204" x="2006600" y="1624013"/>
          <p14:tracePt t="17212" x="2001838" y="1673225"/>
          <p14:tracePt t="17219" x="2001838" y="1743075"/>
          <p14:tracePt t="17228" x="2001838" y="1817688"/>
          <p14:tracePt t="17236" x="2001838" y="1871663"/>
          <p14:tracePt t="17242" x="2006600" y="1954213"/>
          <p14:tracePt t="17254" x="2032000" y="2032000"/>
          <p14:tracePt t="17260" x="2060575" y="2106613"/>
          <p14:tracePt t="17269" x="2097088" y="2189163"/>
          <p14:tracePt t="17276" x="2143125" y="2255838"/>
          <p14:tracePt t="17285" x="2192338" y="2328863"/>
          <p14:tracePt t="17290" x="2259013" y="2411413"/>
          <p14:tracePt t="17300" x="2332038" y="2474913"/>
          <p14:tracePt t="17309" x="2427288" y="2536825"/>
          <p14:tracePt t="17314" x="2530475" y="2601913"/>
          <p14:tracePt t="17324" x="2662238" y="2651125"/>
          <p14:tracePt t="17332" x="2816225" y="2701925"/>
          <p14:tracePt t="17338" x="2984500" y="2725738"/>
          <p14:tracePt t="17346" x="3162300" y="2751138"/>
          <p14:tracePt t="17354" x="3360738" y="2784475"/>
          <p14:tracePt t="17362" x="3546475" y="2800350"/>
          <p14:tracePt t="17373" x="3744913" y="2820988"/>
          <p14:tracePt t="17378" x="3943350" y="2846388"/>
          <p14:tracePt t="17387" x="4152900" y="2862263"/>
          <p14:tracePt t="17394" x="4371975" y="2882900"/>
          <p14:tracePt t="17404" x="4595813" y="2900363"/>
          <p14:tracePt t="17412" x="4818063" y="2921000"/>
          <p14:tracePt t="17419" x="5106988" y="2957513"/>
          <p14:tracePt t="17426" x="5313363" y="2973388"/>
          <p14:tracePt t="17434" x="5503863" y="2982913"/>
          <p14:tracePt t="17442" x="5684838" y="2994025"/>
          <p14:tracePt t="17451" x="5834063" y="2994025"/>
          <p14:tracePt t="17458" x="5961063" y="2994025"/>
          <p14:tracePt t="17466" x="6081713" y="2994025"/>
          <p14:tracePt t="17474" x="6180138" y="2994025"/>
          <p14:tracePt t="17482" x="6246813" y="2982913"/>
          <p14:tracePt t="17490" x="6296025" y="2965450"/>
          <p14:tracePt t="17498" x="6329363" y="2957513"/>
          <p14:tracePt t="17506" x="6332538" y="2952750"/>
          <p14:tracePt t="17514" x="6342063" y="2952750"/>
          <p14:tracePt t="17586" x="6337300" y="2952750"/>
          <p14:tracePt t="17594" x="6329363" y="2952750"/>
          <p14:tracePt t="17674" x="6324600" y="2952750"/>
          <p14:tracePt t="17906" x="6303963" y="2952750"/>
          <p14:tracePt t="17914" x="6254750" y="2952750"/>
          <p14:tracePt t="17922" x="6176963" y="2944813"/>
          <p14:tracePt t="17930" x="6069013" y="2932113"/>
          <p14:tracePt t="17938" x="5970588" y="2921000"/>
          <p14:tracePt t="17946" x="5870575" y="2908300"/>
          <p14:tracePt t="17956" x="5772150" y="2903538"/>
          <p14:tracePt t="17962" x="5692775" y="2903538"/>
          <p14:tracePt t="17970" x="5635625" y="2895600"/>
          <p14:tracePt t="17978" x="5607050" y="2890838"/>
          <p14:tracePt t="17986" x="5573713" y="2890838"/>
          <p14:tracePt t="17993" x="5556250" y="2890838"/>
          <p14:tracePt t="18003" x="5545138" y="2890838"/>
          <p14:tracePt t="18010" x="5535613" y="2890838"/>
          <p14:tracePt t="18018" x="5532438" y="2890838"/>
          <p14:tracePt t="18162" x="5494338" y="2890838"/>
          <p14:tracePt t="18170" x="5424488" y="2890838"/>
          <p14:tracePt t="18178" x="5308600" y="2890838"/>
          <p14:tracePt t="18187" x="5153025" y="2870200"/>
          <p14:tracePt t="18193" x="4941888" y="2846388"/>
          <p14:tracePt t="18202" x="4714875" y="2816225"/>
          <p14:tracePt t="18210" x="4467225" y="2795588"/>
          <p14:tracePt t="18219" x="4219575" y="2771775"/>
          <p14:tracePt t="18226" x="4008438" y="2759075"/>
          <p14:tracePt t="18233" x="3814763" y="2754313"/>
          <p14:tracePt t="18242" x="3662363" y="2746375"/>
          <p14:tracePt t="18250" x="3530600" y="2743200"/>
          <p14:tracePt t="18258" x="3427413" y="2743200"/>
          <p14:tracePt t="18266" x="3332163" y="2743200"/>
          <p14:tracePt t="18274" x="3257550" y="2743200"/>
          <p14:tracePt t="18282" x="3203575" y="2751138"/>
          <p14:tracePt t="18290" x="3146425" y="2774950"/>
          <p14:tracePt t="18296" x="3095625" y="2795588"/>
          <p14:tracePt t="18305" x="3079750" y="2808288"/>
          <p14:tracePt t="18313" x="3059113" y="2820988"/>
          <p14:tracePt t="18322" x="3059113" y="2825750"/>
          <p14:tracePt t="18338" x="3059113" y="2833688"/>
          <p14:tracePt t="18352" x="3059113" y="2846388"/>
          <p14:tracePt t="18363" x="3059113" y="2857500"/>
          <p14:tracePt t="18368" x="3059113" y="2862263"/>
          <p14:tracePt t="18378" x="3059113" y="2870200"/>
          <p14:tracePt t="18383" x="3059113" y="2882900"/>
          <p14:tracePt t="18400" x="3059113" y="2887663"/>
          <p14:tracePt t="18408" x="3059113" y="2900363"/>
          <p14:tracePt t="18418" x="3059113" y="2908300"/>
          <p14:tracePt t="18426" x="3046413" y="2921000"/>
          <p14:tracePt t="18432" x="3030538" y="2932113"/>
          <p14:tracePt t="18440" x="3009900" y="2944813"/>
          <p14:tracePt t="18448" x="2992438" y="2957513"/>
          <p14:tracePt t="18456" x="2955925" y="2973388"/>
          <p14:tracePt t="18464" x="2909888" y="2998788"/>
          <p14:tracePt t="18472" x="2857500" y="3024188"/>
          <p14:tracePt t="18480" x="2798763" y="3035300"/>
          <p14:tracePt t="18487" x="2720975" y="3035300"/>
          <p14:tracePt t="18497" x="2613025" y="3035300"/>
          <p14:tracePt t="18505" x="2514600" y="3035300"/>
          <p14:tracePt t="18512" x="2403475" y="3035300"/>
          <p14:tracePt t="18521" x="2300288" y="3027363"/>
          <p14:tracePt t="18528" x="2212975" y="3006725"/>
          <p14:tracePt t="18537" x="2143125" y="2990850"/>
          <p14:tracePt t="18544" x="2093913" y="2970213"/>
          <p14:tracePt t="18553" x="2076450" y="2965450"/>
          <p14:tracePt t="18561" x="2063750" y="2965450"/>
          <p14:tracePt t="18568" x="2055813" y="2957513"/>
          <p14:tracePt t="18576" x="2052638" y="2952750"/>
          <p14:tracePt t="18632" x="2052638" y="2944813"/>
          <p14:tracePt t="18649" x="2052638" y="2941638"/>
          <p14:tracePt t="18664" x="2055813" y="2932113"/>
          <p14:tracePt t="18712" x="2055813" y="2928938"/>
          <p14:tracePt t="18840" x="2068513" y="2921000"/>
          <p14:tracePt t="18848" x="2073275" y="2916238"/>
          <p14:tracePt t="18856" x="2084388" y="2908300"/>
          <p14:tracePt t="18864" x="2097088" y="2903538"/>
          <p14:tracePt t="18872" x="2105025" y="2895600"/>
          <p14:tracePt t="18880" x="2117725" y="2895600"/>
          <p14:tracePt t="18888" x="2122488" y="2895600"/>
          <p14:tracePt t="18904" x="2146300" y="2882900"/>
          <p14:tracePt t="18912" x="2155825" y="2882900"/>
          <p14:tracePt t="18922" x="2166938" y="2882900"/>
          <p14:tracePt t="18928" x="2179638" y="2878138"/>
          <p14:tracePt t="18937" x="2184400" y="2878138"/>
          <p14:tracePt t="18944" x="2192338" y="2878138"/>
          <p14:tracePt t="18953" x="2205038" y="2878138"/>
          <p14:tracePt t="18960" x="2208213" y="2878138"/>
          <p14:tracePt t="18969" x="2220913" y="2870200"/>
          <p14:tracePt t="18977" x="2228850" y="2870200"/>
          <p14:tracePt t="18984" x="2241550" y="2867025"/>
          <p14:tracePt t="18992" x="2259013" y="2857500"/>
          <p14:tracePt t="19000" x="2266950" y="2854325"/>
          <p14:tracePt t="19008" x="2282825" y="2854325"/>
          <p14:tracePt t="19016" x="2290763" y="2846388"/>
          <p14:tracePt t="19024" x="2308225" y="2846388"/>
          <p14:tracePt t="19032" x="2316163" y="2841625"/>
          <p14:tracePt t="19039" x="2332038" y="2841625"/>
          <p14:tracePt t="19048" x="2341563" y="2841625"/>
          <p14:tracePt t="19055" x="2352675" y="2833688"/>
          <p14:tracePt t="19064" x="2365375" y="2833688"/>
          <p14:tracePt t="19072" x="2382838" y="2828925"/>
          <p14:tracePt t="19081" x="2393950" y="2828925"/>
          <p14:tracePt t="19088" x="2414588" y="2820988"/>
          <p14:tracePt t="19096" x="2432050" y="2816225"/>
          <p14:tracePt t="19105" x="2455863" y="2808288"/>
          <p14:tracePt t="19112" x="2481263" y="2805113"/>
          <p14:tracePt t="19120" x="2506663" y="2795588"/>
          <p14:tracePt t="19128" x="2530475" y="2792413"/>
          <p14:tracePt t="19136" x="2551113" y="2779713"/>
          <p14:tracePt t="19144" x="2563813" y="2779713"/>
          <p14:tracePt t="19153" x="2589213" y="2771775"/>
          <p14:tracePt t="19160" x="2600325" y="2759075"/>
          <p14:tracePt t="19168" x="2617788" y="2759075"/>
          <p14:tracePt t="19176" x="2630488" y="2754313"/>
          <p14:tracePt t="19185" x="2641600" y="2754313"/>
          <p14:tracePt t="19191" x="2662238" y="2743200"/>
          <p14:tracePt t="19200" x="2667000" y="2733675"/>
          <p14:tracePt t="19208" x="2687638" y="2730500"/>
          <p14:tracePt t="19216" x="2692400" y="2730500"/>
          <p14:tracePt t="19224" x="2703513" y="2722563"/>
          <p14:tracePt t="19232" x="2713038" y="2717800"/>
          <p14:tracePt t="19240" x="2724150" y="2709863"/>
          <p14:tracePt t="19248" x="2736850" y="2705100"/>
          <p14:tracePt t="19256" x="2749550" y="2705100"/>
          <p14:tracePt t="19264" x="2762250" y="2692400"/>
          <p14:tracePt t="19272" x="2778125" y="2684463"/>
          <p14:tracePt t="19281" x="2790825" y="2684463"/>
          <p14:tracePt t="19287" x="2811463" y="2681288"/>
          <p14:tracePt t="19294" x="2824163" y="2668588"/>
          <p14:tracePt t="19305" x="2840038" y="2660650"/>
          <p14:tracePt t="19310" x="2852738" y="2655888"/>
          <p14:tracePt t="19318" x="2865438" y="2655888"/>
          <p14:tracePt t="19326" x="2886075" y="2643188"/>
          <p14:tracePt t="19336" x="2901950" y="2635250"/>
          <p14:tracePt t="19342" x="2927350" y="2630488"/>
          <p14:tracePt t="19350" x="2951163" y="2609850"/>
          <p14:tracePt t="19358" x="2976563" y="2598738"/>
          <p14:tracePt t="19366" x="3022600" y="2586038"/>
          <p14:tracePt t="19374" x="3051175" y="2573338"/>
          <p14:tracePt t="19382" x="3100388" y="2557463"/>
          <p14:tracePt t="19390" x="3149600" y="2536825"/>
          <p14:tracePt t="19398" x="3208338" y="2511425"/>
          <p14:tracePt t="19406" x="3257550" y="2486025"/>
          <p14:tracePt t="19414" x="3306763" y="2470150"/>
          <p14:tracePt t="19422" x="3355975" y="2449513"/>
          <p14:tracePt t="19430" x="3409950" y="2424113"/>
          <p14:tracePt t="19438" x="3479800" y="2395538"/>
          <p14:tracePt t="19446" x="3554413" y="2370138"/>
          <p14:tracePt t="19456" x="3629025" y="2338388"/>
          <p14:tracePt t="19462" x="3703638" y="2320925"/>
          <p14:tracePt t="19471" x="3781425" y="2287588"/>
          <p14:tracePt t="19478" x="3856038" y="2271713"/>
          <p14:tracePt t="19487" x="3925888" y="2259013"/>
          <p14:tracePt t="19494" x="3992563" y="2246313"/>
          <p14:tracePt t="19502" x="4041775" y="2238375"/>
          <p14:tracePt t="19510" x="4090988" y="2225675"/>
          <p14:tracePt t="19519" x="4116388" y="2222500"/>
          <p14:tracePt t="19527" x="4137025" y="2214563"/>
          <p14:tracePt t="19534" x="4140200" y="2214563"/>
          <p14:tracePt t="19550" x="4140200" y="2209800"/>
          <p14:tracePt t="19622" x="4140200" y="2214563"/>
          <p14:tracePt t="19630" x="4132263" y="2225675"/>
          <p14:tracePt t="19638" x="4111625" y="2243138"/>
          <p14:tracePt t="19646" x="4095750" y="2266950"/>
          <p14:tracePt t="19654" x="4070350" y="2305050"/>
          <p14:tracePt t="19663" x="4046538" y="2349500"/>
          <p14:tracePt t="19671" x="4013200" y="2400300"/>
          <p14:tracePt t="19678" x="3984625" y="2474913"/>
          <p14:tracePt t="19686" x="3959225" y="2560638"/>
          <p14:tracePt t="19696" x="3933825" y="2660650"/>
          <p14:tracePt t="19704" x="3925888" y="2771775"/>
          <p14:tracePt t="19710" x="3925888" y="2874963"/>
          <p14:tracePt t="19719" x="3925888" y="2973388"/>
          <p14:tracePt t="19726" x="3938588" y="3055938"/>
          <p14:tracePt t="19734" x="3967163" y="3143250"/>
          <p14:tracePt t="19742" x="4005263" y="3221038"/>
          <p14:tracePt t="19751" x="4041775" y="3292475"/>
          <p14:tracePt t="19758" x="4078288" y="3333750"/>
          <p14:tracePt t="19766" x="4103688" y="3370263"/>
          <p14:tracePt t="19774" x="4124325" y="3403600"/>
          <p14:tracePt t="19782" x="4140200" y="3416300"/>
          <p14:tracePt t="19791" x="4160838" y="3432175"/>
          <p14:tracePt t="19798" x="4178300" y="3444875"/>
          <p14:tracePt t="19805" x="4198938" y="3457575"/>
          <p14:tracePt t="19814" x="4214813" y="3465513"/>
          <p14:tracePt t="19821" x="4240213" y="3470275"/>
          <p14:tracePt t="19830" x="4260850" y="3470275"/>
          <p14:tracePt t="19838" x="4276725" y="3470275"/>
          <p14:tracePt t="19847" x="4289425" y="3470275"/>
          <p14:tracePt t="19854" x="4302125" y="3470275"/>
          <p14:tracePt t="19862" x="4310063" y="3465513"/>
          <p14:tracePt t="19869" x="4322763" y="3465513"/>
          <p14:tracePt t="19927" x="4325938" y="3465513"/>
          <p14:tracePt t="20062" x="4325938" y="3460750"/>
          <p14:tracePt t="20070" x="4325938" y="3449638"/>
          <p14:tracePt t="20079" x="4325938" y="3436938"/>
          <p14:tracePt t="20087" x="4325938" y="3424238"/>
          <p14:tracePt t="20094" x="4325938" y="3411538"/>
          <p14:tracePt t="20102" x="4325938" y="3398838"/>
          <p14:tracePt t="20109" x="4325938" y="3387725"/>
          <p14:tracePt t="20118" x="4338638" y="3378200"/>
          <p14:tracePt t="20126" x="4359275" y="3367088"/>
          <p14:tracePt t="20134" x="4371975" y="3362325"/>
          <p14:tracePt t="20142" x="4397375" y="3354388"/>
          <p14:tracePt t="20150" x="4421188" y="3341688"/>
          <p14:tracePt t="20158" x="4438650" y="3336925"/>
          <p14:tracePt t="20166" x="4462463" y="3328988"/>
          <p14:tracePt t="20174" x="4483100" y="3328988"/>
          <p14:tracePt t="20182" x="4500563" y="3328988"/>
          <p14:tracePt t="20189" x="4521200" y="3328988"/>
          <p14:tracePt t="20199" x="4537075" y="3328988"/>
          <p14:tracePt t="20207" x="4557713" y="3328988"/>
          <p14:tracePt t="20214" x="4570413" y="3328988"/>
          <p14:tracePt t="20222" x="4583113" y="3328988"/>
          <p14:tracePt t="20230" x="4606925" y="3328988"/>
          <p14:tracePt t="20238" x="4619625" y="3328988"/>
          <p14:tracePt t="20246" x="4637088" y="3328988"/>
          <p14:tracePt t="20254" x="4657725" y="3324225"/>
          <p14:tracePt t="20263" x="4681538" y="3316288"/>
          <p14:tracePt t="20270" x="4699000" y="3316288"/>
          <p14:tracePt t="20279" x="4722813" y="3316288"/>
          <p14:tracePt t="20286" x="4748213" y="3316288"/>
          <p14:tracePt t="20294" x="4768850" y="3316288"/>
          <p14:tracePt t="20302" x="4784725" y="3316288"/>
          <p14:tracePt t="20311" x="4810125" y="3316288"/>
          <p14:tracePt t="20319" x="4854575" y="3316288"/>
          <p14:tracePt t="20327" x="4895850" y="3316288"/>
          <p14:tracePt t="20335" x="4946650" y="3316288"/>
          <p14:tracePt t="20342" x="5008563" y="3321050"/>
          <p14:tracePt t="20350" x="5057775" y="3321050"/>
          <p14:tracePt t="20358" x="5127625" y="3321050"/>
          <p14:tracePt t="20367" x="5181600" y="3321050"/>
          <p14:tracePt t="20374" x="5251450" y="3321050"/>
          <p14:tracePt t="20382" x="5318125" y="3321050"/>
          <p14:tracePt t="20390" x="5387975" y="3321050"/>
          <p14:tracePt t="20398" x="5441950" y="3321050"/>
          <p14:tracePt t="20405" x="5503863" y="3321050"/>
          <p14:tracePt t="20413" x="5540375" y="3321050"/>
          <p14:tracePt t="20424" x="5573713" y="3321050"/>
          <p14:tracePt t="20428" x="5622925" y="3321050"/>
          <p14:tracePt t="20436" x="5651500" y="3321050"/>
          <p14:tracePt t="20446" x="5689600" y="3316288"/>
          <p14:tracePt t="20453" x="5722938" y="3316288"/>
          <p14:tracePt t="20460" x="5738813" y="3316288"/>
          <p14:tracePt t="20469" x="5764213" y="3316288"/>
          <p14:tracePt t="20479" x="5775325" y="3316288"/>
          <p14:tracePt t="20484" x="5788025" y="3316288"/>
          <p14:tracePt t="20492" x="5800725" y="3316288"/>
          <p14:tracePt t="20508" x="5808663" y="3316288"/>
          <p14:tracePt t="21092" x="5821363" y="3316288"/>
          <p14:tracePt t="21100" x="5834063" y="3316288"/>
          <p14:tracePt t="21108" x="5862638" y="3316288"/>
          <p14:tracePt t="21116" x="5911850" y="3316288"/>
          <p14:tracePt t="21124" x="5981700" y="3341688"/>
          <p14:tracePt t="21132" x="6061075" y="3378200"/>
          <p14:tracePt t="21139" x="6159500" y="3432175"/>
          <p14:tracePt t="21148" x="6259513" y="3481388"/>
          <p14:tracePt t="21157" x="6370638" y="3552825"/>
          <p14:tracePt t="21164" x="6477000" y="3605213"/>
          <p14:tracePt t="21172" x="6580188" y="3679825"/>
          <p14:tracePt t="21180" x="6680200" y="3749675"/>
          <p14:tracePt t="21188" x="6765925" y="3816350"/>
          <p14:tracePt t="21196" x="6848475" y="3886200"/>
          <p14:tracePt t="21204" x="6923088" y="3952875"/>
          <p14:tracePt t="21213" x="6989763" y="4022725"/>
          <p14:tracePt t="21220" x="7064375" y="4097338"/>
          <p14:tracePt t="21228" x="7134225" y="4175125"/>
          <p14:tracePt t="21236" x="7200900" y="4246563"/>
          <p14:tracePt t="21244" x="7270750" y="4321175"/>
          <p14:tracePt t="21253" x="7324725" y="4386263"/>
          <p14:tracePt t="21260" x="7373938" y="4448175"/>
          <p14:tracePt t="21268" x="7410450" y="4518025"/>
          <p14:tracePt t="21275" x="7443788" y="4584700"/>
          <p14:tracePt t="21284" x="7469188" y="4633913"/>
          <p14:tracePt t="21292" x="7480300" y="4684713"/>
          <p14:tracePt t="21300" x="7485063" y="4741863"/>
          <p14:tracePt t="21308" x="7485063" y="4770438"/>
          <p14:tracePt t="21316" x="7485063" y="4808538"/>
          <p14:tracePt t="21324" x="7485063" y="4816475"/>
          <p14:tracePt t="21332" x="7485063" y="4829175"/>
          <p14:tracePt t="21340" x="7485063" y="4840288"/>
          <p14:tracePt t="21348" x="7480300" y="4845050"/>
          <p14:tracePt t="21357" x="7480300" y="4852988"/>
          <p14:tracePt t="21365" x="7477125" y="4865688"/>
          <p14:tracePt t="21374" x="7469188" y="4870450"/>
          <p14:tracePt t="21382" x="7469188" y="4878388"/>
          <p14:tracePt t="21388" x="7464425" y="4891088"/>
          <p14:tracePt t="21396" x="7464425" y="4894263"/>
          <p14:tracePt t="21402" x="7456488" y="4894263"/>
          <p14:tracePt t="21412" x="7456488" y="4906963"/>
          <p14:tracePt t="21421" x="7451725" y="4914900"/>
          <p14:tracePt t="21428" x="7451725" y="4919663"/>
          <p14:tracePt t="21436" x="7443788" y="4927600"/>
          <p14:tracePt t="21444" x="7431088" y="4932363"/>
          <p14:tracePt t="21453" x="7431088" y="4940300"/>
          <p14:tracePt t="21459" x="7418388" y="4943475"/>
          <p14:tracePt t="21469" x="7407275" y="4956175"/>
          <p14:tracePt t="21476" x="7402513" y="4964113"/>
          <p14:tracePt t="21484" x="7381875" y="4976813"/>
          <p14:tracePt t="21490" x="7369175" y="4981575"/>
          <p14:tracePt t="21500" x="7366000" y="4989513"/>
          <p14:tracePt t="21508" x="7345363" y="4994275"/>
          <p14:tracePt t="21515" x="7340600" y="5002213"/>
          <p14:tracePt t="21522" x="7319963" y="5005388"/>
          <p14:tracePt t="21530" x="7304088" y="5018088"/>
          <p14:tracePt t="21542" x="7291388" y="5030788"/>
          <p14:tracePt t="21548" x="7270750" y="5043488"/>
          <p14:tracePt t="21557" x="7253288" y="5056188"/>
          <p14:tracePt t="21561" x="7232650" y="5067300"/>
          <p14:tracePt t="21571" x="7229475" y="5076825"/>
          <p14:tracePt t="21578" x="7208838" y="5087938"/>
          <p14:tracePt t="21586" x="7196138" y="5092700"/>
          <p14:tracePt t="21598" x="7183438" y="5105400"/>
          <p14:tracePt t="21602" x="7170738" y="5113338"/>
          <p14:tracePt t="21610" x="7159625" y="5118100"/>
          <p14:tracePt t="21619" x="7146925" y="5126038"/>
          <p14:tracePt t="21626" x="7142163" y="5130800"/>
          <p14:tracePt t="21636" x="7129463" y="5138738"/>
          <p14:tracePt t="21642" x="7121525" y="5141913"/>
          <p14:tracePt t="21652" x="7108825" y="5151438"/>
          <p14:tracePt t="21658" x="7097713" y="5151438"/>
          <p14:tracePt t="21666" x="7092950" y="5151438"/>
          <p14:tracePt t="21675" x="7085013" y="5154613"/>
          <p14:tracePt t="21682" x="7072313" y="5154613"/>
          <p14:tracePt t="21690" x="7067550" y="5154613"/>
          <p14:tracePt t="21698" x="7059613" y="5154613"/>
          <p14:tracePt t="21706" x="7056438" y="5154613"/>
          <p14:tracePt t="21716" x="7043738" y="5154613"/>
          <p14:tracePt t="21724" x="7035800" y="5154613"/>
          <p14:tracePt t="21730" x="7018338" y="5151438"/>
          <p14:tracePt t="21739" x="7005638" y="5138738"/>
          <p14:tracePt t="21746" x="6994525" y="5133975"/>
          <p14:tracePt t="21754" x="6981825" y="5121275"/>
          <p14:tracePt t="21762" x="6973888" y="5113338"/>
          <p14:tracePt t="21770" x="6961188" y="5100638"/>
          <p14:tracePt t="21778" x="6943725" y="5087938"/>
          <p14:tracePt t="21786" x="6935788" y="5084763"/>
          <p14:tracePt t="21794" x="6923088" y="5072063"/>
          <p14:tracePt t="21805" x="6919913" y="5059363"/>
          <p14:tracePt t="21810" x="6907213" y="5046663"/>
          <p14:tracePt t="21818" x="6907213" y="5038725"/>
          <p14:tracePt t="21826" x="6899275" y="5035550"/>
          <p14:tracePt t="21836" x="6894513" y="5026025"/>
          <p14:tracePt t="21842" x="6886575" y="5026025"/>
          <p14:tracePt t="21850" x="6886575" y="5022850"/>
          <p14:tracePt t="21866" x="6886575" y="5014913"/>
          <p14:tracePt t="21900" x="6886575" y="5010150"/>
          <p14:tracePt t="21907" x="6881813" y="5010150"/>
          <p14:tracePt t="21922" x="6881813" y="5002213"/>
          <p14:tracePt t="21948" x="6881813" y="4997450"/>
          <p14:tracePt t="21954" x="6873875" y="4997450"/>
          <p14:tracePt t="21962" x="6873875" y="4989513"/>
          <p14:tracePt t="21978" x="6873875" y="4984750"/>
          <p14:tracePt t="21986" x="6869113" y="4984750"/>
          <p14:tracePt t="21994" x="6869113" y="4976813"/>
          <p14:tracePt t="22002" x="6869113" y="4973638"/>
          <p14:tracePt t="22019" x="6861175" y="4964113"/>
          <p14:tracePt t="22034" x="6861175" y="4953000"/>
          <p14:tracePt t="22043" x="6858000" y="4953000"/>
          <p14:tracePt t="22052" x="6858000" y="4948238"/>
          <p14:tracePt t="22057" x="6848475" y="4940300"/>
          <p14:tracePt t="22200" x="6845300" y="4935538"/>
          <p14:tracePt t="22240" x="6845300" y="4927600"/>
          <p14:tracePt t="22344" x="6837363" y="4922838"/>
          <p14:tracePt t="22392" x="6832600" y="4922838"/>
          <p14:tracePt t="23103" x="6819900" y="4932363"/>
          <p14:tracePt t="23110" x="6819900" y="4943475"/>
          <p14:tracePt t="23118" x="6811963" y="4964113"/>
          <p14:tracePt t="23125" x="6807200" y="4981575"/>
          <p14:tracePt t="23134" x="6799263" y="4994275"/>
          <p14:tracePt t="23141" x="6796088" y="5014913"/>
          <p14:tracePt t="23150" x="6796088" y="5026025"/>
          <p14:tracePt t="23162" x="6796088" y="5043488"/>
          <p14:tracePt t="23165" x="6783388" y="5064125"/>
          <p14:tracePt t="23175" x="6783388" y="5080000"/>
          <p14:tracePt t="23181" x="6783388" y="5105400"/>
          <p14:tracePt t="23190" x="6783388" y="5138738"/>
          <p14:tracePt t="23198" x="6775450" y="5154613"/>
          <p14:tracePt t="23206" x="6775450" y="5175250"/>
          <p14:tracePt t="23214" x="6770688" y="5192713"/>
          <p14:tracePt t="23223" x="6770688" y="5213350"/>
          <p14:tracePt t="23230" x="6770688" y="5216525"/>
          <p14:tracePt t="23238" x="6770688" y="5224463"/>
          <p14:tracePt t="23246" x="6762750" y="5229225"/>
          <p14:tracePt t="23254" x="6762750" y="5237163"/>
          <p14:tracePt t="23270" x="6762750" y="5241925"/>
          <p14:tracePt t="23326" x="6762750" y="5249863"/>
          <p14:tracePt t="23436" x="6757988" y="5249863"/>
          <p14:tracePt t="23468" x="6757988" y="5245100"/>
          <p14:tracePt t="23484" x="6757988" y="5237163"/>
          <p14:tracePt t="23492" x="6757988" y="5224463"/>
          <p14:tracePt t="23500" x="6757988" y="5213350"/>
          <p14:tracePt t="23508" x="6757988" y="5200650"/>
          <p14:tracePt t="23516" x="6757988" y="5187950"/>
          <p14:tracePt t="23525" x="6757988" y="5175250"/>
          <p14:tracePt t="23531" x="6750050" y="5162550"/>
          <p14:tracePt t="23540" x="6750050" y="5159375"/>
          <p14:tracePt t="23548" x="6750050" y="5146675"/>
          <p14:tracePt t="23556" x="6745288" y="5138738"/>
          <p14:tracePt t="23564" x="6745288" y="5133975"/>
          <p14:tracePt t="23580" x="6745288" y="5126038"/>
          <p14:tracePt t="23740" x="6745288" y="5138738"/>
          <p14:tracePt t="23747" x="6745288" y="5141913"/>
          <p14:tracePt t="23756" x="6745288" y="5162550"/>
          <p14:tracePt t="23764" x="6745288" y="5167313"/>
          <p14:tracePt t="23772" x="6745288" y="5180013"/>
          <p14:tracePt t="23780" x="6745288" y="5187950"/>
          <p14:tracePt t="23787" x="6745288" y="5200650"/>
          <p14:tracePt t="23796" x="6737350" y="5203825"/>
          <p14:tracePt t="23804" x="6737350" y="5213350"/>
          <p14:tracePt t="23820" x="6737350" y="5216525"/>
          <p14:tracePt t="23852" x="6737350" y="5224463"/>
          <p14:tracePt t="23868" x="6734175" y="5224463"/>
          <p14:tracePt t="23948" x="6724650" y="5224463"/>
          <p14:tracePt t="24107" x="6724650" y="5229225"/>
          <p14:tracePt t="24114" x="6724650" y="5241925"/>
          <p14:tracePt t="24122" x="6724650" y="5275263"/>
          <p14:tracePt t="24130" x="6724650" y="5316538"/>
          <p14:tracePt t="24138" x="6724650" y="5373688"/>
          <p14:tracePt t="24146" x="6742113" y="5451475"/>
          <p14:tracePt t="24154" x="6754813" y="5538788"/>
          <p14:tracePt t="24162" x="6775450" y="5634038"/>
          <p14:tracePt t="24170" x="6786563" y="5724525"/>
          <p14:tracePt t="24178" x="6799263" y="5832475"/>
          <p14:tracePt t="24186" x="6816725" y="5922963"/>
          <p14:tracePt t="24195" x="6827838" y="6010275"/>
          <p14:tracePt t="24202" x="6840538" y="6092825"/>
          <p14:tracePt t="24210" x="6853238" y="6167438"/>
          <p14:tracePt t="24218" x="6861175" y="6240463"/>
          <p14:tracePt t="24226" x="6878638" y="6291263"/>
          <p14:tracePt t="24236" x="6886575" y="6332538"/>
          <p14:tracePt t="24243" x="6886575" y="6353175"/>
          <p14:tracePt t="24250" x="6891338" y="6369050"/>
          <p14:tracePt t="24259" x="6891338" y="6376988"/>
          <p14:tracePt t="24266" x="6891338" y="6381750"/>
          <p14:tracePt t="24277" x="6891338" y="6389688"/>
          <p14:tracePt t="24282" x="6891338" y="6402388"/>
          <p14:tracePt t="24290" x="6891338" y="6405563"/>
          <p14:tracePt t="24298" x="6891338" y="6426200"/>
          <p14:tracePt t="24306" x="6891338" y="6430963"/>
          <p14:tracePt t="24314" x="6891338" y="6443663"/>
          <p14:tracePt t="24330" x="6886575" y="6451600"/>
          <p14:tracePt t="24338" x="6886575" y="6456363"/>
          <p14:tracePt t="24363" x="6886575" y="6464300"/>
          <p14:tracePt t="24371" x="6886575" y="6469063"/>
          <p14:tracePt t="24378" x="6886575" y="6477000"/>
          <p14:tracePt t="24386" x="6886575" y="6489700"/>
          <p14:tracePt t="24394" x="6886575" y="6500813"/>
          <p14:tracePt t="24402" x="6886575" y="6518275"/>
          <p14:tracePt t="24409" x="6886575" y="6530975"/>
          <p14:tracePt t="24418" x="6886575" y="6542088"/>
          <p14:tracePt t="24425" x="6886575" y="6554788"/>
          <p14:tracePt t="24434" x="6886575" y="6567488"/>
          <p14:tracePt t="24443" x="6881813" y="6567488"/>
          <p14:tracePt t="24451" x="6881813" y="6575425"/>
          <p14:tracePt t="24466" x="6881813" y="6580188"/>
          <p14:tracePt t="24528" x="6873875" y="6580188"/>
          <p14:tracePt t="24545" x="6869113" y="6580188"/>
          <p14:tracePt t="24552" x="6861175" y="6580188"/>
          <p14:tracePt t="24559" x="6858000" y="6580188"/>
          <p14:tracePt t="24578" x="6848475" y="6580188"/>
          <p14:tracePt t="24584" x="6845300" y="6580188"/>
          <p14:tracePt t="24592" x="6837363" y="6580188"/>
          <p14:tracePt t="24602" x="6832600" y="6580188"/>
          <p14:tracePt t="24608" x="6819900" y="6575425"/>
          <p14:tracePt t="24616" x="6811963" y="6575425"/>
          <p14:tracePt t="24623" x="6807200" y="6575425"/>
          <p14:tracePt t="24632" x="6786563" y="6575425"/>
          <p14:tracePt t="24640" x="6775450" y="6575425"/>
          <p14:tracePt t="24648" x="6770688" y="6575425"/>
          <p14:tracePt t="24656" x="6750050" y="6575425"/>
          <p14:tracePt t="24663" x="6737350" y="6572250"/>
          <p14:tracePt t="24672" x="6724650" y="6572250"/>
          <p14:tracePt t="24680" x="6713538" y="6572250"/>
          <p14:tracePt t="24691" x="6700838" y="6572250"/>
          <p14:tracePt t="24696" x="6683375" y="6572250"/>
          <p14:tracePt t="24705" x="6672263" y="6572250"/>
          <p14:tracePt t="24713" x="6651625" y="6572250"/>
          <p14:tracePt t="24720" x="6626225" y="6562725"/>
          <p14:tracePt t="24728" x="6613525" y="6562725"/>
          <p14:tracePt t="24736" x="6589713" y="6562725"/>
          <p14:tracePt t="24744" x="6572250" y="6562725"/>
          <p14:tracePt t="24754" x="6551613" y="6562725"/>
          <p14:tracePt t="24760" x="6538913" y="6562725"/>
          <p14:tracePt t="24769" x="6523038" y="6562725"/>
          <p14:tracePt t="24776" x="6510338" y="6562725"/>
          <p14:tracePt t="24784" x="6497638" y="6562725"/>
          <p14:tracePt t="24792" x="6477000" y="6562725"/>
          <p14:tracePt t="24800" x="6465888" y="6562725"/>
          <p14:tracePt t="24810" x="6448425" y="6562725"/>
          <p14:tracePt t="24816" x="6415088" y="6562725"/>
          <p14:tracePt t="24825" x="6399213" y="6562725"/>
          <p14:tracePt t="24832" x="6373813" y="6562725"/>
          <p14:tracePt t="24840" x="6350000" y="6562725"/>
          <p14:tracePt t="24847" x="6324600" y="6562725"/>
          <p14:tracePt t="24857" x="6303963" y="6562725"/>
          <p14:tracePt t="24864" x="6288088" y="6562725"/>
          <p14:tracePt t="24872" x="6267450" y="6562725"/>
          <p14:tracePt t="24880" x="6249988" y="6562725"/>
          <p14:tracePt t="24889" x="6229350" y="6562725"/>
          <p14:tracePt t="24896" x="6213475" y="6562725"/>
          <p14:tracePt t="24904" x="6192838" y="6562725"/>
          <p14:tracePt t="24913" x="6180138" y="6562725"/>
          <p14:tracePt t="24920" x="6167438" y="6562725"/>
          <p14:tracePt t="24928" x="6151563" y="6562725"/>
          <p14:tracePt t="24936" x="6138863" y="6562725"/>
          <p14:tracePt t="24944" x="6126163" y="6562725"/>
          <p14:tracePt t="24952" x="6115050" y="6562725"/>
          <p14:tracePt t="24960" x="6102350" y="6562725"/>
          <p14:tracePt t="24968" x="6094413" y="6562725"/>
          <p14:tracePt t="24977" x="6089650" y="6562725"/>
          <p14:tracePt t="24984" x="6081713" y="6562725"/>
          <p14:tracePt t="24992" x="6076950" y="6562725"/>
          <p14:tracePt t="25000" x="6069013" y="6562725"/>
          <p14:tracePt t="25008" x="6056313" y="6562725"/>
          <p14:tracePt t="25017" x="6053138" y="6562725"/>
          <p14:tracePt t="25024" x="6040438" y="6562725"/>
          <p14:tracePt t="25032" x="6032500" y="6562725"/>
          <p14:tracePt t="25040" x="6027738" y="6562725"/>
          <p14:tracePt t="25047" x="6015038" y="6562725"/>
          <p14:tracePt t="25056" x="6002338" y="6562725"/>
          <p14:tracePt t="25064" x="5991225" y="6562725"/>
          <p14:tracePt t="25072" x="5981700" y="6562725"/>
          <p14:tracePt t="25080" x="5970588" y="6562725"/>
          <p14:tracePt t="25088" x="5965825" y="6562725"/>
          <p14:tracePt t="25096" x="5953125" y="6562725"/>
          <p14:tracePt t="25103" x="5945188" y="6562725"/>
          <p14:tracePt t="25112" x="5932488" y="6562725"/>
          <p14:tracePt t="25120" x="5919788" y="6562725"/>
          <p14:tracePt t="25128" x="5908675" y="6562725"/>
          <p14:tracePt t="25134" x="5891213" y="6562725"/>
          <p14:tracePt t="25143" x="5870575" y="6562725"/>
          <p14:tracePt t="25152" x="5857875" y="6562725"/>
          <p14:tracePt t="25160" x="5842000" y="6562725"/>
          <p14:tracePt t="25168" x="5821363" y="6562725"/>
          <p14:tracePt t="25176" x="5805488" y="6562725"/>
          <p14:tracePt t="25184" x="5792788" y="6562725"/>
          <p14:tracePt t="25191" x="5772150" y="6562725"/>
          <p14:tracePt t="25201" x="5767388" y="6562725"/>
          <p14:tracePt t="25206" x="5746750" y="6562725"/>
          <p14:tracePt t="25213" x="5734050" y="6562725"/>
          <p14:tracePt t="25223" x="5722938" y="6562725"/>
          <p14:tracePt t="25230" x="5710238" y="6562725"/>
          <p14:tracePt t="25238" x="5697538" y="6559550"/>
          <p14:tracePt t="25246" x="5681663" y="6559550"/>
          <p14:tracePt t="25254" x="5668963" y="6559550"/>
          <p14:tracePt t="25262" x="5656263" y="6559550"/>
          <p14:tracePt t="25269" x="5643563" y="6559550"/>
          <p14:tracePt t="25279" x="5630863" y="6559550"/>
          <p14:tracePt t="25286" x="5622925" y="6551613"/>
          <p14:tracePt t="25293" x="5610225" y="6551613"/>
          <p14:tracePt t="25302" x="5597525" y="6551613"/>
          <p14:tracePt t="25312" x="5594350" y="6551613"/>
          <p14:tracePt t="25319" x="5581650" y="6551613"/>
          <p14:tracePt t="25326" x="5568950" y="6551613"/>
          <p14:tracePt t="25334" x="5556250" y="6551613"/>
          <p14:tracePt t="25341" x="5545138" y="6551613"/>
          <p14:tracePt t="25350" x="5532438" y="6551613"/>
          <p14:tracePt t="25358" x="5524500" y="6551613"/>
          <p14:tracePt t="25367" x="5507038" y="6551613"/>
          <p14:tracePt t="25374" x="5499100" y="6551613"/>
          <p14:tracePt t="25382" x="5483225" y="6551613"/>
          <p14:tracePt t="25390" x="5470525" y="6551613"/>
          <p14:tracePt t="25398" x="5457825" y="6551613"/>
          <p14:tracePt t="25406" x="5437188" y="6546850"/>
          <p14:tracePt t="25414" x="5432425" y="6546850"/>
          <p14:tracePt t="25422" x="5421313" y="6546850"/>
          <p14:tracePt t="25429" x="5408613" y="6546850"/>
          <p14:tracePt t="25438" x="5395913" y="6546850"/>
          <p14:tracePt t="25446" x="5387975" y="6546850"/>
          <p14:tracePt t="25455" x="5383213" y="6546850"/>
          <p14:tracePt t="25463" x="5370513" y="6546850"/>
          <p14:tracePt t="25470" x="5359400" y="6546850"/>
          <p14:tracePt t="25478" x="5349875" y="6546850"/>
          <p14:tracePt t="25487" x="5338763" y="6546850"/>
          <p14:tracePt t="25493" x="5326063" y="6546850"/>
          <p14:tracePt t="25502" x="5313363" y="6546850"/>
          <p14:tracePt t="25511" x="5300663" y="6546850"/>
          <p14:tracePt t="25518" x="5284788" y="6546850"/>
          <p14:tracePt t="25526" x="5272088" y="6546850"/>
          <p14:tracePt t="25534" x="5251450" y="6546850"/>
          <p14:tracePt t="25542" x="5235575" y="6546850"/>
          <p14:tracePt t="25550" x="5226050" y="6546850"/>
          <p14:tracePt t="25559" x="5202238" y="6546850"/>
          <p14:tracePt t="25566" x="5197475" y="6546850"/>
          <p14:tracePt t="25575" x="5176838" y="6546850"/>
          <p14:tracePt t="25582" x="5164138" y="6546850"/>
          <p14:tracePt t="25591" x="5153025" y="6546850"/>
          <p14:tracePt t="25598" x="5135563" y="6546850"/>
          <p14:tracePt t="25607" x="5114925" y="6546850"/>
          <p14:tracePt t="25614" x="5102225" y="6546850"/>
          <p14:tracePt t="25622" x="5086350" y="6546850"/>
          <p14:tracePt t="25631" x="5073650" y="6546850"/>
          <p14:tracePt t="25638" x="5060950" y="6546850"/>
          <p14:tracePt t="25646" x="5040313" y="6546850"/>
          <p14:tracePt t="25654" x="5024438" y="6546850"/>
          <p14:tracePt t="25662" x="5011738" y="6546850"/>
          <p14:tracePt t="25670" x="4999038" y="6546850"/>
          <p14:tracePt t="25676" x="4987925" y="6546850"/>
          <p14:tracePt t="25686" x="4975225" y="6546850"/>
          <p14:tracePt t="25694" x="4962525" y="6546850"/>
          <p14:tracePt t="25702" x="4949825" y="6546850"/>
          <p14:tracePt t="25711" x="4929188" y="6546850"/>
          <p14:tracePt t="25716" x="4926013" y="6546850"/>
          <p14:tracePt t="25725" x="4905375" y="6546850"/>
          <p14:tracePt t="25734" x="4900613" y="6546850"/>
          <p14:tracePt t="25740" x="4887913" y="6546850"/>
          <p14:tracePt t="25748" x="4867275" y="6546850"/>
          <p14:tracePt t="25757" x="4864100" y="6546850"/>
          <p14:tracePt t="25764" x="4851400" y="6546850"/>
          <p14:tracePt t="25772" x="4838700" y="6546850"/>
          <p14:tracePt t="25780" x="4826000" y="6546850"/>
          <p14:tracePt t="25788" x="4813300" y="6546850"/>
          <p14:tracePt t="25796" x="4805363" y="6546850"/>
          <p14:tracePt t="25804" x="4792663" y="6546850"/>
          <p14:tracePt t="25812" x="4781550" y="6546850"/>
          <p14:tracePt t="25820" x="4776788" y="6546850"/>
          <p14:tracePt t="25828" x="4764088" y="6546850"/>
          <p14:tracePt t="25836" x="4751388" y="6546850"/>
          <p14:tracePt t="25844" x="4740275" y="6546850"/>
          <p14:tracePt t="25853" x="4727575" y="6546850"/>
          <p14:tracePt t="25860" x="4714875" y="6546850"/>
          <p14:tracePt t="25868" x="4706938" y="6546850"/>
          <p14:tracePt t="25876" x="4694238" y="6546850"/>
          <p14:tracePt t="25885" x="4681538" y="6546850"/>
          <p14:tracePt t="25892" x="4665663" y="6546850"/>
          <p14:tracePt t="25912" x="4640263" y="6546850"/>
          <p14:tracePt t="25916" x="4619625" y="6546850"/>
          <p14:tracePt t="25924" x="4606925" y="6546850"/>
          <p14:tracePt t="25931" x="4591050" y="6546850"/>
          <p14:tracePt t="25940" x="4578350" y="6546850"/>
          <p14:tracePt t="25948" x="4565650" y="6546850"/>
          <p14:tracePt t="25957" x="4545013" y="6546850"/>
          <p14:tracePt t="25967" x="4529138" y="6546850"/>
          <p14:tracePt t="25972" x="4495800" y="6538913"/>
          <p14:tracePt t="25980" x="4479925" y="6538913"/>
          <p14:tracePt t="25989" x="4454525" y="6538913"/>
          <p14:tracePt t="25996" x="4433888" y="6534150"/>
          <p14:tracePt t="26004" x="4410075" y="6534150"/>
          <p14:tracePt t="26012" x="4384675" y="6534150"/>
          <p14:tracePt t="26020" x="4346575" y="6526213"/>
          <p14:tracePt t="26028" x="4322763" y="6521450"/>
          <p14:tracePt t="26036" x="4294188" y="6513513"/>
          <p14:tracePt t="26044" x="4268788" y="6513513"/>
          <p14:tracePt t="26052" x="4243388" y="6513513"/>
          <p14:tracePt t="26061" x="4222750" y="6510338"/>
          <p14:tracePt t="26068" x="4198938" y="6510338"/>
          <p14:tracePt t="26076" x="4173538" y="6510338"/>
          <p14:tracePt t="26085" x="4157663" y="6500813"/>
          <p14:tracePt t="26092" x="4137025" y="6500813"/>
          <p14:tracePt t="26100" x="4124325" y="6500813"/>
          <p14:tracePt t="26108" x="4108450" y="6500813"/>
          <p14:tracePt t="26116" x="4098925" y="6500813"/>
          <p14:tracePt t="26125" x="4083050" y="6500813"/>
          <p14:tracePt t="26132" x="4075113" y="6497638"/>
          <p14:tracePt t="26140" x="4057650" y="6497638"/>
          <p14:tracePt t="26148" x="4049713" y="6497638"/>
          <p14:tracePt t="26156" x="4037013" y="6497638"/>
          <p14:tracePt t="26164" x="4025900" y="6497638"/>
          <p14:tracePt t="26173" x="4021138" y="6497638"/>
          <p14:tracePt t="26180" x="4008438" y="6497638"/>
          <p14:tracePt t="26188" x="4000500" y="6497638"/>
          <p14:tracePt t="26196" x="3984625" y="6497638"/>
          <p14:tracePt t="26204" x="3975100" y="6497638"/>
          <p14:tracePt t="26211" x="3963988" y="6497638"/>
          <p14:tracePt t="26220" x="3951288" y="6497638"/>
          <p14:tracePt t="26227" x="3946525" y="6497638"/>
          <p14:tracePt t="26234" x="3933825" y="6497638"/>
          <p14:tracePt t="26242" x="3922713" y="6497638"/>
          <p14:tracePt t="26252" x="3910013" y="6497638"/>
          <p14:tracePt t="26258" x="3902075" y="6497638"/>
          <p14:tracePt t="26267" x="3889375" y="6497638"/>
          <p14:tracePt t="26275" x="3871913" y="6497638"/>
          <p14:tracePt t="26282" x="3860800" y="6497638"/>
          <p14:tracePt t="26290" x="3848100" y="6497638"/>
          <p14:tracePt t="26298" x="3835400" y="6497638"/>
          <p14:tracePt t="26306" x="3822700" y="6497638"/>
          <p14:tracePt t="26314" x="3810000" y="6497638"/>
          <p14:tracePt t="26322" x="3798888" y="6497638"/>
          <p14:tracePt t="26330" x="3789363" y="6497638"/>
          <p14:tracePt t="26338" x="3778250" y="6497638"/>
          <p14:tracePt t="26346" x="3765550" y="6497638"/>
          <p14:tracePt t="26354" x="3760788" y="6497638"/>
          <p14:tracePt t="26362" x="3748088" y="6497638"/>
          <p14:tracePt t="26370" x="3740150" y="6497638"/>
          <p14:tracePt t="26378" x="3736975" y="6497638"/>
          <p14:tracePt t="26386" x="3727450" y="6497638"/>
          <p14:tracePt t="26396" x="3724275" y="6497638"/>
          <p14:tracePt t="26410" x="3716338" y="6497638"/>
          <p14:tracePt t="26426" x="3711575" y="6497638"/>
          <p14:tracePt t="26434" x="3703638" y="6497638"/>
          <p14:tracePt t="26453" x="3698875" y="6497638"/>
          <p14:tracePt t="26459" x="3690938" y="6497638"/>
          <p14:tracePt t="26466" x="3678238" y="6497638"/>
          <p14:tracePt t="26474" x="3675063" y="6497638"/>
          <p14:tracePt t="26482" x="3665538" y="6497638"/>
          <p14:tracePt t="26491" x="3662363" y="6497638"/>
          <p14:tracePt t="26498" x="3654425" y="6497638"/>
          <p14:tracePt t="26506" x="3649663" y="6497638"/>
          <p14:tracePt t="26514" x="3636963" y="6497638"/>
          <p14:tracePt t="26523" x="3629025" y="6497638"/>
          <p14:tracePt t="26530" x="3624263" y="6497638"/>
          <p14:tracePt t="26538" x="3616325" y="6497638"/>
          <p14:tracePt t="26546" x="3613150" y="6500813"/>
          <p14:tracePt t="26554" x="3603625" y="6500813"/>
          <p14:tracePt t="26570" x="3600450" y="6500813"/>
          <p14:tracePt t="26579" x="3592513" y="6500813"/>
          <p14:tracePt t="26594" x="3587750" y="6500813"/>
          <p14:tracePt t="26610" x="3587750" y="6505575"/>
          <p14:tracePt t="26626" x="3579813" y="6505575"/>
          <p14:tracePt t="26649" x="3575050" y="6505575"/>
          <p14:tracePt t="26738" x="3567113" y="6505575"/>
          <p14:tracePt t="26786" x="3562350" y="6505575"/>
          <p14:tracePt t="27288" x="3579813" y="6505575"/>
          <p14:tracePt t="27295" x="3616325" y="6505575"/>
          <p14:tracePt t="27304" x="3678238" y="6500813"/>
          <p14:tracePt t="27313" x="3768725" y="6489700"/>
          <p14:tracePt t="27320" x="3889375" y="6489700"/>
          <p14:tracePt t="27328" x="4029075" y="6484938"/>
          <p14:tracePt t="27336" x="4202113" y="6484938"/>
          <p14:tracePt t="27344" x="4413250" y="6484938"/>
          <p14:tracePt t="27353" x="4637088" y="6477000"/>
          <p14:tracePt t="27360" x="4895850" y="6477000"/>
          <p14:tracePt t="27368" x="5243513" y="6477000"/>
          <p14:tracePt t="27375" x="5614988" y="6477000"/>
          <p14:tracePt t="27382" x="5986463" y="6477000"/>
          <p14:tracePt t="27390" x="6246813" y="6477000"/>
          <p14:tracePt t="27398" x="6477000" y="6477000"/>
          <p14:tracePt t="27406" x="6654800" y="6472238"/>
          <p14:tracePt t="27414" x="6791325" y="6451600"/>
          <p14:tracePt t="27422" x="6878638" y="6423025"/>
          <p14:tracePt t="27431" x="6935788" y="6389688"/>
          <p14:tracePt t="27438" x="6964363" y="6373813"/>
          <p14:tracePt t="27448" x="6977063" y="6361113"/>
          <p14:tracePt t="27454" x="6985000" y="6353175"/>
          <p14:tracePt t="27464" x="6989763" y="6353175"/>
          <p14:tracePt t="27470" x="6989763" y="6348413"/>
          <p14:tracePt t="27478" x="6989763" y="6340475"/>
          <p14:tracePt t="27488" x="6989763" y="6327775"/>
          <p14:tracePt t="27503" x="6985000" y="6323013"/>
          <p14:tracePt t="27511" x="6973888" y="6315075"/>
          <p14:tracePt t="27518" x="6956425" y="6302375"/>
          <p14:tracePt t="27526" x="6935788" y="6291263"/>
          <p14:tracePt t="27534" x="6911975" y="6278563"/>
          <p14:tracePt t="27542" x="6886575" y="6273800"/>
          <p14:tracePt t="27550" x="6873875" y="6261100"/>
          <p14:tracePt t="27558" x="6858000" y="6253163"/>
          <p14:tracePt t="27566" x="6837363" y="6240463"/>
          <p14:tracePt t="27574" x="6824663" y="6224588"/>
          <p14:tracePt t="27582" x="6819900" y="6216650"/>
          <p14:tracePt t="27590" x="6807200" y="6203950"/>
          <p14:tracePt t="27598" x="6799263" y="6191250"/>
          <p14:tracePt t="27606" x="6786563" y="6175375"/>
          <p14:tracePt t="27615" x="6775450" y="6154738"/>
          <p14:tracePt t="27622" x="6762750" y="6129338"/>
          <p14:tracePt t="27629" x="6737350" y="6105525"/>
          <p14:tracePt t="27638" x="6724650" y="6080125"/>
          <p14:tracePt t="27647" x="6713538" y="6038850"/>
          <p14:tracePt t="27657" x="6700838" y="5989638"/>
          <p14:tracePt t="27662" x="6696075" y="5927725"/>
          <p14:tracePt t="27670" x="6688138" y="5856288"/>
          <p14:tracePt t="27678" x="6683375" y="5783263"/>
          <p14:tracePt t="27687" x="6672263" y="5708650"/>
          <p14:tracePt t="27694" x="6662738" y="5621338"/>
          <p14:tracePt t="27702" x="6659563" y="5522913"/>
          <p14:tracePt t="27710" x="6651625" y="5410200"/>
          <p14:tracePt t="27719" x="6651625" y="5307013"/>
          <p14:tracePt t="27726" x="6651625" y="5224463"/>
          <p14:tracePt t="27735" x="6662738" y="5126038"/>
          <p14:tracePt t="27743" x="6688138" y="5035550"/>
          <p14:tracePt t="27750" x="6704013" y="4953000"/>
          <p14:tracePt t="27759" x="6716713" y="4873625"/>
          <p14:tracePt t="27766" x="6729413" y="4803775"/>
          <p14:tracePt t="27775" x="6729413" y="4737100"/>
          <p14:tracePt t="27783" x="6737350" y="4662488"/>
          <p14:tracePt t="27790" x="6737350" y="4600575"/>
          <p14:tracePt t="27799" x="6737350" y="4543425"/>
          <p14:tracePt t="27806" x="6737350" y="4502150"/>
          <p14:tracePt t="27815" x="6734175" y="4476750"/>
          <p14:tracePt t="27822" x="6724650" y="4465638"/>
          <p14:tracePt t="27830" x="6724650" y="4456113"/>
          <p14:tracePt t="27838" x="6721475" y="4452938"/>
          <p14:tracePt t="27847" x="6713538" y="4452938"/>
          <p14:tracePt t="27854" x="6700838" y="4452938"/>
          <p14:tracePt t="27863" x="6688138" y="4456113"/>
          <p14:tracePt t="27868" x="6672263" y="4468813"/>
          <p14:tracePt t="27876" x="6651625" y="4481513"/>
          <p14:tracePt t="27887" x="6638925" y="4486275"/>
          <p14:tracePt t="27897" x="6638925" y="4494213"/>
          <p14:tracePt t="28028" x="6634163" y="4494213"/>
          <p14:tracePt t="28036" x="6626225" y="4506913"/>
          <p14:tracePt t="28044" x="6613525" y="4522788"/>
          <p14:tracePt t="28053" x="6610350" y="4543425"/>
          <p14:tracePt t="28060" x="6597650" y="4559300"/>
          <p14:tracePt t="28068" x="6584950" y="4579938"/>
          <p14:tracePt t="28076" x="6559550" y="4610100"/>
          <p14:tracePt t="28084" x="6535738" y="4646613"/>
          <p14:tracePt t="28093" x="6497638" y="4684713"/>
          <p14:tracePt t="28100" x="6453188" y="4721225"/>
          <p14:tracePt t="28108" x="6403975" y="4767263"/>
          <p14:tracePt t="28116" x="6365875" y="4803775"/>
          <p14:tracePt t="28124" x="6324600" y="4832350"/>
          <p14:tracePt t="28132" x="6288088" y="4870450"/>
          <p14:tracePt t="28140" x="6262688" y="4894263"/>
          <p14:tracePt t="28148" x="6226175" y="4927600"/>
          <p14:tracePt t="28156" x="6192838" y="4956175"/>
          <p14:tracePt t="28164" x="6156325" y="4994275"/>
          <p14:tracePt t="28172" x="6115050" y="5026025"/>
          <p14:tracePt t="28181" x="6089650" y="5051425"/>
          <p14:tracePt t="28188" x="6069013" y="5064125"/>
          <p14:tracePt t="28196" x="6053138" y="5076825"/>
          <p14:tracePt t="28204" x="6040438" y="5087938"/>
          <p14:tracePt t="28212" x="6032500" y="5087938"/>
          <p14:tracePt t="28220" x="6027738" y="5092700"/>
          <p14:tracePt t="28316" x="6027738" y="5100638"/>
          <p14:tracePt t="28324" x="6019800" y="5100638"/>
          <p14:tracePt t="28332" x="6015038" y="5113338"/>
          <p14:tracePt t="28340" x="6007100" y="5118100"/>
          <p14:tracePt t="28348" x="6002338" y="5126038"/>
          <p14:tracePt t="28356" x="5991225" y="5138738"/>
          <p14:tracePt t="28363" x="5970588" y="5151438"/>
          <p14:tracePt t="28371" x="5957888" y="5162550"/>
          <p14:tracePt t="28381" x="5940425" y="5180013"/>
          <p14:tracePt t="28386" x="5919788" y="5200650"/>
          <p14:tracePt t="28395" x="5895975" y="5216525"/>
          <p14:tracePt t="28402" x="5878513" y="5237163"/>
          <p14:tracePt t="28411" x="5857875" y="5254625"/>
          <p14:tracePt t="28418" x="5834063" y="5275263"/>
          <p14:tracePt t="28428" x="5816600" y="5286375"/>
          <p14:tracePt t="28434" x="5795963" y="5299075"/>
          <p14:tracePt t="28442" x="5772150" y="5316538"/>
          <p14:tracePt t="28451" x="5746750" y="5327650"/>
          <p14:tracePt t="28461" x="5718175" y="5348288"/>
          <p14:tracePt t="28466" x="5681663" y="5365750"/>
          <p14:tracePt t="28476" x="5656263" y="5378450"/>
          <p14:tracePt t="28481" x="5622925" y="5389563"/>
          <p14:tracePt t="28493" x="5607050" y="5399088"/>
          <p14:tracePt t="28499" x="5586413" y="5402263"/>
          <p14:tracePt t="28506" x="5568950" y="5410200"/>
          <p14:tracePt t="28515" x="5556250" y="5414963"/>
          <p14:tracePt t="28522" x="5535613" y="5422900"/>
          <p14:tracePt t="28530" x="5524500" y="5427663"/>
          <p14:tracePt t="28539" x="5499100" y="5435600"/>
          <p14:tracePt t="28546" x="5473700" y="5440363"/>
          <p14:tracePt t="28556" x="5457825" y="5451475"/>
          <p14:tracePt t="28562" x="5424488" y="5464175"/>
          <p14:tracePt t="28570" x="5400675" y="5472113"/>
          <p14:tracePt t="28578" x="5370513" y="5476875"/>
          <p14:tracePt t="28586" x="5346700" y="5484813"/>
          <p14:tracePt t="28595" x="5321300" y="5484813"/>
          <p14:tracePt t="28602" x="5284788" y="5497513"/>
          <p14:tracePt t="28611" x="5264150" y="5502275"/>
          <p14:tracePt t="28618" x="5246688" y="5502275"/>
          <p14:tracePt t="28627" x="5214938" y="5510213"/>
          <p14:tracePt t="28633" x="5189538" y="5513388"/>
          <p14:tracePt t="28642" x="5148263" y="5522913"/>
          <p14:tracePt t="28650" x="5114925" y="5534025"/>
          <p14:tracePt t="28658" x="5078413" y="5538788"/>
          <p14:tracePt t="28666" x="5037138" y="5546725"/>
          <p14:tracePt t="28674" x="4999038" y="5559425"/>
          <p14:tracePt t="28682" x="4954588" y="5564188"/>
          <p14:tracePt t="28690" x="4916488" y="5572125"/>
          <p14:tracePt t="28698" x="4867275" y="5584825"/>
          <p14:tracePt t="28706" x="4826000" y="5588000"/>
          <p14:tracePt t="28714" x="4789488" y="5597525"/>
          <p14:tracePt t="28722" x="4743450" y="5600700"/>
          <p14:tracePt t="28730" x="4706938" y="5613400"/>
          <p14:tracePt t="28738" x="4657725" y="5621338"/>
          <p14:tracePt t="28746" x="4616450" y="5626100"/>
          <p14:tracePt t="28754" x="4557713" y="5638800"/>
          <p14:tracePt t="28762" x="4508500" y="5646738"/>
          <p14:tracePt t="28770" x="4454525" y="5659438"/>
          <p14:tracePt t="28779" x="4410075" y="5662613"/>
          <p14:tracePt t="28795" x="4305300" y="5688013"/>
          <p14:tracePt t="28802" x="4260850" y="5695950"/>
          <p14:tracePt t="28810" x="4235450" y="5700713"/>
          <p14:tracePt t="28818" x="4211638" y="5708650"/>
          <p14:tracePt t="28827" x="4181475" y="5711825"/>
          <p14:tracePt t="28834" x="4160838" y="5724525"/>
          <p14:tracePt t="28842" x="4132263" y="5732463"/>
          <p14:tracePt t="28850" x="4111625" y="5745163"/>
          <p14:tracePt t="28858" x="4087813" y="5757863"/>
          <p14:tracePt t="28866" x="4070350" y="5770563"/>
          <p14:tracePt t="28874" x="4049713" y="5773738"/>
          <p14:tracePt t="28882" x="4033838" y="5786438"/>
          <p14:tracePt t="28889" x="3995738" y="5807075"/>
          <p14:tracePt t="28898" x="3971925" y="5811838"/>
          <p14:tracePt t="28906" x="3946525" y="5832475"/>
          <p14:tracePt t="28914" x="3922713" y="5848350"/>
          <p14:tracePt t="28922" x="3897313" y="5861050"/>
          <p14:tracePt t="28931" x="3876675" y="5873750"/>
          <p14:tracePt t="28938" x="3860800" y="5894388"/>
          <p14:tracePt t="28945" x="3827463" y="5907088"/>
          <p14:tracePt t="28955" x="3810000" y="5918200"/>
          <p14:tracePt t="28962" x="3789363" y="5930900"/>
          <p14:tracePt t="28968" x="3752850" y="5956300"/>
          <p14:tracePt t="28976" x="3727450" y="5972175"/>
          <p14:tracePt t="28986" x="3698875" y="5992813"/>
          <p14:tracePt t="28993" x="3654425" y="6010275"/>
          <p14:tracePt t="29000" x="3624263" y="6030913"/>
          <p14:tracePt t="29010" x="3603625" y="6043613"/>
          <p14:tracePt t="29016" x="3575050" y="6059488"/>
          <p14:tracePt t="29024" x="3554413" y="6072188"/>
          <p14:tracePt t="29032" x="3541713" y="6084888"/>
          <p14:tracePt t="29040" x="3517900" y="6105525"/>
          <p14:tracePt t="29049" x="3500438" y="6121400"/>
          <p14:tracePt t="29056" x="3479800" y="6129338"/>
          <p14:tracePt t="29065" x="3455988" y="6142038"/>
          <p14:tracePt t="29074" x="3443288" y="6154738"/>
          <p14:tracePt t="29080" x="3427413" y="6167438"/>
          <p14:tracePt t="29089" x="3414713" y="6178550"/>
          <p14:tracePt t="29096" x="3406775" y="6183313"/>
          <p14:tracePt t="29106" x="3394075" y="6191250"/>
          <p14:tracePt t="29114" x="3389313" y="6196013"/>
          <p14:tracePt t="29120" x="3381375" y="6203950"/>
          <p14:tracePt t="29129" x="3381375" y="6208713"/>
          <p14:tracePt t="29136" x="3376613" y="6208713"/>
          <p14:tracePt t="29144" x="3376613" y="6216650"/>
          <p14:tracePt t="29249" x="3386138" y="6219825"/>
          <p14:tracePt t="29256" x="3397250" y="6219825"/>
          <p14:tracePt t="29264" x="3417888" y="6229350"/>
          <p14:tracePt t="29272" x="3435350" y="6229350"/>
          <p14:tracePt t="29281" x="3459163" y="6240463"/>
          <p14:tracePt t="29289" x="3479800" y="6240463"/>
          <p14:tracePt t="29296" x="3505200" y="6245225"/>
          <p14:tracePt t="29304" x="3509963" y="6253163"/>
          <p14:tracePt t="29312" x="3530600" y="6253163"/>
          <p14:tracePt t="29320" x="3533775" y="6253163"/>
          <p14:tracePt t="29329" x="3541713" y="6257925"/>
          <p14:tracePt t="29533" x="3538538" y="6257925"/>
          <p14:tracePt t="29542" x="3538538" y="6265863"/>
          <p14:tracePt t="29550" x="3530600" y="6265863"/>
          <p14:tracePt t="29559" x="3525838" y="6265863"/>
          <p14:tracePt t="29568" x="3517900" y="6265863"/>
          <p14:tracePt t="29577" x="3513138" y="6265863"/>
          <p14:tracePt t="29581" x="3500438" y="6265863"/>
          <p14:tracePt t="29590" x="3492500" y="6270625"/>
          <p14:tracePt t="29600" x="3489325" y="6270625"/>
          <p14:tracePt t="29607" x="3479800" y="6278563"/>
          <p14:tracePt t="29616" x="3476625" y="6278563"/>
          <p14:tracePt t="29622" x="3463925" y="6281738"/>
          <p14:tracePt t="29639" x="3455988" y="6291263"/>
          <p14:tracePt t="29646" x="3451225" y="6294438"/>
          <p14:tracePt t="29662" x="3443288" y="6302375"/>
          <p14:tracePt t="29687" x="3438525" y="6307138"/>
          <p14:tracePt t="29702" x="3438525" y="6315075"/>
          <p14:tracePt t="29720" x="3430588" y="6315075"/>
          <p14:tracePt t="30670" x="3427413" y="6315075"/>
          <p14:tracePt t="30676" x="3417888" y="6315075"/>
          <p14:tracePt t="30684" x="3402013" y="6315075"/>
          <p14:tracePt t="30692" x="3389313" y="6315075"/>
          <p14:tracePt t="30699" x="3376613" y="6315075"/>
          <p14:tracePt t="30710" x="3352800" y="6315075"/>
          <p14:tracePt t="30717" x="3332163" y="6315075"/>
          <p14:tracePt t="30724" x="3314700" y="6315075"/>
          <p14:tracePt t="30733" x="3294063" y="6315075"/>
          <p14:tracePt t="30740" x="3290888" y="6319838"/>
          <p14:tracePt t="30750" x="3278188" y="6319838"/>
          <p14:tracePt t="30756" x="3270250" y="6327775"/>
          <p14:tracePt t="30765" x="3265488" y="6327775"/>
          <p14:tracePt t="30772" x="3257550" y="6332538"/>
          <p14:tracePt t="30781" x="3244850" y="6340475"/>
          <p14:tracePt t="30788" x="3241675" y="6353175"/>
          <p14:tracePt t="30796" x="3241675" y="6356350"/>
          <p14:tracePt t="30802" x="3232150" y="6364288"/>
          <p14:tracePt t="30812" x="3232150" y="6369050"/>
          <p14:tracePt t="30820" x="3232150" y="6376988"/>
          <p14:tracePt t="30826" x="3228975" y="6389688"/>
          <p14:tracePt t="30834" x="3228975" y="6394450"/>
          <p14:tracePt t="30842" x="3228975" y="6405563"/>
          <p14:tracePt t="30852" x="3228975" y="6415088"/>
          <p14:tracePt t="30858" x="3228975" y="6418263"/>
          <p14:tracePt t="30872" x="3228975" y="6426200"/>
          <p14:tracePt t="30884" x="3228975" y="6430963"/>
          <p14:tracePt t="31098" x="3249613" y="6430963"/>
          <p14:tracePt t="31106" x="3286125" y="6430963"/>
          <p14:tracePt t="31114" x="3335338" y="6426200"/>
          <p14:tracePt t="31123" x="3406775" y="6426200"/>
          <p14:tracePt t="31130" x="3468688" y="6426200"/>
          <p14:tracePt t="31138" x="3509963" y="6426200"/>
          <p14:tracePt t="31149" x="3559175" y="6430963"/>
          <p14:tracePt t="31154" x="3608388" y="6443663"/>
          <p14:tracePt t="31162" x="3654425" y="6469063"/>
          <p14:tracePt t="31170" x="3690938" y="6489700"/>
          <p14:tracePt t="31178" x="3719513" y="6505575"/>
          <p14:tracePt t="31186" x="3757613" y="6518275"/>
          <p14:tracePt t="31196" x="3789363" y="6538913"/>
          <p14:tracePt t="31202" x="3840163" y="6554788"/>
          <p14:tracePt t="31210" x="3868738" y="6567488"/>
          <p14:tracePt t="31218" x="3913188" y="6580188"/>
          <p14:tracePt t="31228" x="3938588" y="6592888"/>
          <p14:tracePt t="31233" x="3975100" y="6600825"/>
          <p14:tracePt t="31242" x="3992563" y="6600825"/>
          <p14:tracePt t="31252" x="4005263" y="6600825"/>
          <p14:tracePt t="31258" x="4016375" y="6600825"/>
          <p14:tracePt t="31267" x="4016375" y="6604000"/>
          <p14:tracePt t="31466" x="4016375" y="6600825"/>
          <p14:tracePt t="31560" x="4013200" y="6596063"/>
          <p14:tracePt t="31584" x="4013200" y="6588125"/>
          <p14:tracePt t="31592" x="4008438" y="6588125"/>
          <p14:tracePt t="31599" x="4008438" y="6583363"/>
          <p14:tracePt t="31625" x="4000500" y="6572250"/>
          <p14:tracePt t="31640" x="3995738" y="6562725"/>
          <p14:tracePt t="31648" x="3995738" y="6559550"/>
          <p14:tracePt t="31656" x="3987800" y="6551613"/>
          <p14:tracePt t="31664" x="3987800" y="6546850"/>
          <p14:tracePt t="31674" x="3987800" y="6538913"/>
          <p14:tracePt t="31680" x="3984625" y="6534150"/>
          <p14:tracePt t="31696" x="3984625" y="6526213"/>
          <p14:tracePt t="31712" x="3975100" y="6526213"/>
          <p14:tracePt t="32342" x="3975100" y="6521450"/>
          <p14:tracePt t="32367" x="3975100" y="6513513"/>
          <p14:tracePt t="32382" x="3975100" y="6510338"/>
          <p14:tracePt t="32415" x="3975100" y="6500813"/>
          <p14:tracePt t="32438" x="3971925" y="6500813"/>
          <p14:tracePt t="32638" x="3971925" y="6497638"/>
          <p14:tracePt t="32654" x="3971925" y="6489700"/>
          <p14:tracePt t="32662" x="3971925" y="6484938"/>
          <p14:tracePt t="32670" x="3971925" y="6472238"/>
          <p14:tracePt t="32678" x="3971925" y="6464300"/>
          <p14:tracePt t="32686" x="3971925" y="6451600"/>
          <p14:tracePt t="32694" x="3963988" y="6438900"/>
          <p14:tracePt t="32701" x="3963988" y="6435725"/>
          <p14:tracePt t="32710" x="3963988" y="6423025"/>
          <p14:tracePt t="32719" x="3963988" y="6415088"/>
          <p14:tracePt t="32727" x="3963988" y="6410325"/>
          <p14:tracePt t="32735" x="3963988" y="6402388"/>
          <p14:tracePt t="32742" x="3963988" y="6397625"/>
          <p14:tracePt t="32752" x="3963988" y="6384925"/>
          <p14:tracePt t="32758" x="3963988" y="6373813"/>
          <p14:tracePt t="32766" x="3963988" y="6364288"/>
          <p14:tracePt t="32772" x="3963988" y="6353175"/>
          <p14:tracePt t="32782" x="3963988" y="6340475"/>
          <p14:tracePt t="32790" x="3963988" y="6327775"/>
          <p14:tracePt t="32798" x="3967163" y="6323013"/>
          <p14:tracePt t="32806" x="3975100" y="6311900"/>
          <p14:tracePt t="32812" x="3975100" y="6291263"/>
          <p14:tracePt t="32822" x="3975100" y="6286500"/>
          <p14:tracePt t="32829" x="3979863" y="6278563"/>
          <p14:tracePt t="32836" x="3979863" y="6265863"/>
          <p14:tracePt t="32844" x="3979863" y="6253163"/>
          <p14:tracePt t="32854" x="3987800" y="6249988"/>
          <p14:tracePt t="32860" x="3987800" y="6237288"/>
          <p14:tracePt t="32868" x="3992563" y="6229350"/>
          <p14:tracePt t="32876" x="3992563" y="6211888"/>
          <p14:tracePt t="32885" x="4000500" y="6203950"/>
          <p14:tracePt t="32892" x="4005263" y="6191250"/>
          <p14:tracePt t="32900" x="4013200" y="6178550"/>
          <p14:tracePt t="32918" x="4016375" y="6154738"/>
          <p14:tracePt t="32924" x="4025900" y="6142038"/>
          <p14:tracePt t="32933" x="4029075" y="6129338"/>
          <p14:tracePt t="32940" x="4037013" y="6116638"/>
          <p14:tracePt t="32948" x="4037013" y="6105525"/>
          <p14:tracePt t="32956" x="4041775" y="6100763"/>
          <p14:tracePt t="32964" x="4041775" y="6088063"/>
          <p14:tracePt t="32972" x="4054475" y="6075363"/>
          <p14:tracePt t="32980" x="4054475" y="6067425"/>
          <p14:tracePt t="32988" x="4054475" y="6054725"/>
          <p14:tracePt t="32996" x="4062413" y="6051550"/>
          <p14:tracePt t="33003" x="4062413" y="6038850"/>
          <p14:tracePt t="33012" x="4062413" y="6030913"/>
          <p14:tracePt t="33020" x="4062413" y="6026150"/>
          <p14:tracePt t="33028" x="4067175" y="6013450"/>
          <p14:tracePt t="33036" x="4067175" y="6000750"/>
          <p14:tracePt t="33044" x="4067175" y="5992813"/>
          <p14:tracePt t="33052" x="4078288" y="5980113"/>
          <p14:tracePt t="33060" x="4078288" y="5969000"/>
          <p14:tracePt t="33068" x="4078288" y="5964238"/>
          <p14:tracePt t="33076" x="4087813" y="5951538"/>
          <p14:tracePt t="33084" x="4087813" y="5938838"/>
          <p14:tracePt t="33093" x="4087813" y="5927725"/>
          <p14:tracePt t="33101" x="4090988" y="5918200"/>
          <p14:tracePt t="33109" x="4090988" y="5902325"/>
          <p14:tracePt t="33116" x="4098925" y="5894388"/>
          <p14:tracePt t="33124" x="4103688" y="5881688"/>
          <p14:tracePt t="33133" x="4103688" y="5868988"/>
          <p14:tracePt t="33139" x="4103688" y="5856288"/>
          <p14:tracePt t="33148" x="4111625" y="5845175"/>
          <p14:tracePt t="33156" x="4111625" y="5819775"/>
          <p14:tracePt t="33165" x="4111625" y="5803900"/>
          <p14:tracePt t="33172" x="4116388" y="5783263"/>
          <p14:tracePt t="33180" x="4124325" y="5765800"/>
          <p14:tracePt t="33189" x="4124325" y="5732463"/>
          <p14:tracePt t="33196" x="4129088" y="5708650"/>
          <p14:tracePt t="33204" x="4137025" y="5667375"/>
          <p14:tracePt t="33212" x="4140200" y="5629275"/>
          <p14:tracePt t="33220" x="4149725" y="5584825"/>
          <p14:tracePt t="33228" x="4152900" y="5534025"/>
          <p14:tracePt t="33236" x="4165600" y="5484813"/>
          <p14:tracePt t="33244" x="4173538" y="5456238"/>
          <p14:tracePt t="33253" x="4173538" y="5407025"/>
          <p14:tracePt t="33260" x="4173538" y="5368925"/>
          <p14:tracePt t="33269" x="4178300" y="5324475"/>
          <p14:tracePt t="33276" x="4186238" y="5275263"/>
          <p14:tracePt t="33286" x="4198938" y="5237163"/>
          <p14:tracePt t="33292" x="4202113" y="5195888"/>
          <p14:tracePt t="33300" x="4202113" y="5151438"/>
          <p14:tracePt t="33310" x="4211638" y="5100638"/>
          <p14:tracePt t="33316" x="4214813" y="5051425"/>
          <p14:tracePt t="33324" x="4214813" y="5002213"/>
          <p14:tracePt t="33332" x="4214813" y="4964113"/>
          <p14:tracePt t="33340" x="4214813" y="4922838"/>
          <p14:tracePt t="33348" x="4214813" y="4886325"/>
          <p14:tracePt t="33356" x="4214813" y="4837113"/>
          <p14:tracePt t="33364" x="4214813" y="4787900"/>
          <p14:tracePt t="33372" x="4222750" y="4741863"/>
          <p14:tracePt t="33380" x="4227513" y="4692650"/>
          <p14:tracePt t="33388" x="4240213" y="4654550"/>
          <p14:tracePt t="33397" x="4240213" y="4613275"/>
          <p14:tracePt t="33404" x="4240213" y="4568825"/>
          <p14:tracePt t="33410" x="4240213" y="4506913"/>
          <p14:tracePt t="33421" x="4240213" y="4465638"/>
          <p14:tracePt t="33428" x="4240213" y="4414838"/>
          <p14:tracePt t="33436" x="4240213" y="4365625"/>
          <p14:tracePt t="33444" x="4240213" y="4321175"/>
          <p14:tracePt t="33451" x="4240213" y="4270375"/>
          <p14:tracePt t="33460" x="4240213" y="4229100"/>
          <p14:tracePt t="33466" x="4240213" y="4171950"/>
          <p14:tracePt t="33474" x="4240213" y="4110038"/>
          <p14:tracePt t="33482" x="4240213" y="4060825"/>
          <p14:tracePt t="33492" x="4240213" y="4010025"/>
          <p14:tracePt t="33498" x="4240213" y="3944938"/>
          <p14:tracePt t="33508" x="4240213" y="3895725"/>
          <p14:tracePt t="33514" x="4240213" y="3833813"/>
          <p14:tracePt t="33522" x="4240213" y="3775075"/>
          <p14:tracePt t="33530" x="4240213" y="3721100"/>
          <p14:tracePt t="33538" x="4235450" y="3659188"/>
          <p14:tracePt t="33546" x="4232275" y="3609975"/>
          <p14:tracePt t="33554" x="4232275" y="3540125"/>
          <p14:tracePt t="33562" x="4232275" y="3486150"/>
          <p14:tracePt t="33570" x="4232275" y="3440113"/>
          <p14:tracePt t="33578" x="4232275" y="3403600"/>
          <p14:tracePt t="33586" x="4232275" y="3362325"/>
          <p14:tracePt t="33593" x="4232275" y="3324225"/>
          <p14:tracePt t="33602" x="4232275" y="3292475"/>
          <p14:tracePt t="33610" x="4232275" y="3267075"/>
          <p14:tracePt t="33618" x="4232275" y="3230563"/>
          <p14:tracePt t="33628" x="4232275" y="3205163"/>
          <p14:tracePt t="33636" x="4232275" y="3179763"/>
          <p14:tracePt t="33642" x="4232275" y="3143250"/>
          <p14:tracePt t="33650" x="4232275" y="3117850"/>
          <p14:tracePt t="33658" x="4232275" y="3101975"/>
          <p14:tracePt t="33665" x="4232275" y="3081338"/>
          <p14:tracePt t="33674" x="4232275" y="3065463"/>
          <p14:tracePt t="33683" x="4232275" y="3052763"/>
          <p14:tracePt t="33691" x="4232275" y="3032125"/>
          <p14:tracePt t="33699" x="4232275" y="3019425"/>
          <p14:tracePt t="33705" x="4232275" y="3006725"/>
          <p14:tracePt t="33716" x="4232275" y="2994025"/>
          <p14:tracePt t="33722" x="4232275" y="2990850"/>
          <p14:tracePt t="33731" x="4232275" y="2982913"/>
          <p14:tracePt t="33746" x="4232275" y="2978150"/>
          <p14:tracePt t="33754" x="4232275" y="2970213"/>
          <p14:tracePt t="39783" x="4235450" y="2970213"/>
          <p14:tracePt t="39790" x="4252913" y="2965450"/>
          <p14:tracePt t="39799" x="4276725" y="2957513"/>
          <p14:tracePt t="39806" x="4302125" y="2957513"/>
          <p14:tracePt t="39814" x="4338638" y="2952750"/>
          <p14:tracePt t="39821" x="4376738" y="2941638"/>
          <p14:tracePt t="39830" x="4425950" y="2921000"/>
          <p14:tracePt t="39838" x="4462463" y="2903538"/>
          <p14:tracePt t="39846" x="4513263" y="2878138"/>
          <p14:tracePt t="39854" x="4562475" y="2854325"/>
          <p14:tracePt t="39862" x="4632325" y="2808288"/>
          <p14:tracePt t="39869" x="4706938" y="2754313"/>
          <p14:tracePt t="39879" x="4784725" y="2684463"/>
          <p14:tracePt t="39886" x="4872038" y="2619375"/>
          <p14:tracePt t="39894" x="4970463" y="2536825"/>
          <p14:tracePt t="39908" x="5057775" y="2444750"/>
          <p14:tracePt t="39912" x="5153025" y="2370138"/>
          <p14:tracePt t="39918" x="5230813" y="2276475"/>
          <p14:tracePt t="39926" x="5305425" y="2197100"/>
          <p14:tracePt t="39934" x="5387975" y="2111375"/>
          <p14:tracePt t="39942" x="5449888" y="2036763"/>
          <p14:tracePt t="39950" x="5503863" y="1962150"/>
          <p14:tracePt t="39957" x="5553075" y="1900238"/>
          <p14:tracePt t="39966" x="5602288" y="1830388"/>
          <p14:tracePt t="39972" x="5648325" y="1776413"/>
          <p14:tracePt t="39982" x="5664200" y="1730375"/>
          <p14:tracePt t="39992" x="5697538" y="1701800"/>
          <p14:tracePt t="39995" x="5710238" y="1668463"/>
          <p14:tracePt t="40003" x="5722938" y="1652588"/>
          <p14:tracePt t="40012" x="5722938" y="1631950"/>
          <p14:tracePt t="40020" x="5726113" y="1627188"/>
          <p14:tracePt t="40028" x="5734050" y="1614488"/>
          <p14:tracePt t="40036" x="5734050" y="1606550"/>
          <p14:tracePt t="40092" x="5730875" y="1606550"/>
          <p14:tracePt t="40100" x="5722938" y="1606550"/>
          <p14:tracePt t="40108" x="5705475" y="1611313"/>
          <p14:tracePt t="40116" x="5692775" y="1619250"/>
          <p14:tracePt t="40125" x="5672138" y="1631950"/>
          <p14:tracePt t="40132" x="5648325" y="1644650"/>
          <p14:tracePt t="40140" x="5622925" y="1647825"/>
          <p14:tracePt t="40148" x="5581650" y="1660525"/>
          <p14:tracePt t="40157" x="5548313" y="1673225"/>
          <p14:tracePt t="40164" x="5507038" y="1685925"/>
          <p14:tracePt t="40172" x="5470525" y="1709738"/>
          <p14:tracePt t="40180" x="5421313" y="1735138"/>
          <p14:tracePt t="40188" x="5370513" y="1758950"/>
          <p14:tracePt t="40196" x="5321300" y="1784350"/>
          <p14:tracePt t="40204" x="5259388" y="1820863"/>
          <p14:tracePt t="40212" x="5210175" y="1846263"/>
          <p14:tracePt t="40220" x="5160963" y="1882775"/>
          <p14:tracePt t="40228" x="5114925" y="1903413"/>
          <p14:tracePt t="40236" x="5091113" y="1920875"/>
          <p14:tracePt t="40244" x="5073650" y="1933575"/>
          <p14:tracePt t="40252" x="5060950" y="1941513"/>
          <p14:tracePt t="40260" x="5053013" y="1944688"/>
          <p14:tracePt t="40268" x="5049838" y="1944688"/>
          <p14:tracePt t="40276" x="5040313" y="1954213"/>
          <p14:tracePt t="40301" x="5040313" y="1957388"/>
          <p14:tracePt t="40309" x="5037138" y="1957388"/>
          <p14:tracePt t="40324" x="5024438" y="1965325"/>
          <p14:tracePt t="40332" x="5016500" y="1970088"/>
          <p14:tracePt t="40341" x="5011738" y="1970088"/>
          <p14:tracePt t="40348" x="4999038" y="1982788"/>
          <p14:tracePt t="40356" x="4987925" y="1990725"/>
          <p14:tracePt t="40364" x="4967288" y="2003425"/>
          <p14:tracePt t="40372" x="4949825" y="2008188"/>
          <p14:tracePt t="40380" x="4929188" y="2016125"/>
          <p14:tracePt t="40388" x="4905375" y="2028825"/>
          <p14:tracePt t="40396" x="4887913" y="2032000"/>
          <p14:tracePt t="40404" x="4867275" y="2039938"/>
          <p14:tracePt t="40412" x="4854575" y="2044700"/>
          <p14:tracePt t="40420" x="4838700" y="2052638"/>
          <p14:tracePt t="40428" x="4818063" y="2057400"/>
          <p14:tracePt t="40436" x="4802188" y="2065338"/>
          <p14:tracePt t="40444" x="4789488" y="2070100"/>
          <p14:tracePt t="40451" x="4768850" y="2078038"/>
          <p14:tracePt t="40462" x="4751388" y="2078038"/>
          <p14:tracePt t="40470" x="4740275" y="2081213"/>
          <p14:tracePt t="40476" x="4727575" y="2081213"/>
          <p14:tracePt t="40483" x="4706938" y="2090738"/>
          <p14:tracePt t="40493" x="4689475" y="2090738"/>
          <p14:tracePt t="40499" x="4668838" y="2093913"/>
          <p14:tracePt t="40508" x="4652963" y="2101850"/>
          <p14:tracePt t="40517" x="4632325" y="2106613"/>
          <p14:tracePt t="40526" x="4606925" y="2114550"/>
          <p14:tracePt t="40531" x="4570413" y="2119313"/>
          <p14:tracePt t="40541" x="4554538" y="2127250"/>
          <p14:tracePt t="40548" x="4529138" y="2132013"/>
          <p14:tracePt t="40556" x="4503738" y="2139950"/>
          <p14:tracePt t="40564" x="4479925" y="2143125"/>
          <p14:tracePt t="40572" x="4454525" y="2155825"/>
          <p14:tracePt t="40580" x="4430713" y="2155825"/>
          <p14:tracePt t="40588" x="4392613" y="2163763"/>
          <p14:tracePt t="40596" x="4367213" y="2163763"/>
          <p14:tracePt t="40604" x="4330700" y="2168525"/>
          <p14:tracePt t="40612" x="4284663" y="2176463"/>
          <p14:tracePt t="40619" x="4235450" y="2176463"/>
          <p14:tracePt t="40628" x="4198938" y="2176463"/>
          <p14:tracePt t="40636" x="4149725" y="2176463"/>
          <p14:tracePt t="40644" x="4098925" y="2176463"/>
          <p14:tracePt t="40652" x="4049713" y="2176463"/>
          <p14:tracePt t="40660" x="3995738" y="2189163"/>
          <p14:tracePt t="40668" x="3925888" y="2193925"/>
          <p14:tracePt t="40676" x="3860800" y="2193925"/>
          <p14:tracePt t="40682" x="3786188" y="2205038"/>
          <p14:tracePt t="40690" x="3716338" y="2214563"/>
          <p14:tracePt t="40698" x="3641725" y="2225675"/>
          <p14:tracePt t="40706" x="3579813" y="2230438"/>
          <p14:tracePt t="40714" x="3530600" y="2238375"/>
          <p14:tracePt t="40722" x="3492500" y="2251075"/>
          <p14:tracePt t="40730" x="3463925" y="2255838"/>
          <p14:tracePt t="40738" x="3427413" y="2255838"/>
          <p14:tracePt t="40746" x="3389313" y="2263775"/>
          <p14:tracePt t="40754" x="3355975" y="2263775"/>
          <p14:tracePt t="40762" x="3319463" y="2263775"/>
          <p14:tracePt t="40770" x="3294063" y="2263775"/>
          <p14:tracePt t="40778" x="3270250" y="2263775"/>
          <p14:tracePt t="40788" x="3244850" y="2266950"/>
          <p14:tracePt t="40795" x="3221038" y="2276475"/>
          <p14:tracePt t="40804" x="3203575" y="2276475"/>
          <p14:tracePt t="40810" x="3190875" y="2276475"/>
          <p14:tracePt t="40819" x="3179763" y="2276475"/>
          <p14:tracePt t="40828" x="3170238" y="2276475"/>
          <p14:tracePt t="40834" x="3167063" y="2276475"/>
          <p14:tracePt t="40842" x="3159125" y="2276475"/>
          <p14:tracePt t="40860" x="3154363" y="2276475"/>
          <p14:tracePt t="40890" x="3146425" y="2276475"/>
          <p14:tracePt t="40922" x="3146425" y="2279650"/>
          <p14:tracePt t="40962" x="3159125" y="2279650"/>
          <p14:tracePt t="40971" x="3182938" y="2279650"/>
          <p14:tracePt t="40978" x="3208338" y="2287588"/>
          <p14:tracePt t="40986" x="3236913" y="2287588"/>
          <p14:tracePt t="40993" x="3273425" y="2287588"/>
          <p14:tracePt t="41002" x="3319463" y="2287588"/>
          <p14:tracePt t="41010" x="3348038" y="2287588"/>
          <p14:tracePt t="41019" x="3394075" y="2287588"/>
          <p14:tracePt t="41025" x="3422650" y="2287588"/>
          <p14:tracePt t="41034" x="3471863" y="2292350"/>
          <p14:tracePt t="41043" x="3509963" y="2300288"/>
          <p14:tracePt t="41050" x="3559175" y="2300288"/>
          <p14:tracePt t="41059" x="3608388" y="2300288"/>
          <p14:tracePt t="41066" x="3654425" y="2305050"/>
          <p14:tracePt t="41074" x="3690938" y="2305050"/>
          <p14:tracePt t="41083" x="3740150" y="2305050"/>
          <p14:tracePt t="41091" x="3778250" y="2312988"/>
          <p14:tracePt t="41099" x="3819525" y="2312988"/>
          <p14:tracePt t="41106" x="3851275" y="2312988"/>
          <p14:tracePt t="41114" x="3892550" y="2312988"/>
          <p14:tracePt t="41122" x="3913188" y="2312988"/>
          <p14:tracePt t="41130" x="3930650" y="2312988"/>
          <p14:tracePt t="41139" x="3943350" y="2312988"/>
          <p14:tracePt t="41147" x="3951288" y="2312988"/>
          <p14:tracePt t="41155" x="3954463" y="2312988"/>
          <p14:tracePt t="41162" x="3967163" y="2312988"/>
          <p14:tracePt t="41170" x="3975100" y="2312988"/>
          <p14:tracePt t="41178" x="3979863" y="2312988"/>
          <p14:tracePt t="41186" x="3987800" y="2312988"/>
          <p14:tracePt t="41202" x="3992563" y="2312988"/>
          <p14:tracePt t="41210" x="4000500" y="2312988"/>
          <p14:tracePt t="41218" x="4005263" y="2308225"/>
          <p14:tracePt t="41226" x="4016375" y="2308225"/>
          <p14:tracePt t="41234" x="4029075" y="2308225"/>
          <p14:tracePt t="41243" x="4049713" y="2300288"/>
          <p14:tracePt t="41250" x="4062413" y="2297113"/>
          <p14:tracePt t="41259" x="4078288" y="2297113"/>
          <p14:tracePt t="41266" x="4098925" y="2297113"/>
          <p14:tracePt t="41274" x="4124325" y="2287588"/>
          <p14:tracePt t="41282" x="4152900" y="2287588"/>
          <p14:tracePt t="41290" x="4186238" y="2284413"/>
          <p14:tracePt t="41298" x="4214813" y="2284413"/>
          <p14:tracePt t="41306" x="4252913" y="2276475"/>
          <p14:tracePt t="41314" x="4289425" y="2271713"/>
          <p14:tracePt t="41322" x="4335463" y="2271713"/>
          <p14:tracePt t="41330" x="4371975" y="2263775"/>
          <p14:tracePt t="41339" x="4421188" y="2238375"/>
          <p14:tracePt t="41346" x="4459288" y="2235200"/>
          <p14:tracePt t="41352" x="4508500" y="2222500"/>
          <p14:tracePt t="41362" x="4557713" y="2197100"/>
          <p14:tracePt t="41370" x="4586288" y="2189163"/>
          <p14:tracePt t="41378" x="4632325" y="2173288"/>
          <p14:tracePt t="41386" x="4657725" y="2163763"/>
          <p14:tracePt t="41394" x="4699000" y="2147888"/>
          <p14:tracePt t="41402" x="4730750" y="2139950"/>
          <p14:tracePt t="41411" x="4760913" y="2127250"/>
          <p14:tracePt t="41418" x="4792663" y="2122488"/>
          <p14:tracePt t="41427" x="4805363" y="2114550"/>
          <p14:tracePt t="41433" x="4830763" y="2111375"/>
          <p14:tracePt t="41440" x="4843463" y="2101850"/>
          <p14:tracePt t="41448" x="4859338" y="2098675"/>
          <p14:tracePt t="41459" x="4872038" y="2090738"/>
          <p14:tracePt t="41466" x="4892675" y="2090738"/>
          <p14:tracePt t="41471" x="4895850" y="2085975"/>
          <p14:tracePt t="41480" x="4905375" y="2078038"/>
          <p14:tracePt t="41488" x="4916488" y="2078038"/>
          <p14:tracePt t="41496" x="4929188" y="2073275"/>
          <p14:tracePt t="41504" x="4933950" y="2065338"/>
          <p14:tracePt t="41512" x="4946650" y="2060575"/>
          <p14:tracePt t="41520" x="4954588" y="2060575"/>
          <p14:tracePt t="41527" x="4957763" y="2052638"/>
          <p14:tracePt t="41536" x="4967288" y="2052638"/>
          <p14:tracePt t="41546" x="4967288" y="2049463"/>
          <p14:tracePt t="41552" x="4970463" y="2049463"/>
          <p14:tracePt t="41560" x="4978400" y="2039938"/>
          <p14:tracePt t="41568" x="4983163" y="2036763"/>
          <p14:tracePt t="41584" x="4991100" y="2036763"/>
          <p14:tracePt t="41593" x="5003800" y="2024063"/>
          <p14:tracePt t="41608" x="5008563" y="2024063"/>
          <p14:tracePt t="41616" x="5008563" y="2016125"/>
          <p14:tracePt t="41658" x="5016500" y="2016125"/>
          <p14:tracePt t="41673" x="5016500" y="2011363"/>
          <p14:tracePt t="41696" x="5019675" y="2011363"/>
          <p14:tracePt t="41728" x="5019675" y="2003425"/>
          <p14:tracePt t="41744" x="5029200" y="2003425"/>
          <p14:tracePt t="41848" x="5016500" y="2003425"/>
          <p14:tracePt t="41856" x="5011738" y="2008188"/>
          <p14:tracePt t="41864" x="5003800" y="2016125"/>
          <p14:tracePt t="41872" x="4999038" y="2019300"/>
          <p14:tracePt t="41893" x="4987925" y="2052638"/>
          <p14:tracePt t="41909" x="4967288" y="2114550"/>
          <p14:tracePt t="41912" x="4949825" y="2152650"/>
          <p14:tracePt t="41920" x="4937125" y="2201863"/>
          <p14:tracePt t="41928" x="4926013" y="2266950"/>
          <p14:tracePt t="41936" x="4905375" y="2349500"/>
          <p14:tracePt t="41944" x="4900613" y="2436813"/>
          <p14:tracePt t="41950" x="4887913" y="2547938"/>
          <p14:tracePt t="41960" x="4879975" y="2651125"/>
          <p14:tracePt t="41968" x="4879975" y="2763838"/>
          <p14:tracePt t="41974" x="4892675" y="2874963"/>
          <p14:tracePt t="41982" x="4921250" y="2998788"/>
          <p14:tracePt t="41991" x="4957763" y="3117850"/>
          <p14:tracePt t="41998" x="5008563" y="3221038"/>
          <p14:tracePt t="42007" x="5065713" y="3341688"/>
          <p14:tracePt t="42014" x="5127625" y="3444875"/>
          <p14:tracePt t="42023" x="5181600" y="3552825"/>
          <p14:tracePt t="42030" x="5243513" y="3643313"/>
          <p14:tracePt t="42041" x="5300663" y="3749675"/>
          <p14:tracePt t="42046" x="5349875" y="3824288"/>
          <p14:tracePt t="42054" x="5387975" y="3898900"/>
          <p14:tracePt t="42061" x="5416550" y="3965575"/>
          <p14:tracePt t="42073" x="5449888" y="4022725"/>
          <p14:tracePt t="42079" x="5465763" y="4097338"/>
          <p14:tracePt t="42087" x="5486400" y="4171950"/>
          <p14:tracePt t="42095" x="5503863" y="4238625"/>
          <p14:tracePt t="42101" x="5524500" y="4321175"/>
          <p14:tracePt t="42109" x="5540375" y="4398963"/>
          <p14:tracePt t="42118" x="5553075" y="4486275"/>
          <p14:tracePt t="42129" x="5561013" y="4559300"/>
          <p14:tracePt t="42134" x="5573713" y="4630738"/>
          <p14:tracePt t="42144" x="5576888" y="4705350"/>
          <p14:tracePt t="42150" x="5576888" y="4778375"/>
          <p14:tracePt t="42158" x="5586413" y="4840288"/>
          <p14:tracePt t="42166" x="5586413" y="4894263"/>
          <p14:tracePt t="42175" x="5589588" y="4953000"/>
          <p14:tracePt t="42182" x="5589588" y="5002213"/>
          <p14:tracePt t="42190" x="5602288" y="5051425"/>
          <p14:tracePt t="42198" x="5614988" y="5113338"/>
          <p14:tracePt t="42207" x="5627688" y="5151438"/>
          <p14:tracePt t="42214" x="5635625" y="5180013"/>
          <p14:tracePt t="42223" x="5648325" y="5224463"/>
          <p14:tracePt t="42230" x="5651500" y="5254625"/>
          <p14:tracePt t="42239" x="5664200" y="5278438"/>
          <p14:tracePt t="42246" x="5664200" y="5303838"/>
          <p14:tracePt t="42254" x="5672138" y="5324475"/>
          <p14:tracePt t="42262" x="5676900" y="5348288"/>
          <p14:tracePt t="42270" x="5676900" y="5373688"/>
          <p14:tracePt t="42278" x="5689600" y="5399088"/>
          <p14:tracePt t="42286" x="5697538" y="5414963"/>
          <p14:tracePt t="42293" x="5710238" y="5440363"/>
          <p14:tracePt t="42301" x="5713413" y="5451475"/>
          <p14:tracePt t="42312" x="5722938" y="5464175"/>
          <p14:tracePt t="42318" x="5726113" y="5472113"/>
          <p14:tracePt t="42327" x="5734050" y="5476875"/>
          <p14:tracePt t="42335" x="5734050" y="5484813"/>
          <p14:tracePt t="42342" x="5738813" y="5484813"/>
          <p14:tracePt t="42391" x="5746750" y="5484813"/>
          <p14:tracePt t="42407" x="5746750" y="5489575"/>
          <p14:tracePt t="42414" x="5751513" y="5489575"/>
          <p14:tracePt t="42423" x="5764213" y="5489575"/>
          <p14:tracePt t="42430" x="5772150" y="5497513"/>
          <p14:tracePt t="42438" x="5784850" y="5497513"/>
          <p14:tracePt t="42446" x="5788025" y="5497513"/>
          <p14:tracePt t="42472" x="5795963" y="5497513"/>
          <p14:tracePt t="42502" x="5800725" y="5497513"/>
          <p14:tracePt t="42636" x="5795963" y="5497513"/>
          <p14:tracePt t="42644" x="5792788" y="5497513"/>
          <p14:tracePt t="42652" x="5772150" y="5497513"/>
          <p14:tracePt t="42661" x="5767388" y="5497513"/>
          <p14:tracePt t="42668" x="5746750" y="5497513"/>
          <p14:tracePt t="42677" x="5734050" y="5497513"/>
          <p14:tracePt t="42684" x="5722938" y="5497513"/>
          <p14:tracePt t="42692" x="5697538" y="5497513"/>
          <p14:tracePt t="42700" x="5681663" y="5492750"/>
          <p14:tracePt t="42708" x="5668963" y="5492750"/>
          <p14:tracePt t="42716" x="5656263" y="5492750"/>
          <p14:tracePt t="42724" x="5635625" y="5492750"/>
          <p14:tracePt t="42732" x="5622925" y="5492750"/>
          <p14:tracePt t="42741" x="5618163" y="5492750"/>
          <p14:tracePt t="42748" x="5610225" y="5484813"/>
          <p14:tracePt t="42756" x="5597525" y="5484813"/>
          <p14:tracePt t="42764" x="5594350" y="5484813"/>
          <p14:tracePt t="42772" x="5586413" y="5484813"/>
          <p14:tracePt t="42779" x="5581650" y="5484813"/>
          <p14:tracePt t="42796" x="5573713" y="5484813"/>
          <p14:tracePt t="42804" x="5568950" y="5484813"/>
          <p14:tracePt t="42814" x="5561013" y="5484813"/>
          <p14:tracePt t="42827" x="5556250" y="5484813"/>
          <p14:tracePt t="42843" x="5548313" y="5484813"/>
          <p14:tracePt t="42860" x="5545138" y="5484813"/>
          <p14:tracePt t="42869" x="5535613" y="5484813"/>
          <p14:tracePt t="42877" x="5519738" y="5489575"/>
          <p14:tracePt t="42884" x="5511800" y="5489575"/>
          <p14:tracePt t="42892" x="5494338" y="5502275"/>
          <p14:tracePt t="42911" x="5462588" y="5510213"/>
          <p14:tracePt t="42915" x="5437188" y="5513388"/>
          <p14:tracePt t="42924" x="5424488" y="5522913"/>
          <p14:tracePt t="42932" x="5400675" y="5522913"/>
          <p14:tracePt t="42940" x="5383213" y="5526088"/>
          <p14:tracePt t="42948" x="5362575" y="5526088"/>
          <p14:tracePt t="42956" x="5349875" y="5534025"/>
          <p14:tracePt t="42964" x="5334000" y="5534025"/>
          <p14:tracePt t="42972" x="5326063" y="5538788"/>
          <p14:tracePt t="42979" x="5313363" y="5538788"/>
          <p14:tracePt t="42988" x="5308600" y="5546725"/>
          <p14:tracePt t="42996" x="5297488" y="5546725"/>
          <p14:tracePt t="43004" x="5287963" y="5551488"/>
          <p14:tracePt t="43013" x="5284788" y="5559425"/>
          <p14:tracePt t="43020" x="5276850" y="5559425"/>
          <p14:tracePt t="43028" x="5272088" y="5564188"/>
          <p14:tracePt t="43036" x="5264150" y="5564188"/>
          <p14:tracePt t="43044" x="5259388" y="5572125"/>
          <p14:tracePt t="43062" x="5251450" y="5572125"/>
          <p14:tracePt t="43068" x="5251450" y="5576888"/>
          <p14:tracePt t="43076" x="5246688" y="5576888"/>
          <p14:tracePt t="43092" x="5238750" y="5584825"/>
          <p14:tracePt t="43107" x="5235575" y="5584825"/>
          <p14:tracePt t="43117" x="5235575" y="5588000"/>
          <p14:tracePt t="43122" x="5226050" y="5597525"/>
          <p14:tracePt t="43130" x="5222875" y="5597525"/>
          <p14:tracePt t="43138" x="5214938" y="5600700"/>
          <p14:tracePt t="43146" x="5210175" y="5608638"/>
          <p14:tracePt t="43154" x="5197475" y="5608638"/>
          <p14:tracePt t="43162" x="5189538" y="5613400"/>
          <p14:tracePt t="43170" x="5176838" y="5621338"/>
          <p14:tracePt t="43178" x="5164138" y="5626100"/>
          <p14:tracePt t="43186" x="5153025" y="5634038"/>
          <p14:tracePt t="43194" x="5140325" y="5646738"/>
          <p14:tracePt t="43202" x="5135563" y="5646738"/>
          <p14:tracePt t="43212" x="5122863" y="5649913"/>
          <p14:tracePt t="43218" x="5114925" y="5659438"/>
          <p14:tracePt t="43226" x="5102225" y="5662613"/>
          <p14:tracePt t="43235" x="5099050" y="5670550"/>
          <p14:tracePt t="43242" x="5086350" y="5675313"/>
          <p14:tracePt t="43251" x="5078413" y="5683250"/>
          <p14:tracePt t="43261" x="5065713" y="5688013"/>
          <p14:tracePt t="43266" x="5060950" y="5688013"/>
          <p14:tracePt t="43276" x="5053013" y="5688013"/>
          <p14:tracePt t="43282" x="5053013" y="5700713"/>
          <p14:tracePt t="43290" x="5049838" y="5708650"/>
          <p14:tracePt t="43298" x="5040313" y="5708650"/>
          <p14:tracePt t="43306" x="5029200" y="5711825"/>
          <p14:tracePt t="43317" x="5029200" y="5721350"/>
          <p14:tracePt t="43322" x="5024438" y="5721350"/>
          <p14:tracePt t="43329" x="5016500" y="5724525"/>
          <p14:tracePt t="43338" x="5011738" y="5724525"/>
          <p14:tracePt t="43346" x="5003800" y="5732463"/>
          <p14:tracePt t="43354" x="4999038" y="5732463"/>
          <p14:tracePt t="43362" x="4991100" y="5732463"/>
          <p14:tracePt t="43370" x="4991100" y="5737225"/>
          <p14:tracePt t="44518" x="4987925" y="5737225"/>
          <p14:tracePt t="44527" x="4978400" y="5737225"/>
          <p14:tracePt t="44534" x="4975225" y="5737225"/>
          <p14:tracePt t="44542" x="4967288" y="5737225"/>
          <p14:tracePt t="44550" x="4962525" y="5737225"/>
          <p14:tracePt t="44565" x="4949825" y="5737225"/>
          <p14:tracePt t="44581" x="4941888" y="5745163"/>
          <p14:tracePt t="44590" x="4937125" y="5745163"/>
          <p14:tracePt t="44598" x="4929188" y="5745163"/>
          <p14:tracePt t="44614" x="4926013" y="5749925"/>
          <p14:tracePt t="47300" x="4916488" y="5749925"/>
          <p14:tracePt t="47308" x="4913313" y="5749925"/>
          <p14:tracePt t="47316" x="4900613" y="5749925"/>
          <p14:tracePt t="47324" x="4887913" y="5745163"/>
          <p14:tracePt t="47331" x="4875213" y="5732463"/>
          <p14:tracePt t="47341" x="4867275" y="5732463"/>
          <p14:tracePt t="47350" x="4854575" y="5729288"/>
          <p14:tracePt t="48057" x="4851400" y="5729288"/>
          <p14:tracePt t="48064" x="4843463" y="5721350"/>
          <p14:tracePt t="48074" x="4838700" y="5716588"/>
          <p14:tracePt t="48080" x="4818063" y="5708650"/>
          <p14:tracePt t="48088" x="4805363" y="5691188"/>
          <p14:tracePt t="48095" x="4776788" y="5670550"/>
          <p14:tracePt t="48104" x="4751388" y="5654675"/>
          <p14:tracePt t="48115" x="4727575" y="5641975"/>
          <p14:tracePt t="48120" x="4694238" y="5618163"/>
          <p14:tracePt t="48128" x="4668838" y="5597525"/>
          <p14:tracePt t="48136" x="4665663" y="5592763"/>
          <p14:tracePt t="48144" x="4645025" y="5580063"/>
          <p14:tracePt t="48152" x="4640263" y="5572125"/>
          <p14:tracePt t="48160" x="4640263" y="5567363"/>
          <p14:tracePt t="49087" x="4640263" y="5584825"/>
          <p14:tracePt t="49092" x="4627563" y="5613400"/>
          <p14:tracePt t="49100" x="4619625" y="5634038"/>
          <p14:tracePt t="49110" x="4619625" y="5649913"/>
          <p14:tracePt t="49118" x="4606925" y="5670550"/>
          <p14:tracePt t="49124" x="4603750" y="5683250"/>
          <p14:tracePt t="49134" x="4595813" y="5695950"/>
          <p14:tracePt t="49140" x="4583113" y="5708650"/>
          <p14:tracePt t="49148" x="4570413" y="5721350"/>
          <p14:tracePt t="49157" x="4557713" y="5737225"/>
          <p14:tracePt t="49164" x="4541838" y="5745163"/>
          <p14:tracePt t="49172" x="4521200" y="5757863"/>
          <p14:tracePt t="49180" x="4483100" y="5770563"/>
          <p14:tracePt t="49188" x="4454525" y="5773738"/>
          <p14:tracePt t="49196" x="4405313" y="5773738"/>
          <p14:tracePt t="49204" x="4356100" y="5773738"/>
          <p14:tracePt t="49212" x="4284663" y="5773738"/>
          <p14:tracePt t="49220" x="4211638" y="5773738"/>
          <p14:tracePt t="49230" x="4137025" y="5770563"/>
          <p14:tracePt t="49235" x="4049713" y="5757863"/>
          <p14:tracePt t="49244" x="3975100" y="5732463"/>
          <p14:tracePt t="49254" x="3897313" y="5695950"/>
          <p14:tracePt t="49260" x="3814763" y="5654675"/>
          <p14:tracePt t="49270" x="3740150" y="5597525"/>
          <p14:tracePt t="49276" x="3675063" y="5518150"/>
          <p14:tracePt t="49285" x="3600450" y="5435600"/>
          <p14:tracePt t="49294" x="3538538" y="5337175"/>
          <p14:tracePt t="49301" x="3463925" y="5213350"/>
          <p14:tracePt t="49308" x="3389313" y="5087938"/>
          <p14:tracePt t="49317" x="3303588" y="4973638"/>
          <p14:tracePt t="49324" x="3208338" y="4837113"/>
          <p14:tracePt t="49332" x="3108325" y="4705350"/>
          <p14:tracePt t="49340" x="3022600" y="4568825"/>
          <p14:tracePt t="49349" x="2935288" y="4445000"/>
          <p14:tracePt t="49358" x="2868613" y="4332288"/>
          <p14:tracePt t="49364" x="2795588" y="4229100"/>
          <p14:tracePt t="49372" x="2733675" y="4133850"/>
          <p14:tracePt t="49380" x="2671763" y="4056063"/>
          <p14:tracePt t="49388" x="2613025" y="3981450"/>
          <p14:tracePt t="49396" x="2559050" y="3924300"/>
          <p14:tracePt t="49404" x="2501900" y="3875088"/>
          <p14:tracePt t="49412" x="2452688" y="3836988"/>
          <p14:tracePt t="49420" x="2411413" y="3808413"/>
          <p14:tracePt t="49428" x="2341563" y="3783013"/>
          <p14:tracePt t="49436" x="2287588" y="3762375"/>
          <p14:tracePt t="49444" x="2217738" y="3746500"/>
          <p14:tracePt t="49452" x="2138363" y="3738563"/>
          <p14:tracePt t="49459" x="2068513" y="3725863"/>
          <p14:tracePt t="49467" x="1993900" y="3721100"/>
          <p14:tracePt t="49476" x="1919288" y="3713163"/>
          <p14:tracePt t="49484" x="1833563" y="3713163"/>
          <p14:tracePt t="49492" x="1754188" y="3697288"/>
          <p14:tracePt t="49502" x="1655763" y="3697288"/>
          <p14:tracePt t="49508" x="1555750" y="3687763"/>
          <p14:tracePt t="49519" x="1449388" y="3676650"/>
          <p14:tracePt t="49524" x="1346200" y="3663950"/>
          <p14:tracePt t="49531" x="1250950" y="3663950"/>
          <p14:tracePt t="49542" x="1147763" y="3659188"/>
          <p14:tracePt t="49549" x="1039813" y="3651250"/>
          <p14:tracePt t="49556" x="949325" y="3651250"/>
          <p14:tracePt t="49564" x="842963" y="3651250"/>
          <p14:tracePt t="49572" x="750888" y="3651250"/>
          <p14:tracePt t="49579" x="657225" y="3651250"/>
          <p14:tracePt t="49588" x="552450" y="3651250"/>
          <p14:tracePt t="49598" x="441325" y="3651250"/>
          <p14:tracePt t="49602" x="304800" y="3656013"/>
          <p14:tracePt t="49614" x="160338" y="3667125"/>
          <p14:tracePt t="49620" x="20638" y="3676650"/>
        </p14:tracePtLst>
      </p14:laserTraceLst>
    </p:ext>
  </p:extLs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Footer Placeholder 3"/>
          <p:cNvSpPr>
            <a:spLocks noGrp="1"/>
          </p:cNvSpPr>
          <p:nvPr>
            <p:ph type="ftr" sz="quarter" idx="11"/>
          </p:nvPr>
        </p:nvSpPr>
        <p:spPr>
          <a:xfrm>
            <a:off x="3586626" y="7210864"/>
            <a:ext cx="1812428" cy="227640"/>
          </a:xfrm>
        </p:spPr>
        <p:txBody>
          <a:bodyPr/>
          <a:lstStyle/>
          <a:p>
            <a:pPr algn="r">
              <a:defRPr/>
            </a:pPr>
            <a:r>
              <a:rPr lang="nn-NO">
                <a:ea typeface="ＭＳ Ｐゴシック" pitchFamily="34" charset="-128"/>
              </a:rPr>
              <a:t>Side/Page</a:t>
            </a:r>
          </a:p>
        </p:txBody>
      </p:sp>
      <p:sp>
        <p:nvSpPr>
          <p:cNvPr id="50179" name="Slide Number Placeholder 4"/>
          <p:cNvSpPr>
            <a:spLocks noGrp="1"/>
          </p:cNvSpPr>
          <p:nvPr>
            <p:ph type="sldNum" sz="quarter" idx="12"/>
          </p:nvPr>
        </p:nvSpPr>
        <p:spPr>
          <a:xfrm>
            <a:off x="5319119" y="7210864"/>
            <a:ext cx="3862920" cy="22764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2627">
                <a:solidFill>
                  <a:schemeClr val="tx1"/>
                </a:solidFill>
                <a:latin typeface="Calibri" panose="020F0502020204030204" pitchFamily="34" charset="0"/>
                <a:ea typeface="MS PGothic" panose="020B0600070205080204" pitchFamily="34" charset="-128"/>
              </a:defRPr>
            </a:lvl1pPr>
            <a:lvl2pPr marL="813233" indent="-312782" eaLnBrk="0" hangingPunct="0">
              <a:spcBef>
                <a:spcPct val="20000"/>
              </a:spcBef>
              <a:buChar char="–"/>
              <a:defRPr sz="2189">
                <a:solidFill>
                  <a:schemeClr val="tx1"/>
                </a:solidFill>
                <a:latin typeface="Calibri" panose="020F0502020204030204" pitchFamily="34" charset="0"/>
                <a:ea typeface="MS PGothic" panose="020B0600070205080204" pitchFamily="34" charset="-128"/>
              </a:defRPr>
            </a:lvl2pPr>
            <a:lvl3pPr marL="1251128" indent="-250226" eaLnBrk="0" hangingPunct="0">
              <a:spcBef>
                <a:spcPct val="20000"/>
              </a:spcBef>
              <a:buChar char="•"/>
              <a:defRPr sz="1751">
                <a:solidFill>
                  <a:schemeClr val="tx1"/>
                </a:solidFill>
                <a:latin typeface="Calibri" panose="020F0502020204030204" pitchFamily="34" charset="0"/>
                <a:ea typeface="MS PGothic" panose="020B0600070205080204" pitchFamily="34" charset="-128"/>
              </a:defRPr>
            </a:lvl3pPr>
            <a:lvl4pPr marL="1751579" indent="-250226" eaLnBrk="0" hangingPunct="0">
              <a:spcBef>
                <a:spcPct val="20000"/>
              </a:spcBef>
              <a:buChar char="–"/>
              <a:defRPr sz="1532">
                <a:solidFill>
                  <a:schemeClr val="tx1"/>
                </a:solidFill>
                <a:latin typeface="Calibri" panose="020F0502020204030204" pitchFamily="34" charset="0"/>
                <a:ea typeface="MS PGothic" panose="020B0600070205080204" pitchFamily="34" charset="-128"/>
              </a:defRPr>
            </a:lvl4pPr>
            <a:lvl5pPr marL="2252030" indent="-250226" eaLnBrk="0" hangingPunct="0">
              <a:spcBef>
                <a:spcPct val="20000"/>
              </a:spcBef>
              <a:buChar char="»"/>
              <a:defRPr sz="1532">
                <a:solidFill>
                  <a:schemeClr val="tx1"/>
                </a:solidFill>
                <a:latin typeface="Calibri" panose="020F0502020204030204" pitchFamily="34" charset="0"/>
                <a:ea typeface="MS PGothic" panose="020B0600070205080204" pitchFamily="34" charset="-128"/>
              </a:defRPr>
            </a:lvl5pPr>
            <a:lvl6pPr marL="2752481" indent="-250226" eaLnBrk="0" fontAlgn="base" hangingPunct="0">
              <a:spcBef>
                <a:spcPct val="20000"/>
              </a:spcBef>
              <a:spcAft>
                <a:spcPct val="0"/>
              </a:spcAft>
              <a:buChar char="»"/>
              <a:defRPr sz="1532">
                <a:solidFill>
                  <a:schemeClr val="tx1"/>
                </a:solidFill>
                <a:latin typeface="Calibri" panose="020F0502020204030204" pitchFamily="34" charset="0"/>
                <a:ea typeface="MS PGothic" panose="020B0600070205080204" pitchFamily="34" charset="-128"/>
              </a:defRPr>
            </a:lvl6pPr>
            <a:lvl7pPr marL="3252932" indent="-250226" eaLnBrk="0" fontAlgn="base" hangingPunct="0">
              <a:spcBef>
                <a:spcPct val="20000"/>
              </a:spcBef>
              <a:spcAft>
                <a:spcPct val="0"/>
              </a:spcAft>
              <a:buChar char="»"/>
              <a:defRPr sz="1532">
                <a:solidFill>
                  <a:schemeClr val="tx1"/>
                </a:solidFill>
                <a:latin typeface="Calibri" panose="020F0502020204030204" pitchFamily="34" charset="0"/>
                <a:ea typeface="MS PGothic" panose="020B0600070205080204" pitchFamily="34" charset="-128"/>
              </a:defRPr>
            </a:lvl7pPr>
            <a:lvl8pPr marL="3753383" indent="-250226" eaLnBrk="0" fontAlgn="base" hangingPunct="0">
              <a:spcBef>
                <a:spcPct val="20000"/>
              </a:spcBef>
              <a:spcAft>
                <a:spcPct val="0"/>
              </a:spcAft>
              <a:buChar char="»"/>
              <a:defRPr sz="1532">
                <a:solidFill>
                  <a:schemeClr val="tx1"/>
                </a:solidFill>
                <a:latin typeface="Calibri" panose="020F0502020204030204" pitchFamily="34" charset="0"/>
                <a:ea typeface="MS PGothic" panose="020B0600070205080204" pitchFamily="34" charset="-128"/>
              </a:defRPr>
            </a:lvl8pPr>
            <a:lvl9pPr marL="4253835" indent="-250226" eaLnBrk="0" fontAlgn="base" hangingPunct="0">
              <a:spcBef>
                <a:spcPct val="20000"/>
              </a:spcBef>
              <a:spcAft>
                <a:spcPct val="0"/>
              </a:spcAft>
              <a:buChar char="»"/>
              <a:defRPr sz="1532">
                <a:solidFill>
                  <a:schemeClr val="tx1"/>
                </a:solidFill>
                <a:latin typeface="Calibri" panose="020F0502020204030204" pitchFamily="34" charset="0"/>
                <a:ea typeface="MS PGothic" panose="020B0600070205080204" pitchFamily="34" charset="-128"/>
              </a:defRPr>
            </a:lvl9pPr>
          </a:lstStyle>
          <a:p>
            <a:pPr algn="l" eaLnBrk="1" hangingPunct="1">
              <a:spcBef>
                <a:spcPct val="0"/>
              </a:spcBef>
              <a:buFontTx/>
              <a:buNone/>
            </a:pPr>
            <a:fld id="{7CA454EE-2142-4006-A20E-AE92CFDA44DB}" type="slidenum">
              <a:rPr lang="nn-NO" altLang="nb-NO" sz="985">
                <a:solidFill>
                  <a:srgbClr val="9E9FA3"/>
                </a:solidFill>
                <a:latin typeface="Verdana" panose="020B0604030504040204" pitchFamily="34" charset="0"/>
              </a:rPr>
              <a:pPr algn="l" eaLnBrk="1" hangingPunct="1">
                <a:spcBef>
                  <a:spcPct val="0"/>
                </a:spcBef>
                <a:buFontTx/>
                <a:buNone/>
              </a:pPr>
              <a:t>43</a:t>
            </a:fld>
            <a:endParaRPr lang="nn-NO" altLang="nb-NO" sz="985">
              <a:solidFill>
                <a:srgbClr val="9E9FA3"/>
              </a:solidFill>
              <a:latin typeface="Verdana" panose="020B0604030504040204" pitchFamily="34" charset="0"/>
            </a:endParaRPr>
          </a:p>
        </p:txBody>
      </p:sp>
      <p:sp>
        <p:nvSpPr>
          <p:cNvPr id="50180" name="Text Box 5"/>
          <p:cNvSpPr txBox="1">
            <a:spLocks noChangeArrowheads="1"/>
          </p:cNvSpPr>
          <p:nvPr/>
        </p:nvSpPr>
        <p:spPr bwMode="auto">
          <a:xfrm>
            <a:off x="5239185" y="6538371"/>
            <a:ext cx="3011530" cy="361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r>
              <a:rPr lang="nb-NO" altLang="nb-NO" sz="1751" b="1">
                <a:solidFill>
                  <a:srgbClr val="FF0000"/>
                </a:solidFill>
              </a:rPr>
              <a:t>Andel i uproduktiv virksomhet</a:t>
            </a:r>
          </a:p>
        </p:txBody>
      </p:sp>
      <p:sp>
        <p:nvSpPr>
          <p:cNvPr id="50181" name="Freeform 6"/>
          <p:cNvSpPr>
            <a:spLocks/>
          </p:cNvSpPr>
          <p:nvPr/>
        </p:nvSpPr>
        <p:spPr bwMode="auto">
          <a:xfrm>
            <a:off x="1221608" y="3050795"/>
            <a:ext cx="7409579" cy="2208625"/>
          </a:xfrm>
          <a:custGeom>
            <a:avLst/>
            <a:gdLst>
              <a:gd name="T0" fmla="*/ 0 w 4127"/>
              <a:gd name="T1" fmla="*/ 2147483647 h 1270"/>
              <a:gd name="T2" fmla="*/ 2147483647 w 4127"/>
              <a:gd name="T3" fmla="*/ 0 h 1270"/>
              <a:gd name="T4" fmla="*/ 0 w 4127"/>
              <a:gd name="T5" fmla="*/ 2147483647 h 1270"/>
              <a:gd name="T6" fmla="*/ 0 60000 65536"/>
              <a:gd name="T7" fmla="*/ 0 60000 65536"/>
              <a:gd name="T8" fmla="*/ 0 60000 65536"/>
              <a:gd name="T9" fmla="*/ 0 w 4127"/>
              <a:gd name="T10" fmla="*/ 0 h 1270"/>
              <a:gd name="T11" fmla="*/ 4127 w 4127"/>
              <a:gd name="T12" fmla="*/ 1270 h 1270"/>
            </a:gdLst>
            <a:ahLst/>
            <a:cxnLst>
              <a:cxn ang="T6">
                <a:pos x="T0" y="T1"/>
              </a:cxn>
              <a:cxn ang="T7">
                <a:pos x="T2" y="T3"/>
              </a:cxn>
              <a:cxn ang="T8">
                <a:pos x="T4" y="T5"/>
              </a:cxn>
            </a:cxnLst>
            <a:rect l="T9" t="T10" r="T11" b="T12"/>
            <a:pathLst>
              <a:path w="4127" h="1270">
                <a:moveTo>
                  <a:pt x="0" y="1270"/>
                </a:moveTo>
                <a:cubicBezTo>
                  <a:pt x="0" y="1270"/>
                  <a:pt x="4127" y="0"/>
                  <a:pt x="4127" y="0"/>
                </a:cubicBezTo>
                <a:cubicBezTo>
                  <a:pt x="4127" y="0"/>
                  <a:pt x="0" y="1270"/>
                  <a:pt x="0" y="1270"/>
                </a:cubicBezTo>
                <a:close/>
              </a:path>
            </a:pathLst>
          </a:custGeom>
          <a:solidFill>
            <a:schemeClr val="accent1"/>
          </a:solidFill>
          <a:ln w="22225">
            <a:solidFill>
              <a:srgbClr val="050403"/>
            </a:solidFill>
            <a:round/>
            <a:headEnd/>
            <a:tailEnd/>
          </a:ln>
        </p:spPr>
        <p:txBody>
          <a:bodyPr/>
          <a:lstStyle/>
          <a:p>
            <a:endParaRPr lang="nb-NO" sz="2189"/>
          </a:p>
        </p:txBody>
      </p:sp>
      <p:sp>
        <p:nvSpPr>
          <p:cNvPr id="50182" name="Line 8"/>
          <p:cNvSpPr>
            <a:spLocks noChangeShapeType="1"/>
          </p:cNvSpPr>
          <p:nvPr/>
        </p:nvSpPr>
        <p:spPr bwMode="auto">
          <a:xfrm flipV="1">
            <a:off x="1221608" y="2421745"/>
            <a:ext cx="7409579" cy="3466724"/>
          </a:xfrm>
          <a:prstGeom prst="line">
            <a:avLst/>
          </a:prstGeom>
          <a:noFill/>
          <a:ln w="22225">
            <a:solidFill>
              <a:srgbClr val="FF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50183" name="Line 10"/>
          <p:cNvSpPr>
            <a:spLocks noChangeShapeType="1"/>
          </p:cNvSpPr>
          <p:nvPr/>
        </p:nvSpPr>
        <p:spPr bwMode="auto">
          <a:xfrm flipH="1">
            <a:off x="1221608" y="4155976"/>
            <a:ext cx="3704790" cy="0"/>
          </a:xfrm>
          <a:prstGeom prst="line">
            <a:avLst/>
          </a:prstGeom>
          <a:noFill/>
          <a:ln w="22225" cap="rnd">
            <a:solidFill>
              <a:schemeClr val="tx1"/>
            </a:solidFill>
            <a:prstDash val="sysDash"/>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50184" name="Text Box 11"/>
          <p:cNvSpPr txBox="1">
            <a:spLocks noChangeArrowheads="1"/>
          </p:cNvSpPr>
          <p:nvPr/>
        </p:nvSpPr>
        <p:spPr bwMode="auto">
          <a:xfrm>
            <a:off x="748953" y="1396499"/>
            <a:ext cx="946093" cy="3954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r>
              <a:rPr lang="nb-NO" altLang="nb-NO" sz="1970" dirty="0">
                <a:solidFill>
                  <a:srgbClr val="050403"/>
                </a:solidFill>
                <a:latin typeface="Arial" panose="020B0604020202020204" pitchFamily="34" charset="0"/>
              </a:rPr>
              <a:t>Inntekt</a:t>
            </a:r>
          </a:p>
        </p:txBody>
      </p:sp>
      <p:sp>
        <p:nvSpPr>
          <p:cNvPr id="50185" name="Text Box 12"/>
          <p:cNvSpPr txBox="1">
            <a:spLocks noChangeArrowheads="1"/>
          </p:cNvSpPr>
          <p:nvPr/>
        </p:nvSpPr>
        <p:spPr bwMode="auto">
          <a:xfrm>
            <a:off x="5148610" y="1080729"/>
            <a:ext cx="4416152" cy="6986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r>
              <a:rPr lang="nb-NO" altLang="nb-NO" sz="1970" b="1" dirty="0">
                <a:solidFill>
                  <a:srgbClr val="FF0000"/>
                </a:solidFill>
              </a:rPr>
              <a:t>Uproduktiv virksomhet (jo flere</a:t>
            </a:r>
          </a:p>
          <a:p>
            <a:pPr eaLnBrk="1" hangingPunct="1">
              <a:spcBef>
                <a:spcPct val="0"/>
              </a:spcBef>
              <a:buFontTx/>
              <a:buNone/>
            </a:pPr>
            <a:r>
              <a:rPr lang="nb-NO" altLang="nb-NO" sz="1970" b="1" dirty="0">
                <a:solidFill>
                  <a:srgbClr val="FF0000"/>
                </a:solidFill>
              </a:rPr>
              <a:t>som stjeler jo lavere verdiskapning)</a:t>
            </a:r>
          </a:p>
        </p:txBody>
      </p:sp>
      <p:sp>
        <p:nvSpPr>
          <p:cNvPr id="50186" name="Line 13"/>
          <p:cNvSpPr>
            <a:spLocks noChangeShapeType="1"/>
          </p:cNvSpPr>
          <p:nvPr/>
        </p:nvSpPr>
        <p:spPr bwMode="auto">
          <a:xfrm>
            <a:off x="7428695" y="2216695"/>
            <a:ext cx="335377" cy="597771"/>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nb-NO" sz="2189"/>
          </a:p>
        </p:txBody>
      </p:sp>
      <p:sp>
        <p:nvSpPr>
          <p:cNvPr id="50187" name="Text Box 14"/>
          <p:cNvSpPr txBox="1">
            <a:spLocks noChangeArrowheads="1"/>
          </p:cNvSpPr>
          <p:nvPr/>
        </p:nvSpPr>
        <p:spPr bwMode="auto">
          <a:xfrm>
            <a:off x="5612791" y="4176828"/>
            <a:ext cx="3861122" cy="6986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r>
              <a:rPr lang="nb-NO" altLang="nb-NO" sz="1970" b="1" dirty="0">
                <a:solidFill>
                  <a:srgbClr val="050403"/>
                </a:solidFill>
              </a:rPr>
              <a:t>Produktiv virksomhet</a:t>
            </a:r>
          </a:p>
          <a:p>
            <a:pPr eaLnBrk="1" hangingPunct="1">
              <a:spcBef>
                <a:spcPct val="0"/>
              </a:spcBef>
              <a:buFontTx/>
              <a:buNone/>
            </a:pPr>
            <a:r>
              <a:rPr lang="nb-NO" altLang="nb-NO" sz="1970" b="1" dirty="0">
                <a:solidFill>
                  <a:srgbClr val="050403"/>
                </a:solidFill>
              </a:rPr>
              <a:t>(jo flere i jobb dess høyere inntekt)</a:t>
            </a:r>
          </a:p>
        </p:txBody>
      </p:sp>
      <p:sp>
        <p:nvSpPr>
          <p:cNvPr id="50188" name="Line 15"/>
          <p:cNvSpPr>
            <a:spLocks noChangeShapeType="1"/>
          </p:cNvSpPr>
          <p:nvPr/>
        </p:nvSpPr>
        <p:spPr bwMode="auto">
          <a:xfrm flipV="1">
            <a:off x="7133285" y="3445255"/>
            <a:ext cx="236328" cy="788919"/>
          </a:xfrm>
          <a:prstGeom prst="line">
            <a:avLst/>
          </a:prstGeom>
          <a:noFill/>
          <a:ln w="9525">
            <a:solidFill>
              <a:srgbClr val="050403"/>
            </a:solidFill>
            <a:round/>
            <a:headEnd/>
            <a:tailEnd type="triangle" w="med" len="med"/>
          </a:ln>
          <a:extLst>
            <a:ext uri="{909E8E84-426E-40DD-AFC4-6F175D3DCCD1}">
              <a14:hiddenFill xmlns:a14="http://schemas.microsoft.com/office/drawing/2010/main">
                <a:noFill/>
              </a14:hiddenFill>
            </a:ext>
          </a:extLst>
        </p:spPr>
        <p:txBody>
          <a:bodyPr/>
          <a:lstStyle/>
          <a:p>
            <a:endParaRPr lang="nb-NO" sz="2189"/>
          </a:p>
        </p:txBody>
      </p:sp>
      <p:sp>
        <p:nvSpPr>
          <p:cNvPr id="50189" name="Text Box 5"/>
          <p:cNvSpPr txBox="1">
            <a:spLocks noChangeArrowheads="1"/>
          </p:cNvSpPr>
          <p:nvPr/>
        </p:nvSpPr>
        <p:spPr bwMode="auto">
          <a:xfrm>
            <a:off x="1527444" y="6538371"/>
            <a:ext cx="2891304" cy="361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r>
              <a:rPr lang="nb-NO" altLang="nb-NO" sz="1751" b="1">
                <a:solidFill>
                  <a:srgbClr val="050403"/>
                </a:solidFill>
              </a:rPr>
              <a:t>Andel i produktiv virksomhet</a:t>
            </a:r>
          </a:p>
        </p:txBody>
      </p:sp>
      <p:sp>
        <p:nvSpPr>
          <p:cNvPr id="50190" name="Left Brace 18"/>
          <p:cNvSpPr>
            <a:spLocks/>
          </p:cNvSpPr>
          <p:nvPr/>
        </p:nvSpPr>
        <p:spPr bwMode="auto">
          <a:xfrm rot="16200000">
            <a:off x="2919346" y="4614730"/>
            <a:ext cx="333640" cy="3670035"/>
          </a:xfrm>
          <a:prstGeom prst="leftBrace">
            <a:avLst>
              <a:gd name="adj1" fmla="val 8352"/>
              <a:gd name="adj2" fmla="val 50000"/>
            </a:avLst>
          </a:prstGeom>
          <a:noFill/>
          <a:ln w="9525">
            <a:solidFill>
              <a:srgbClr val="050403"/>
            </a:solidFill>
            <a:prstDash val="sysDot"/>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algn="ctr" eaLnBrk="1" hangingPunct="1">
              <a:spcBef>
                <a:spcPct val="0"/>
              </a:spcBef>
              <a:buFontTx/>
              <a:buNone/>
            </a:pPr>
            <a:endParaRPr lang="nb-NO" altLang="nb-NO" sz="1314">
              <a:latin typeface="Georgia" panose="02040502050405020303" pitchFamily="18" charset="0"/>
            </a:endParaRPr>
          </a:p>
        </p:txBody>
      </p:sp>
      <p:sp>
        <p:nvSpPr>
          <p:cNvPr id="50191" name="Left Brace 19"/>
          <p:cNvSpPr>
            <a:spLocks/>
          </p:cNvSpPr>
          <p:nvPr/>
        </p:nvSpPr>
        <p:spPr bwMode="auto">
          <a:xfrm rot="16200000">
            <a:off x="6589382" y="4614730"/>
            <a:ext cx="333640" cy="3670035"/>
          </a:xfrm>
          <a:prstGeom prst="leftBrace">
            <a:avLst>
              <a:gd name="adj1" fmla="val 8352"/>
              <a:gd name="adj2" fmla="val 50000"/>
            </a:avLst>
          </a:prstGeom>
          <a:noFill/>
          <a:ln w="9525">
            <a:solidFill>
              <a:srgbClr val="FF0000"/>
            </a:solidFill>
            <a:prstDash val="sysDot"/>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algn="ctr" eaLnBrk="1" hangingPunct="1">
              <a:spcBef>
                <a:spcPct val="0"/>
              </a:spcBef>
              <a:buFontTx/>
              <a:buNone/>
            </a:pPr>
            <a:endParaRPr lang="nb-NO" altLang="nb-NO" sz="1314">
              <a:latin typeface="Georgia" panose="02040502050405020303" pitchFamily="18" charset="0"/>
            </a:endParaRPr>
          </a:p>
        </p:txBody>
      </p:sp>
      <p:sp>
        <p:nvSpPr>
          <p:cNvPr id="50192" name="Line 9"/>
          <p:cNvSpPr>
            <a:spLocks noChangeShapeType="1"/>
          </p:cNvSpPr>
          <p:nvPr/>
        </p:nvSpPr>
        <p:spPr bwMode="auto">
          <a:xfrm>
            <a:off x="4876004" y="4171616"/>
            <a:ext cx="50394" cy="2033116"/>
          </a:xfrm>
          <a:prstGeom prst="line">
            <a:avLst/>
          </a:prstGeom>
          <a:noFill/>
          <a:ln w="22225" cap="rnd">
            <a:solidFill>
              <a:schemeClr val="tx1"/>
            </a:solidFill>
            <a:prstDash val="sysDash"/>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4" name="Line 8"/>
          <p:cNvSpPr>
            <a:spLocks noChangeShapeType="1"/>
          </p:cNvSpPr>
          <p:nvPr/>
        </p:nvSpPr>
        <p:spPr bwMode="auto">
          <a:xfrm flipV="1">
            <a:off x="1251149" y="1903908"/>
            <a:ext cx="7350497" cy="3518856"/>
          </a:xfrm>
          <a:prstGeom prst="line">
            <a:avLst/>
          </a:prstGeom>
          <a:noFill/>
          <a:ln w="22225">
            <a:solidFill>
              <a:srgbClr val="FF0000"/>
            </a:solidFill>
            <a:prstDash val="sysDash"/>
            <a:round/>
            <a:headEnd/>
            <a:tailEnd/>
          </a:ln>
          <a:extLst>
            <a:ext uri="{909E8E84-426E-40DD-AFC4-6F175D3DCCD1}">
              <a14:hiddenFill xmlns:a14="http://schemas.microsoft.com/office/drawing/2010/main">
                <a:noFill/>
              </a14:hiddenFill>
            </a:ext>
          </a:extLst>
        </p:spPr>
        <p:txBody>
          <a:bodyPr/>
          <a:lstStyle/>
          <a:p>
            <a:endParaRPr lang="nb-NO" sz="2189"/>
          </a:p>
        </p:txBody>
      </p:sp>
      <p:cxnSp>
        <p:nvCxnSpPr>
          <p:cNvPr id="50194" name="Straight Connector 29"/>
          <p:cNvCxnSpPr>
            <a:cxnSpLocks noChangeShapeType="1"/>
          </p:cNvCxnSpPr>
          <p:nvPr/>
        </p:nvCxnSpPr>
        <p:spPr bwMode="auto">
          <a:xfrm rot="5400000">
            <a:off x="1564805" y="5580028"/>
            <a:ext cx="1249411" cy="0"/>
          </a:xfrm>
          <a:prstGeom prst="line">
            <a:avLst/>
          </a:prstGeom>
          <a:noFill/>
          <a:ln w="22225">
            <a:solidFill>
              <a:schemeClr val="tx1"/>
            </a:solidFill>
            <a:prstDash val="sysDash"/>
            <a:round/>
            <a:headEnd/>
            <a:tailEnd/>
          </a:ln>
          <a:extLst>
            <a:ext uri="{909E8E84-426E-40DD-AFC4-6F175D3DCCD1}">
              <a14:hiddenFill xmlns:a14="http://schemas.microsoft.com/office/drawing/2010/main">
                <a:noFill/>
              </a14:hiddenFill>
            </a:ext>
          </a:extLst>
        </p:spPr>
      </p:cxnSp>
      <p:cxnSp>
        <p:nvCxnSpPr>
          <p:cNvPr id="50195" name="Straight Connector 31"/>
          <p:cNvCxnSpPr>
            <a:cxnSpLocks noChangeShapeType="1"/>
          </p:cNvCxnSpPr>
          <p:nvPr/>
        </p:nvCxnSpPr>
        <p:spPr bwMode="auto">
          <a:xfrm rot="10800000">
            <a:off x="1172953" y="4953585"/>
            <a:ext cx="1016558" cy="1737"/>
          </a:xfrm>
          <a:prstGeom prst="line">
            <a:avLst/>
          </a:prstGeom>
          <a:noFill/>
          <a:ln w="22225">
            <a:solidFill>
              <a:schemeClr val="tx1"/>
            </a:solidFill>
            <a:prstDash val="sysDash"/>
            <a:round/>
            <a:headEnd/>
            <a:tailEnd/>
          </a:ln>
          <a:extLst>
            <a:ext uri="{909E8E84-426E-40DD-AFC4-6F175D3DCCD1}">
              <a14:hiddenFill xmlns:a14="http://schemas.microsoft.com/office/drawing/2010/main">
                <a:noFill/>
              </a14:hiddenFill>
            </a:ext>
          </a:extLst>
        </p:spPr>
      </p:cxnSp>
      <p:cxnSp>
        <p:nvCxnSpPr>
          <p:cNvPr id="35" name="Straight Arrow Connector 34"/>
          <p:cNvCxnSpPr>
            <a:cxnSpLocks noChangeShapeType="1"/>
          </p:cNvCxnSpPr>
          <p:nvPr/>
        </p:nvCxnSpPr>
        <p:spPr bwMode="auto">
          <a:xfrm rot="5400000">
            <a:off x="507410" y="4524369"/>
            <a:ext cx="703772" cy="1738"/>
          </a:xfrm>
          <a:prstGeom prst="straightConnector1">
            <a:avLst/>
          </a:prstGeom>
          <a:noFill/>
          <a:ln w="22225">
            <a:solidFill>
              <a:srgbClr val="050403"/>
            </a:solidFill>
            <a:round/>
            <a:headEnd/>
            <a:tailEnd type="arrow" w="med" len="med"/>
          </a:ln>
          <a:extLst>
            <a:ext uri="{909E8E84-426E-40DD-AFC4-6F175D3DCCD1}">
              <a14:hiddenFill xmlns:a14="http://schemas.microsoft.com/office/drawing/2010/main">
                <a:noFill/>
              </a14:hiddenFill>
            </a:ext>
          </a:extLst>
        </p:spPr>
      </p:cxnSp>
      <p:sp>
        <p:nvSpPr>
          <p:cNvPr id="50197" name="Line 3"/>
          <p:cNvSpPr>
            <a:spLocks noChangeShapeType="1"/>
          </p:cNvSpPr>
          <p:nvPr/>
        </p:nvSpPr>
        <p:spPr bwMode="auto">
          <a:xfrm>
            <a:off x="1221608" y="6204732"/>
            <a:ext cx="740957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50198" name="Line 4"/>
          <p:cNvSpPr>
            <a:spLocks noChangeShapeType="1"/>
          </p:cNvSpPr>
          <p:nvPr/>
        </p:nvSpPr>
        <p:spPr bwMode="auto">
          <a:xfrm flipV="1">
            <a:off x="1221608" y="2027286"/>
            <a:ext cx="0" cy="41774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50199" name="Line 8"/>
          <p:cNvSpPr>
            <a:spLocks noChangeShapeType="1"/>
          </p:cNvSpPr>
          <p:nvPr/>
        </p:nvSpPr>
        <p:spPr bwMode="auto">
          <a:xfrm flipV="1">
            <a:off x="8631187" y="2027286"/>
            <a:ext cx="0" cy="41774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nb-NO" sz="2189"/>
          </a:p>
        </p:txBody>
      </p:sp>
      <p:cxnSp>
        <p:nvCxnSpPr>
          <p:cNvPr id="56" name="Straight Arrow Connector 55"/>
          <p:cNvCxnSpPr>
            <a:cxnSpLocks noChangeShapeType="1"/>
          </p:cNvCxnSpPr>
          <p:nvPr/>
        </p:nvCxnSpPr>
        <p:spPr bwMode="auto">
          <a:xfrm rot="10800000">
            <a:off x="2189510" y="5891945"/>
            <a:ext cx="2736888" cy="1737"/>
          </a:xfrm>
          <a:prstGeom prst="straightConnector1">
            <a:avLst/>
          </a:prstGeom>
          <a:noFill/>
          <a:ln w="22225">
            <a:solidFill>
              <a:srgbClr val="050403"/>
            </a:solidFill>
            <a:round/>
            <a:headEnd/>
            <a:tailEnd type="arrow" w="med" len="med"/>
          </a:ln>
          <a:extLst>
            <a:ext uri="{909E8E84-426E-40DD-AFC4-6F175D3DCCD1}">
              <a14:hiddenFill xmlns:a14="http://schemas.microsoft.com/office/drawing/2010/main">
                <a:noFill/>
              </a14:hiddenFill>
            </a:ext>
          </a:extLst>
        </p:spPr>
      </p:cxnSp>
      <p:sp>
        <p:nvSpPr>
          <p:cNvPr id="57" name="TextBox 56"/>
          <p:cNvSpPr txBox="1">
            <a:spLocks noChangeArrowheads="1"/>
          </p:cNvSpPr>
          <p:nvPr/>
        </p:nvSpPr>
        <p:spPr bwMode="auto">
          <a:xfrm>
            <a:off x="1407542" y="2138500"/>
            <a:ext cx="4762650" cy="13049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r>
              <a:rPr lang="nb-NO" altLang="nb-NO" sz="1970" b="1" dirty="0">
                <a:solidFill>
                  <a:srgbClr val="002060"/>
                </a:solidFill>
              </a:rPr>
              <a:t>Skatteparadisene øker inntektsmulighetene</a:t>
            </a:r>
          </a:p>
          <a:p>
            <a:pPr eaLnBrk="1" hangingPunct="1">
              <a:spcBef>
                <a:spcPct val="0"/>
              </a:spcBef>
              <a:buFontTx/>
              <a:buNone/>
            </a:pPr>
            <a:r>
              <a:rPr lang="nb-NO" altLang="nb-NO" sz="1970" b="1" dirty="0">
                <a:solidFill>
                  <a:srgbClr val="002060"/>
                </a:solidFill>
              </a:rPr>
              <a:t>For bandittene men dess flere banditter,</a:t>
            </a:r>
          </a:p>
          <a:p>
            <a:pPr eaLnBrk="1" hangingPunct="1">
              <a:spcBef>
                <a:spcPct val="0"/>
              </a:spcBef>
              <a:buFontTx/>
              <a:buNone/>
            </a:pPr>
            <a:r>
              <a:rPr lang="nb-NO" altLang="nb-NO" sz="1970" b="1" dirty="0">
                <a:solidFill>
                  <a:srgbClr val="002060"/>
                </a:solidFill>
              </a:rPr>
              <a:t>dess mindre verdiskapning og </a:t>
            </a:r>
          </a:p>
          <a:p>
            <a:pPr eaLnBrk="1" hangingPunct="1">
              <a:spcBef>
                <a:spcPct val="0"/>
              </a:spcBef>
              <a:buFontTx/>
              <a:buNone/>
            </a:pPr>
            <a:r>
              <a:rPr lang="nb-NO" altLang="nb-NO" sz="1970" b="1" dirty="0">
                <a:solidFill>
                  <a:srgbClr val="002060"/>
                </a:solidFill>
              </a:rPr>
              <a:t>privat inntekt! Alle taper.</a:t>
            </a:r>
          </a:p>
        </p:txBody>
      </p:sp>
      <p:sp>
        <p:nvSpPr>
          <p:cNvPr id="26" name="Text Box 11"/>
          <p:cNvSpPr txBox="1">
            <a:spLocks noChangeArrowheads="1"/>
          </p:cNvSpPr>
          <p:nvPr/>
        </p:nvSpPr>
        <p:spPr bwMode="auto">
          <a:xfrm>
            <a:off x="8631186" y="1835479"/>
            <a:ext cx="946093" cy="3954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r>
              <a:rPr lang="nb-NO" altLang="nb-NO" sz="1970" dirty="0">
                <a:solidFill>
                  <a:srgbClr val="050403"/>
                </a:solidFill>
                <a:latin typeface="Arial" panose="020B0604020202020204" pitchFamily="34" charset="0"/>
              </a:rPr>
              <a:t>Inntekt</a:t>
            </a:r>
          </a:p>
        </p:txBody>
      </p:sp>
      <p:cxnSp>
        <p:nvCxnSpPr>
          <p:cNvPr id="3" name="Rett pilkobling 2">
            <a:extLst>
              <a:ext uri="{FF2B5EF4-FFF2-40B4-BE49-F238E27FC236}">
                <a16:creationId xmlns:a16="http://schemas.microsoft.com/office/drawing/2014/main" id="{EDBCBE82-74FA-69CA-03F3-991C1BB9D893}"/>
              </a:ext>
            </a:extLst>
          </p:cNvPr>
          <p:cNvCxnSpPr/>
          <p:nvPr/>
        </p:nvCxnSpPr>
        <p:spPr>
          <a:xfrm>
            <a:off x="1527444" y="6900137"/>
            <a:ext cx="218100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 name="Rett pilkobling 4">
            <a:extLst>
              <a:ext uri="{FF2B5EF4-FFF2-40B4-BE49-F238E27FC236}">
                <a16:creationId xmlns:a16="http://schemas.microsoft.com/office/drawing/2014/main" id="{C9D442D0-64D3-8D5A-2745-FB16EB7664A1}"/>
              </a:ext>
            </a:extLst>
          </p:cNvPr>
          <p:cNvCxnSpPr/>
          <p:nvPr/>
        </p:nvCxnSpPr>
        <p:spPr>
          <a:xfrm flipH="1">
            <a:off x="5652666" y="6948983"/>
            <a:ext cx="230425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4075445478"/>
      </p:ext>
    </p:extLst>
  </p:cSld>
  <p:clrMapOvr>
    <a:masterClrMapping/>
  </p:clrMapOvr>
  <p:transition advTm="168657"/>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fill="hold"/>
                                        <p:tgtEl>
                                          <p:spTgt spid="24"/>
                                        </p:tgtEl>
                                        <p:attrNameLst>
                                          <p:attrName>ppt_x</p:attrName>
                                        </p:attrNameLst>
                                      </p:cBhvr>
                                      <p:tavLst>
                                        <p:tav tm="0">
                                          <p:val>
                                            <p:strVal val="#ppt_x"/>
                                          </p:val>
                                        </p:tav>
                                        <p:tav tm="100000">
                                          <p:val>
                                            <p:strVal val="#ppt_x"/>
                                          </p:val>
                                        </p:tav>
                                      </p:tavLst>
                                    </p:anim>
                                    <p:anim calcmode="lin" valueType="num">
                                      <p:cBhvr additive="base">
                                        <p:cTn id="8"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5"/>
                                        </p:tgtEl>
                                        <p:attrNameLst>
                                          <p:attrName>style.visibility</p:attrName>
                                        </p:attrNameLst>
                                      </p:cBhvr>
                                      <p:to>
                                        <p:strVal val="visible"/>
                                      </p:to>
                                    </p:set>
                                    <p:anim calcmode="lin" valueType="num">
                                      <p:cBhvr additive="base">
                                        <p:cTn id="13" dur="500" fill="hold"/>
                                        <p:tgtEl>
                                          <p:spTgt spid="35"/>
                                        </p:tgtEl>
                                        <p:attrNameLst>
                                          <p:attrName>ppt_x</p:attrName>
                                        </p:attrNameLst>
                                      </p:cBhvr>
                                      <p:tavLst>
                                        <p:tav tm="0">
                                          <p:val>
                                            <p:strVal val="#ppt_x"/>
                                          </p:val>
                                        </p:tav>
                                        <p:tav tm="100000">
                                          <p:val>
                                            <p:strVal val="#ppt_x"/>
                                          </p:val>
                                        </p:tav>
                                      </p:tavLst>
                                    </p:anim>
                                    <p:anim calcmode="lin" valueType="num">
                                      <p:cBhvr additive="base">
                                        <p:cTn id="14" dur="500" fill="hold"/>
                                        <p:tgtEl>
                                          <p:spTgt spid="35"/>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50195"/>
                                        </p:tgtEl>
                                        <p:attrNameLst>
                                          <p:attrName>style.visibility</p:attrName>
                                        </p:attrNameLst>
                                      </p:cBhvr>
                                      <p:to>
                                        <p:strVal val="visible"/>
                                      </p:to>
                                    </p:set>
                                    <p:anim calcmode="lin" valueType="num">
                                      <p:cBhvr additive="base">
                                        <p:cTn id="17" dur="500" fill="hold"/>
                                        <p:tgtEl>
                                          <p:spTgt spid="50195"/>
                                        </p:tgtEl>
                                        <p:attrNameLst>
                                          <p:attrName>ppt_x</p:attrName>
                                        </p:attrNameLst>
                                      </p:cBhvr>
                                      <p:tavLst>
                                        <p:tav tm="0">
                                          <p:val>
                                            <p:strVal val="#ppt_x"/>
                                          </p:val>
                                        </p:tav>
                                        <p:tav tm="100000">
                                          <p:val>
                                            <p:strVal val="#ppt_x"/>
                                          </p:val>
                                        </p:tav>
                                      </p:tavLst>
                                    </p:anim>
                                    <p:anim calcmode="lin" valueType="num">
                                      <p:cBhvr additive="base">
                                        <p:cTn id="18" dur="500" fill="hold"/>
                                        <p:tgtEl>
                                          <p:spTgt spid="50195"/>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50194"/>
                                        </p:tgtEl>
                                        <p:attrNameLst>
                                          <p:attrName>style.visibility</p:attrName>
                                        </p:attrNameLst>
                                      </p:cBhvr>
                                      <p:to>
                                        <p:strVal val="visible"/>
                                      </p:to>
                                    </p:set>
                                    <p:anim calcmode="lin" valueType="num">
                                      <p:cBhvr additive="base">
                                        <p:cTn id="21" dur="500" fill="hold"/>
                                        <p:tgtEl>
                                          <p:spTgt spid="50194"/>
                                        </p:tgtEl>
                                        <p:attrNameLst>
                                          <p:attrName>ppt_x</p:attrName>
                                        </p:attrNameLst>
                                      </p:cBhvr>
                                      <p:tavLst>
                                        <p:tav tm="0">
                                          <p:val>
                                            <p:strVal val="#ppt_x"/>
                                          </p:val>
                                        </p:tav>
                                        <p:tav tm="100000">
                                          <p:val>
                                            <p:strVal val="#ppt_x"/>
                                          </p:val>
                                        </p:tav>
                                      </p:tavLst>
                                    </p:anim>
                                    <p:anim calcmode="lin" valueType="num">
                                      <p:cBhvr additive="base">
                                        <p:cTn id="22" dur="500" fill="hold"/>
                                        <p:tgtEl>
                                          <p:spTgt spid="50194"/>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56"/>
                                        </p:tgtEl>
                                        <p:attrNameLst>
                                          <p:attrName>style.visibility</p:attrName>
                                        </p:attrNameLst>
                                      </p:cBhvr>
                                      <p:to>
                                        <p:strVal val="visible"/>
                                      </p:to>
                                    </p:set>
                                    <p:anim calcmode="lin" valueType="num">
                                      <p:cBhvr additive="base">
                                        <p:cTn id="25" dur="500" fill="hold"/>
                                        <p:tgtEl>
                                          <p:spTgt spid="56"/>
                                        </p:tgtEl>
                                        <p:attrNameLst>
                                          <p:attrName>ppt_x</p:attrName>
                                        </p:attrNameLst>
                                      </p:cBhvr>
                                      <p:tavLst>
                                        <p:tav tm="0">
                                          <p:val>
                                            <p:strVal val="#ppt_x"/>
                                          </p:val>
                                        </p:tav>
                                        <p:tav tm="100000">
                                          <p:val>
                                            <p:strVal val="#ppt_x"/>
                                          </p:val>
                                        </p:tav>
                                      </p:tavLst>
                                    </p:anim>
                                    <p:anim calcmode="lin" valueType="num">
                                      <p:cBhvr additive="base">
                                        <p:cTn id="26" dur="500" fill="hold"/>
                                        <p:tgtEl>
                                          <p:spTgt spid="56"/>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57"/>
                                        </p:tgtEl>
                                        <p:attrNameLst>
                                          <p:attrName>style.visibility</p:attrName>
                                        </p:attrNameLst>
                                      </p:cBhvr>
                                      <p:to>
                                        <p:strVal val="visible"/>
                                      </p:to>
                                    </p:set>
                                    <p:anim calcmode="lin" valueType="num">
                                      <p:cBhvr additive="base">
                                        <p:cTn id="31" dur="500" fill="hold"/>
                                        <p:tgtEl>
                                          <p:spTgt spid="57"/>
                                        </p:tgtEl>
                                        <p:attrNameLst>
                                          <p:attrName>ppt_x</p:attrName>
                                        </p:attrNameLst>
                                      </p:cBhvr>
                                      <p:tavLst>
                                        <p:tav tm="0">
                                          <p:val>
                                            <p:strVal val="#ppt_x"/>
                                          </p:val>
                                        </p:tav>
                                        <p:tav tm="100000">
                                          <p:val>
                                            <p:strVal val="#ppt_x"/>
                                          </p:val>
                                        </p:tav>
                                      </p:tavLst>
                                    </p:anim>
                                    <p:anim calcmode="lin" valueType="num">
                                      <p:cBhvr additive="base">
                                        <p:cTn id="32" dur="500" fill="hold"/>
                                        <p:tgtEl>
                                          <p:spTgt spid="5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57" grpId="0"/>
    </p:bldLst>
  </p:timing>
  <p:extLst>
    <p:ext uri="{3A86A75C-4F4B-4683-9AE1-C65F6400EC91}">
      <p14:laserTraceLst xmlns:p14="http://schemas.microsoft.com/office/powerpoint/2010/main">
        <p14:tracePtLst>
          <p14:tracePt t="10788" x="3138488" y="7500938"/>
          <p14:tracePt t="10796" x="3138488" y="7454900"/>
          <p14:tracePt t="10803" x="3138488" y="7431088"/>
          <p14:tracePt t="10812" x="3133725" y="7405688"/>
          <p14:tracePt t="10820" x="3128963" y="7389813"/>
          <p14:tracePt t="10828" x="3128963" y="7377113"/>
          <p14:tracePt t="10837" x="3121025" y="7364413"/>
          <p14:tracePt t="10852" x="3121025" y="7356475"/>
          <p14:tracePt t="11060" x="3108325" y="7343775"/>
          <p14:tracePt t="11068" x="3105150" y="7318375"/>
          <p14:tracePt t="11076" x="3084513" y="7277100"/>
          <p14:tracePt t="11084" x="3067050" y="7207250"/>
          <p14:tracePt t="11092" x="3022600" y="7142163"/>
          <p14:tracePt t="11100" x="2981325" y="7067550"/>
          <p14:tracePt t="11109" x="2930525" y="6997700"/>
          <p14:tracePt t="11117" x="2860675" y="6923088"/>
          <p14:tracePt t="11125" x="2786063" y="6843713"/>
          <p14:tracePt t="11134" x="2713038" y="6769100"/>
          <p14:tracePt t="11140" x="2633663" y="6707188"/>
          <p14:tracePt t="11149" x="2551113" y="6624638"/>
          <p14:tracePt t="11154" x="2473325" y="6559550"/>
          <p14:tracePt t="11164" x="2398713" y="6497638"/>
          <p14:tracePt t="11173" x="2328863" y="6423025"/>
          <p14:tracePt t="11180" x="2262188" y="6364288"/>
          <p14:tracePt t="11188" x="2200275" y="6311900"/>
          <p14:tracePt t="11197" x="2138363" y="6249988"/>
          <p14:tracePt t="11204" x="2093913" y="6211888"/>
          <p14:tracePt t="11210" x="2039938" y="6178550"/>
          <p14:tracePt t="11220" x="2006600" y="6149975"/>
          <p14:tracePt t="11228" x="1978025" y="6126163"/>
          <p14:tracePt t="11236" x="1952625" y="6113463"/>
          <p14:tracePt t="11245" x="1939925" y="6092825"/>
          <p14:tracePt t="11250" x="1916113" y="6080125"/>
          <p14:tracePt t="11258" x="1903413" y="6067425"/>
          <p14:tracePt t="11268" x="1890713" y="6054725"/>
          <p14:tracePt t="11274" x="1878013" y="6051550"/>
          <p14:tracePt t="11283" x="1865313" y="6043613"/>
          <p14:tracePt t="11292" x="1857375" y="6038850"/>
          <p14:tracePt t="11306" x="1854200" y="6038850"/>
          <p14:tracePt t="11338" x="1844675" y="6038850"/>
          <p14:tracePt t="11346" x="1833563" y="6043613"/>
          <p14:tracePt t="11354" x="1820863" y="6046788"/>
          <p14:tracePt t="11363" x="1803400" y="6059488"/>
          <p14:tracePt t="11370" x="1782763" y="6072188"/>
          <p14:tracePt t="11379" x="1766888" y="6092825"/>
          <p14:tracePt t="11387" x="1730375" y="6108700"/>
          <p14:tracePt t="11394" x="1697038" y="6129338"/>
          <p14:tracePt t="11403" x="1655763" y="6154738"/>
          <p14:tracePt t="11410" x="1617663" y="6170613"/>
          <p14:tracePt t="11420" x="1568450" y="6203950"/>
          <p14:tracePt t="11427" x="1519238" y="6229350"/>
          <p14:tracePt t="11434" x="1470025" y="6253163"/>
          <p14:tracePt t="11443" x="1444625" y="6253163"/>
          <p14:tracePt t="11450" x="1420813" y="6265863"/>
          <p14:tracePt t="11459" x="1400175" y="6265863"/>
          <p14:tracePt t="11467" x="1387475" y="6265863"/>
          <p14:tracePt t="11474" x="1374775" y="6265863"/>
          <p14:tracePt t="11483" x="1370013" y="6265863"/>
          <p14:tracePt t="11491" x="1362075" y="6265863"/>
          <p14:tracePt t="11498" x="1346200" y="6265863"/>
          <p14:tracePt t="11507" x="1333500" y="6253163"/>
          <p14:tracePt t="11515" x="1320800" y="6240463"/>
          <p14:tracePt t="11523" x="1308100" y="6237288"/>
          <p14:tracePt t="11530" x="1300163" y="6224588"/>
          <p14:tracePt t="11539" x="1296988" y="6211888"/>
          <p14:tracePt t="11547" x="1296988" y="6178550"/>
          <p14:tracePt t="11554" x="1287463" y="6162675"/>
          <p14:tracePt t="11563" x="1287463" y="6137275"/>
          <p14:tracePt t="11570" x="1287463" y="6113463"/>
          <p14:tracePt t="11579" x="1287463" y="6092825"/>
          <p14:tracePt t="11586" x="1287463" y="6067425"/>
          <p14:tracePt t="11594" x="1287463" y="6051550"/>
          <p14:tracePt t="11602" x="1287463" y="6026150"/>
          <p14:tracePt t="11610" x="1287463" y="6005513"/>
          <p14:tracePt t="11618" x="1287463" y="5992813"/>
          <p14:tracePt t="11627" x="1287463" y="5980113"/>
          <p14:tracePt t="11634" x="1287463" y="5976938"/>
          <p14:tracePt t="11650" x="1287463" y="5969000"/>
          <p14:tracePt t="11659" x="1287463" y="5964238"/>
          <p14:tracePt t="11674" x="1287463" y="5956300"/>
          <p14:tracePt t="11690" x="1287463" y="5951538"/>
          <p14:tracePt t="11698" x="1287463" y="5943600"/>
          <p14:tracePt t="11706" x="1287463" y="5938838"/>
          <p14:tracePt t="11715" x="1287463" y="5930900"/>
          <p14:tracePt t="11730" x="1287463" y="5918200"/>
          <p14:tracePt t="11738" x="1287463" y="5907088"/>
          <p14:tracePt t="11746" x="1287463" y="5894388"/>
          <p14:tracePt t="11754" x="1287463" y="5876925"/>
          <p14:tracePt t="11763" x="1287463" y="5856288"/>
          <p14:tracePt t="11770" x="1287463" y="5840413"/>
          <p14:tracePt t="11779" x="1287463" y="5815013"/>
          <p14:tracePt t="11786" x="1287463" y="5791200"/>
          <p14:tracePt t="11794" x="1287463" y="5757863"/>
          <p14:tracePt t="11802" x="1287463" y="5741988"/>
          <p14:tracePt t="11810" x="1287463" y="5708650"/>
          <p14:tracePt t="11818" x="1287463" y="5683250"/>
          <p14:tracePt t="11826" x="1287463" y="5667375"/>
          <p14:tracePt t="11834" x="1287463" y="5646738"/>
          <p14:tracePt t="11843" x="1287463" y="5629275"/>
          <p14:tracePt t="11849" x="1287463" y="5605463"/>
          <p14:tracePt t="11858" x="1284288" y="5592763"/>
          <p14:tracePt t="11867" x="1276350" y="5580063"/>
          <p14:tracePt t="11874" x="1271588" y="5559425"/>
          <p14:tracePt t="11884" x="1263650" y="5546725"/>
          <p14:tracePt t="11890" x="1258888" y="5534025"/>
          <p14:tracePt t="11898" x="1250950" y="5522913"/>
          <p14:tracePt t="11907" x="1250950" y="5505450"/>
          <p14:tracePt t="11915" x="1246188" y="5497513"/>
          <p14:tracePt t="11922" x="1238250" y="5481638"/>
          <p14:tracePt t="11931" x="1235075" y="5472113"/>
          <p14:tracePt t="11938" x="1225550" y="5461000"/>
          <p14:tracePt t="11946" x="1222375" y="5443538"/>
          <p14:tracePt t="11954" x="1222375" y="5435600"/>
          <p14:tracePt t="11962" x="1214438" y="5430838"/>
          <p14:tracePt t="11970" x="1209675" y="5419725"/>
          <p14:tracePt t="11979" x="1209675" y="5407025"/>
          <p14:tracePt t="11986" x="1201738" y="5399088"/>
          <p14:tracePt t="11995" x="1196975" y="5399088"/>
          <p14:tracePt t="12002" x="1196975" y="5386388"/>
          <p14:tracePt t="12010" x="1196975" y="5381625"/>
          <p14:tracePt t="12018" x="1196975" y="5368925"/>
          <p14:tracePt t="12026" x="1189038" y="5360988"/>
          <p14:tracePt t="12034" x="1189038" y="5357813"/>
          <p14:tracePt t="12042" x="1184275" y="5345113"/>
          <p14:tracePt t="12050" x="1184275" y="5332413"/>
          <p14:tracePt t="12059" x="1184275" y="5319713"/>
          <p14:tracePt t="12068" x="1173163" y="5307013"/>
          <p14:tracePt t="12074" x="1173163" y="5295900"/>
          <p14:tracePt t="12082" x="1163638" y="5283200"/>
          <p14:tracePt t="12091" x="1160463" y="5270500"/>
          <p14:tracePt t="12098" x="1160463" y="5257800"/>
          <p14:tracePt t="12106" x="1147763" y="5245100"/>
          <p14:tracePt t="12120" x="1147763" y="5237163"/>
          <p14:tracePt t="12130" x="1139825" y="5233988"/>
          <p14:tracePt t="12152" x="1139825" y="5224463"/>
          <p14:tracePt t="12497" x="1139825" y="5229225"/>
          <p14:tracePt t="12512" x="1139825" y="5237163"/>
          <p14:tracePt t="12529" x="1139825" y="5241925"/>
          <p14:tracePt t="12536" x="1143000" y="5241925"/>
          <p14:tracePt t="12544" x="1143000" y="5249863"/>
          <p14:tracePt t="12552" x="1152525" y="5249863"/>
          <p14:tracePt t="12576" x="1152525" y="5254625"/>
          <p14:tracePt t="12673" x="1155700" y="5254625"/>
          <p14:tracePt t="12688" x="1163638" y="5254625"/>
          <p14:tracePt t="12713" x="1168400" y="5254625"/>
          <p14:tracePt t="12722" x="1176338" y="5254625"/>
          <p14:tracePt t="12736" x="1189038" y="5249863"/>
          <p14:tracePt t="12752" x="1193800" y="5249863"/>
          <p14:tracePt t="12761" x="1201738" y="5249863"/>
          <p14:tracePt t="12770" x="1204913" y="5249863"/>
          <p14:tracePt t="12776" x="1214438" y="5249863"/>
          <p14:tracePt t="12786" x="1217613" y="5249863"/>
          <p14:tracePt t="12793" x="1225550" y="5249863"/>
          <p14:tracePt t="12809" x="1230313" y="5249863"/>
          <p14:tracePt t="12818" x="1243013" y="5249863"/>
          <p14:tracePt t="12824" x="1243013" y="5245100"/>
          <p14:tracePt t="12833" x="1250950" y="5245100"/>
          <p14:tracePt t="12840" x="1255713" y="5245100"/>
          <p14:tracePt t="12848" x="1263650" y="5245100"/>
          <p14:tracePt t="12864" x="1266825" y="5245100"/>
          <p14:tracePt t="12884" x="1276350" y="5245100"/>
          <p14:tracePt t="12901" x="1279525" y="5245100"/>
          <p14:tracePt t="12920" x="1287463" y="5245100"/>
          <p14:tracePt t="12936" x="1292225" y="5245100"/>
          <p14:tracePt t="12952" x="1300163" y="5245100"/>
          <p14:tracePt t="12960" x="1304925" y="5245100"/>
          <p14:tracePt t="12977" x="1312863" y="5245100"/>
          <p14:tracePt t="12992" x="1317625" y="5245100"/>
          <p14:tracePt t="13008" x="1325563" y="5245100"/>
          <p14:tracePt t="13024" x="1328738" y="5245100"/>
          <p14:tracePt t="13048" x="1338263" y="5245100"/>
          <p14:tracePt t="13064" x="1341438" y="5245100"/>
          <p14:tracePt t="13081" x="1349375" y="5245100"/>
          <p14:tracePt t="13097" x="1354138" y="5245100"/>
          <p14:tracePt t="13104" x="1362075" y="5245100"/>
          <p14:tracePt t="13113" x="1362075" y="5237163"/>
          <p14:tracePt t="13120" x="1366838" y="5237163"/>
          <p14:tracePt t="13136" x="1374775" y="5237163"/>
          <p14:tracePt t="13161" x="1379538" y="5237163"/>
          <p14:tracePt t="13176" x="1387475" y="5237163"/>
          <p14:tracePt t="13192" x="1390650" y="5237163"/>
          <p14:tracePt t="13198" x="1400175" y="5237163"/>
          <p14:tracePt t="13206" x="1403350" y="5237163"/>
          <p14:tracePt t="13214" x="1411288" y="5237163"/>
          <p14:tracePt t="13225" x="1416050" y="5237163"/>
          <p14:tracePt t="13231" x="1423988" y="5237163"/>
          <p14:tracePt t="13238" x="1428750" y="5233988"/>
          <p14:tracePt t="13246" x="1436688" y="5233988"/>
          <p14:tracePt t="13257" x="1441450" y="5233988"/>
          <p14:tracePt t="13270" x="1449388" y="5233988"/>
          <p14:tracePt t="13279" x="1452563" y="5233988"/>
          <p14:tracePt t="13287" x="1465263" y="5233988"/>
          <p14:tracePt t="13302" x="1473200" y="5233988"/>
          <p14:tracePt t="13310" x="1477963" y="5233988"/>
          <p14:tracePt t="13318" x="1485900" y="5224463"/>
          <p14:tracePt t="13326" x="1490663" y="5224463"/>
          <p14:tracePt t="13335" x="1498600" y="5224463"/>
          <p14:tracePt t="13342" x="1503363" y="5213350"/>
          <p14:tracePt t="13350" x="1514475" y="5213350"/>
          <p14:tracePt t="13366" x="1524000" y="5213350"/>
          <p14:tracePt t="13375" x="1527175" y="5213350"/>
          <p14:tracePt t="13390" x="1535113" y="5213350"/>
          <p14:tracePt t="13398" x="1539875" y="5213350"/>
          <p14:tracePt t="13407" x="1547813" y="5208588"/>
          <p14:tracePt t="13415" x="1552575" y="5208588"/>
          <p14:tracePt t="13423" x="1560513" y="5200650"/>
          <p14:tracePt t="13431" x="1565275" y="5200650"/>
          <p14:tracePt t="13439" x="1573213" y="5200650"/>
          <p14:tracePt t="13447" x="1573213" y="5195888"/>
          <p14:tracePt t="13454" x="1585913" y="5195888"/>
          <p14:tracePt t="13462" x="1589088" y="5195888"/>
          <p14:tracePt t="13470" x="1597025" y="5187950"/>
          <p14:tracePt t="13478" x="1601788" y="5187950"/>
          <p14:tracePt t="13494" x="1609725" y="5187950"/>
          <p14:tracePt t="13502" x="1614488" y="5187950"/>
          <p14:tracePt t="13511" x="1614488" y="5183188"/>
          <p14:tracePt t="13518" x="1622425" y="5183188"/>
          <p14:tracePt t="13535" x="1627188" y="5183188"/>
          <p14:tracePt t="13559" x="1627188" y="5175250"/>
          <p14:tracePt t="13582" x="1635125" y="5175250"/>
          <p14:tracePt t="13750" x="1638300" y="5175250"/>
          <p14:tracePt t="13758" x="1647825" y="5175250"/>
          <p14:tracePt t="13766" x="1647825" y="5172075"/>
          <p14:tracePt t="13775" x="1651000" y="5172075"/>
          <p14:tracePt t="13783" x="1663700" y="5162550"/>
          <p14:tracePt t="13790" x="1684338" y="5159375"/>
          <p14:tracePt t="13799" x="1689100" y="5151438"/>
          <p14:tracePt t="13806" x="1709738" y="5146675"/>
          <p14:tracePt t="13815" x="1725613" y="5138738"/>
          <p14:tracePt t="13823" x="1746250" y="5138738"/>
          <p14:tracePt t="13830" x="1758950" y="5126038"/>
          <p14:tracePt t="13838" x="1774825" y="5121275"/>
          <p14:tracePt t="13848" x="1787525" y="5121275"/>
          <p14:tracePt t="13855" x="1800225" y="5113338"/>
          <p14:tracePt t="13863" x="1812925" y="5113338"/>
          <p14:tracePt t="13872" x="1824038" y="5113338"/>
          <p14:tracePt t="13878" x="1836738" y="5113338"/>
          <p14:tracePt t="13887" x="1844675" y="5113338"/>
          <p14:tracePt t="13894" x="1849438" y="5113338"/>
          <p14:tracePt t="13902" x="1857375" y="5108575"/>
          <p14:tracePt t="13910" x="1862138" y="5108575"/>
          <p14:tracePt t="13919" x="1874838" y="5100638"/>
          <p14:tracePt t="13926" x="1882775" y="5100638"/>
          <p14:tracePt t="13935" x="1887538" y="5100638"/>
          <p14:tracePt t="13943" x="1895475" y="5100638"/>
          <p14:tracePt t="13950" x="1898650" y="5100638"/>
          <p14:tracePt t="13966" x="1908175" y="5100638"/>
          <p14:tracePt t="13976" x="1911350" y="5100638"/>
          <p14:tracePt t="13983" x="1911350" y="5097463"/>
          <p14:tracePt t="13991" x="1919288" y="5097463"/>
          <p14:tracePt t="14007" x="1924050" y="5097463"/>
          <p14:tracePt t="14015" x="1931988" y="5087938"/>
          <p14:tracePt t="14031" x="1936750" y="5087938"/>
          <p14:tracePt t="14038" x="1944688" y="5087938"/>
          <p14:tracePt t="14056" x="1957388" y="5084763"/>
          <p14:tracePt t="14062" x="1960563" y="5084763"/>
          <p14:tracePt t="14078" x="1970088" y="5084763"/>
          <p14:tracePt t="14086" x="1973263" y="5076825"/>
          <p14:tracePt t="14095" x="1981200" y="5076825"/>
          <p14:tracePt t="14104" x="1985963" y="5076825"/>
          <p14:tracePt t="14111" x="1993900" y="5072063"/>
          <p14:tracePt t="14120" x="2006600" y="5072063"/>
          <p14:tracePt t="14135" x="2011363" y="5072063"/>
          <p14:tracePt t="14142" x="2022475" y="5064125"/>
          <p14:tracePt t="14151" x="2032000" y="5059363"/>
          <p14:tracePt t="14158" x="2043113" y="5059363"/>
          <p14:tracePt t="14166" x="2047875" y="5059363"/>
          <p14:tracePt t="14175" x="2055813" y="5051425"/>
          <p14:tracePt t="14183" x="2060575" y="5046663"/>
          <p14:tracePt t="14190" x="2068513" y="5046663"/>
          <p14:tracePt t="14196" x="2081213" y="5046663"/>
          <p14:tracePt t="14204" x="2084388" y="5046663"/>
          <p14:tracePt t="14215" x="2093913" y="5038725"/>
          <p14:tracePt t="14221" x="2097088" y="5038725"/>
          <p14:tracePt t="14228" x="2109788" y="5038725"/>
          <p14:tracePt t="14236" x="2117725" y="5035550"/>
          <p14:tracePt t="14244" x="2130425" y="5035550"/>
          <p14:tracePt t="14252" x="2130425" y="5026025"/>
          <p14:tracePt t="14260" x="2135188" y="5026025"/>
          <p14:tracePt t="14270" x="2146300" y="5022850"/>
          <p14:tracePt t="14277" x="2155825" y="5014913"/>
          <p14:tracePt t="14284" x="2166938" y="5010150"/>
          <p14:tracePt t="14292" x="2171700" y="5002213"/>
          <p14:tracePt t="14300" x="2179638" y="5002213"/>
          <p14:tracePt t="14308" x="2184400" y="4997450"/>
          <p14:tracePt t="14317" x="2192338" y="4997450"/>
          <p14:tracePt t="14324" x="2197100" y="4997450"/>
          <p14:tracePt t="14333" x="2208213" y="4989513"/>
          <p14:tracePt t="14349" x="2220913" y="4984750"/>
          <p14:tracePt t="14356" x="2228850" y="4984750"/>
          <p14:tracePt t="14365" x="2233613" y="4984750"/>
          <p14:tracePt t="14372" x="2241550" y="4973638"/>
          <p14:tracePt t="14381" x="2246313" y="4973638"/>
          <p14:tracePt t="14388" x="2259013" y="4973638"/>
          <p14:tracePt t="14397" x="2266950" y="4964113"/>
          <p14:tracePt t="14404" x="2270125" y="4960938"/>
          <p14:tracePt t="14412" x="2279650" y="4960938"/>
          <p14:tracePt t="14421" x="2290763" y="4953000"/>
          <p14:tracePt t="14428" x="2295525" y="4953000"/>
          <p14:tracePt t="14436" x="2308225" y="4948238"/>
          <p14:tracePt t="14444" x="2316163" y="4940300"/>
          <p14:tracePt t="14452" x="2328863" y="4935538"/>
          <p14:tracePt t="14460" x="2332038" y="4927600"/>
          <p14:tracePt t="14469" x="2341563" y="4922838"/>
          <p14:tracePt t="14476" x="2352675" y="4914900"/>
          <p14:tracePt t="14484" x="2357438" y="4911725"/>
          <p14:tracePt t="14493" x="2365375" y="4911725"/>
          <p14:tracePt t="14500" x="2370138" y="4902200"/>
          <p14:tracePt t="14509" x="2378075" y="4902200"/>
          <p14:tracePt t="14516" x="2382838" y="4902200"/>
          <p14:tracePt t="14525" x="2390775" y="4899025"/>
          <p14:tracePt t="14532" x="2403475" y="4899025"/>
          <p14:tracePt t="14540" x="2406650" y="4899025"/>
          <p14:tracePt t="14556" x="2414588" y="4899025"/>
          <p14:tracePt t="14565" x="2419350" y="4891088"/>
          <p14:tracePt t="14572" x="2427288" y="4891088"/>
          <p14:tracePt t="14588" x="2432050" y="4886325"/>
          <p14:tracePt t="14596" x="2439988" y="4886325"/>
          <p14:tracePt t="14612" x="2444750" y="4878388"/>
          <p14:tracePt t="14628" x="2452688" y="4873625"/>
          <p14:tracePt t="14644" x="2455863" y="4873625"/>
          <p14:tracePt t="14676" x="2465388" y="4873625"/>
          <p14:tracePt t="14692" x="2468563" y="4873625"/>
          <p14:tracePt t="14709" x="2468563" y="4865688"/>
          <p14:tracePt t="14717" x="2476500" y="4865688"/>
          <p14:tracePt t="14733" x="2481263" y="4865688"/>
          <p14:tracePt t="14749" x="2489200" y="4865688"/>
          <p14:tracePt t="14756" x="2493963" y="4865688"/>
          <p14:tracePt t="14764" x="2501900" y="4865688"/>
          <p14:tracePt t="14773" x="2514600" y="4860925"/>
          <p14:tracePt t="14780" x="2517775" y="4860925"/>
          <p14:tracePt t="14788" x="2530475" y="4860925"/>
          <p14:tracePt t="14796" x="2538413" y="4860925"/>
          <p14:tracePt t="14804" x="2551113" y="4860925"/>
          <p14:tracePt t="14812" x="2555875" y="4852988"/>
          <p14:tracePt t="14820" x="2563813" y="4852988"/>
          <p14:tracePt t="14828" x="2576513" y="4849813"/>
          <p14:tracePt t="14837" x="2579688" y="4849813"/>
          <p14:tracePt t="14845" x="2592388" y="4849813"/>
          <p14:tracePt t="14853" x="2600325" y="4849813"/>
          <p14:tracePt t="14860" x="2613025" y="4849813"/>
          <p14:tracePt t="14869" x="2625725" y="4849813"/>
          <p14:tracePt t="14877" x="2638425" y="4849813"/>
          <p14:tracePt t="14885" x="2651125" y="4849813"/>
          <p14:tracePt t="14892" x="2662238" y="4840288"/>
          <p14:tracePt t="14903" x="2674938" y="4840288"/>
          <p14:tracePt t="14909" x="2687638" y="4840288"/>
          <p14:tracePt t="14916" x="2703513" y="4837113"/>
          <p14:tracePt t="14924" x="2716213" y="4837113"/>
          <p14:tracePt t="14932" x="2728913" y="4837113"/>
          <p14:tracePt t="14940" x="2741613" y="4837113"/>
          <p14:tracePt t="14949" x="2749550" y="4837113"/>
          <p14:tracePt t="14957" x="2762250" y="4837113"/>
          <p14:tracePt t="14964" x="2774950" y="4837113"/>
          <p14:tracePt t="14972" x="2778125" y="4837113"/>
          <p14:tracePt t="14980" x="2790825" y="4837113"/>
          <p14:tracePt t="14989" x="2803525" y="4837113"/>
          <p14:tracePt t="14996" x="2811463" y="4837113"/>
          <p14:tracePt t="15005" x="2824163" y="4829175"/>
          <p14:tracePt t="15012" x="2836863" y="4829175"/>
          <p14:tracePt t="15020" x="2847975" y="4829175"/>
          <p14:tracePt t="15028" x="2852738" y="4824413"/>
          <p14:tracePt t="15036" x="2860675" y="4824413"/>
          <p14:tracePt t="15045" x="2873375" y="4824413"/>
          <p14:tracePt t="15053" x="2886075" y="4824413"/>
          <p14:tracePt t="15060" x="2889250" y="4824413"/>
          <p14:tracePt t="15068" x="2898775" y="4824413"/>
          <p14:tracePt t="15076" x="2901950" y="4824413"/>
          <p14:tracePt t="15085" x="2914650" y="4824413"/>
          <p14:tracePt t="15090" x="2922588" y="4824413"/>
          <p14:tracePt t="15101" x="2940050" y="4816475"/>
          <p14:tracePt t="15108" x="2947988" y="4816475"/>
          <p14:tracePt t="15117" x="2951163" y="4816475"/>
          <p14:tracePt t="15124" x="2960688" y="4816475"/>
          <p14:tracePt t="15133" x="2976563" y="4816475"/>
          <p14:tracePt t="15140" x="2984500" y="4811713"/>
          <p14:tracePt t="15147" x="2997200" y="4803775"/>
          <p14:tracePt t="15156" x="3001963" y="4803775"/>
          <p14:tracePt t="15165" x="3009900" y="4803775"/>
          <p14:tracePt t="15173" x="3022600" y="4803775"/>
          <p14:tracePt t="15181" x="3025775" y="4799013"/>
          <p14:tracePt t="15188" x="3033713" y="4799013"/>
          <p14:tracePt t="15196" x="3038475" y="4799013"/>
          <p14:tracePt t="15203" x="3046413" y="4799013"/>
          <p14:tracePt t="15212" x="3051175" y="4799013"/>
          <p14:tracePt t="15220" x="3059113" y="4791075"/>
          <p14:tracePt t="15237" x="3071813" y="4791075"/>
          <p14:tracePt t="15242" x="3074988" y="4787900"/>
          <p14:tracePt t="15252" x="3084513" y="4787900"/>
          <p14:tracePt t="15261" x="3087688" y="4787900"/>
          <p14:tracePt t="15267" x="3095625" y="4787900"/>
          <p14:tracePt t="15274" x="3100388" y="4778375"/>
          <p14:tracePt t="15290" x="3113088" y="4775200"/>
          <p14:tracePt t="15302" x="3121025" y="4775200"/>
          <p14:tracePt t="15306" x="3125788" y="4775200"/>
          <p14:tracePt t="15315" x="3133725" y="4762500"/>
          <p14:tracePt t="15322" x="3146425" y="4762500"/>
          <p14:tracePt t="15330" x="3149600" y="4754563"/>
          <p14:tracePt t="15338" x="3159125" y="4749800"/>
          <p14:tracePt t="15346" x="3162300" y="4741863"/>
          <p14:tracePt t="15355" x="3175000" y="4741863"/>
          <p14:tracePt t="15362" x="3182938" y="4737100"/>
          <p14:tracePt t="15369" x="3195638" y="4729163"/>
          <p14:tracePt t="15378" x="3200400" y="4725988"/>
          <p14:tracePt t="15386" x="3211513" y="4716463"/>
          <p14:tracePt t="15394" x="3221038" y="4716463"/>
          <p14:tracePt t="15402" x="3224213" y="4713288"/>
          <p14:tracePt t="15411" x="3236913" y="4705350"/>
          <p14:tracePt t="15418" x="3244850" y="4700588"/>
          <p14:tracePt t="15427" x="3249613" y="4700588"/>
          <p14:tracePt t="15434" x="3262313" y="4687888"/>
          <p14:tracePt t="15443" x="3270250" y="4687888"/>
          <p14:tracePt t="15450" x="3282950" y="4679950"/>
          <p14:tracePt t="15458" x="3286125" y="4679950"/>
          <p14:tracePt t="15467" x="3294063" y="4675188"/>
          <p14:tracePt t="15474" x="3306763" y="4667250"/>
          <p14:tracePt t="15482" x="3319463" y="4662488"/>
          <p14:tracePt t="15490" x="3332163" y="4654550"/>
          <p14:tracePt t="15499" x="3335338" y="4651375"/>
          <p14:tracePt t="15507" x="3344863" y="4641850"/>
          <p14:tracePt t="15514" x="3355975" y="4641850"/>
          <p14:tracePt t="15522" x="3368675" y="4630738"/>
          <p14:tracePt t="15530" x="3373438" y="4625975"/>
          <p14:tracePt t="15538" x="3381375" y="4625975"/>
          <p14:tracePt t="15546" x="3394075" y="4618038"/>
          <p14:tracePt t="15556" x="3397250" y="4618038"/>
          <p14:tracePt t="15562" x="3409950" y="4613275"/>
          <p14:tracePt t="15570" x="3422650" y="4605338"/>
          <p14:tracePt t="15579" x="3430588" y="4600575"/>
          <p14:tracePt t="15587" x="3435350" y="4592638"/>
          <p14:tracePt t="15594" x="3455988" y="4592638"/>
          <p14:tracePt t="15602" x="3459163" y="4589463"/>
          <p14:tracePt t="15610" x="3471863" y="4579938"/>
          <p14:tracePt t="15618" x="3479800" y="4576763"/>
          <p14:tracePt t="15626" x="3492500" y="4576763"/>
          <p14:tracePt t="15634" x="3497263" y="4568825"/>
          <p14:tracePt t="15642" x="3505200" y="4568825"/>
          <p14:tracePt t="15651" x="3517900" y="4568825"/>
          <p14:tracePt t="15658" x="3530600" y="4564063"/>
          <p14:tracePt t="15666" x="3533775" y="4564063"/>
          <p14:tracePt t="15674" x="3541713" y="4556125"/>
          <p14:tracePt t="15682" x="3554413" y="4556125"/>
          <p14:tracePt t="15691" x="3567113" y="4551363"/>
          <p14:tracePt t="15698" x="3579813" y="4543425"/>
          <p14:tracePt t="15706" x="3592513" y="4543425"/>
          <p14:tracePt t="15715" x="3595688" y="4538663"/>
          <p14:tracePt t="15722" x="3616325" y="4530725"/>
          <p14:tracePt t="15731" x="3633788" y="4518025"/>
          <p14:tracePt t="15739" x="3644900" y="4518025"/>
          <p14:tracePt t="15746" x="3657600" y="4514850"/>
          <p14:tracePt t="15754" x="3670300" y="4514850"/>
          <p14:tracePt t="15762" x="3690938" y="4502150"/>
          <p14:tracePt t="15770" x="3706813" y="4494213"/>
          <p14:tracePt t="15779" x="3719513" y="4494213"/>
          <p14:tracePt t="15788" x="3732213" y="4489450"/>
          <p14:tracePt t="15795" x="3744913" y="4481513"/>
          <p14:tracePt t="15803" x="3765550" y="4476750"/>
          <p14:tracePt t="15810" x="3789363" y="4468813"/>
          <p14:tracePt t="15819" x="3806825" y="4468813"/>
          <p14:tracePt t="15827" x="3827463" y="4465638"/>
          <p14:tracePt t="15835" x="3840163" y="4465638"/>
          <p14:tracePt t="15843" x="3856038" y="4456113"/>
          <p14:tracePt t="15851" x="3876675" y="4452938"/>
          <p14:tracePt t="15858" x="3892550" y="4452938"/>
          <p14:tracePt t="15868" x="3913188" y="4452938"/>
          <p14:tracePt t="15875" x="3925888" y="4445000"/>
          <p14:tracePt t="15883" x="3943350" y="4445000"/>
          <p14:tracePt t="15890" x="3967163" y="4445000"/>
          <p14:tracePt t="15904" x="3987800" y="4432300"/>
          <p14:tracePt t="15907" x="4005263" y="4432300"/>
          <p14:tracePt t="15914" x="4025900" y="4419600"/>
          <p14:tracePt t="15922" x="4041775" y="4419600"/>
          <p14:tracePt t="15930" x="4062413" y="4414838"/>
          <p14:tracePt t="15940" x="4078288" y="4414838"/>
          <p14:tracePt t="15946" x="4098925" y="4414838"/>
          <p14:tracePt t="15955" x="4129088" y="4406900"/>
          <p14:tracePt t="15962" x="4149725" y="4403725"/>
          <p14:tracePt t="15970" x="4173538" y="4391025"/>
          <p14:tracePt t="15978" x="4186238" y="4391025"/>
          <p14:tracePt t="15987" x="4202113" y="4378325"/>
          <p14:tracePt t="15992" x="4227513" y="4378325"/>
          <p14:tracePt t="16002" x="4248150" y="4378325"/>
          <p14:tracePt t="16010" x="4264025" y="4365625"/>
          <p14:tracePt t="16018" x="4284663" y="4365625"/>
          <p14:tracePt t="16026" x="4302125" y="4357688"/>
          <p14:tracePt t="16034" x="4325938" y="4352925"/>
          <p14:tracePt t="16043" x="4351338" y="4341813"/>
          <p14:tracePt t="16049" x="4384675" y="4321175"/>
          <p14:tracePt t="16059" x="4397375" y="4321175"/>
          <p14:tracePt t="16066" x="4413250" y="4308475"/>
          <p14:tracePt t="16074" x="4425950" y="4303713"/>
          <p14:tracePt t="16082" x="4451350" y="4295775"/>
          <p14:tracePt t="16090" x="4471988" y="4295775"/>
          <p14:tracePt t="16098" x="4487863" y="4291013"/>
          <p14:tracePt t="16106" x="4508500" y="4283075"/>
          <p14:tracePt t="16115" x="4521200" y="4283075"/>
          <p14:tracePt t="16122" x="4537075" y="4283075"/>
          <p14:tracePt t="16128" x="4549775" y="4279900"/>
          <p14:tracePt t="16139" x="4570413" y="4270375"/>
          <p14:tracePt t="16146" x="4583113" y="4267200"/>
          <p14:tracePt t="16156" x="4595813" y="4267200"/>
          <p14:tracePt t="16160" x="4619625" y="4246563"/>
          <p14:tracePt t="16168" x="4632325" y="4246563"/>
          <p14:tracePt t="16177" x="4648200" y="4241800"/>
          <p14:tracePt t="16185" x="4660900" y="4233863"/>
          <p14:tracePt t="16192" x="4681538" y="4233863"/>
          <p14:tracePt t="16201" x="4694238" y="4229100"/>
          <p14:tracePt t="16208" x="4706938" y="4221163"/>
          <p14:tracePt t="16216" x="4719638" y="4216400"/>
          <p14:tracePt t="16224" x="4730750" y="4216400"/>
          <p14:tracePt t="16233" x="4743450" y="4216400"/>
          <p14:tracePt t="16240" x="4756150" y="4216400"/>
          <p14:tracePt t="16249" x="4768850" y="4216400"/>
          <p14:tracePt t="16256" x="4781550" y="4216400"/>
          <p14:tracePt t="16265" x="4797425" y="4205288"/>
          <p14:tracePt t="16272" x="4810125" y="4205288"/>
          <p14:tracePt t="16280" x="4822825" y="4195763"/>
          <p14:tracePt t="16287" x="4833938" y="4195763"/>
          <p14:tracePt t="16297" x="4843463" y="4192588"/>
          <p14:tracePt t="16304" x="4859338" y="4192588"/>
          <p14:tracePt t="16313" x="4867275" y="4192588"/>
          <p14:tracePt t="16321" x="4884738" y="4184650"/>
          <p14:tracePt t="16328" x="4895850" y="4184650"/>
          <p14:tracePt t="16336" x="4905375" y="4179888"/>
          <p14:tracePt t="16345" x="4921250" y="4179888"/>
          <p14:tracePt t="16352" x="4929188" y="4179888"/>
          <p14:tracePt t="16360" x="4946650" y="4179888"/>
          <p14:tracePt t="16369" x="4957763" y="4179888"/>
          <p14:tracePt t="16376" x="4970463" y="4171950"/>
          <p14:tracePt t="16385" x="4995863" y="4171950"/>
          <p14:tracePt t="16392" x="5016500" y="4167188"/>
          <p14:tracePt t="16401" x="5029200" y="4167188"/>
          <p14:tracePt t="16408" x="5045075" y="4167188"/>
          <p14:tracePt t="16416" x="5065713" y="4167188"/>
          <p14:tracePt t="16424" x="5091113" y="4167188"/>
          <p14:tracePt t="16432" x="5114925" y="4167188"/>
          <p14:tracePt t="16440" x="5132388" y="4167188"/>
          <p14:tracePt t="16448" x="5156200" y="4167188"/>
          <p14:tracePt t="16457" x="5176838" y="4167188"/>
          <p14:tracePt t="16464" x="5194300" y="4159250"/>
          <p14:tracePt t="16472" x="5214938" y="4154488"/>
          <p14:tracePt t="16480" x="5230813" y="4146550"/>
          <p14:tracePt t="16488" x="5251450" y="4146550"/>
          <p14:tracePt t="16496" x="5267325" y="4146550"/>
          <p14:tracePt t="16506" x="5280025" y="4146550"/>
          <p14:tracePt t="16513" x="5300663" y="4146550"/>
          <p14:tracePt t="16521" x="5326063" y="4133850"/>
          <p14:tracePt t="16529" x="5338763" y="4133850"/>
          <p14:tracePt t="16536" x="5349875" y="4133850"/>
          <p14:tracePt t="16545" x="5367338" y="4133850"/>
          <p14:tracePt t="16553" x="5380038" y="4130675"/>
          <p14:tracePt t="16561" x="5400675" y="4130675"/>
          <p14:tracePt t="16568" x="5403850" y="4130675"/>
          <p14:tracePt t="16577" x="5424488" y="4122738"/>
          <p14:tracePt t="16585" x="5429250" y="4122738"/>
          <p14:tracePt t="16593" x="5449888" y="4117975"/>
          <p14:tracePt t="16601" x="5453063" y="4117975"/>
          <p14:tracePt t="16608" x="5465763" y="4117975"/>
          <p14:tracePt t="16617" x="5478463" y="4117975"/>
          <p14:tracePt t="16624" x="5486400" y="4110038"/>
          <p14:tracePt t="16635" x="5491163" y="4110038"/>
          <p14:tracePt t="16640" x="5499100" y="4110038"/>
          <p14:tracePt t="16649" x="5503863" y="4110038"/>
          <p14:tracePt t="16656" x="5511800" y="4110038"/>
          <p14:tracePt t="16664" x="5514975" y="4110038"/>
          <p14:tracePt t="16674" x="5524500" y="4110038"/>
          <p14:tracePt t="16680" x="5527675" y="4105275"/>
          <p14:tracePt t="16696" x="5535613" y="4105275"/>
          <p14:tracePt t="16705" x="5540375" y="4097338"/>
          <p14:tracePt t="16720" x="5548313" y="4092575"/>
          <p14:tracePt t="16736" x="5553075" y="4092575"/>
          <p14:tracePt t="16761" x="5561013" y="4092575"/>
          <p14:tracePt t="16785" x="5565775" y="4092575"/>
          <p14:tracePt t="16801" x="5573713" y="4084638"/>
          <p14:tracePt t="16824" x="5576888" y="4084638"/>
          <p14:tracePt t="16840" x="5586413" y="4084638"/>
          <p14:tracePt t="16848" x="5586413" y="4081463"/>
          <p14:tracePt t="16856" x="5589588" y="4081463"/>
          <p14:tracePt t="16871" x="5589588" y="4071938"/>
          <p14:tracePt t="16880" x="5597525" y="4071938"/>
          <p14:tracePt t="16905" x="5602288" y="4068763"/>
          <p14:tracePt t="16919" x="5614988" y="4068763"/>
          <p14:tracePt t="16928" x="5614988" y="4060825"/>
          <p14:tracePt t="16937" x="5622925" y="4060825"/>
          <p14:tracePt t="16945" x="5635625" y="4056063"/>
          <p14:tracePt t="16954" x="5640388" y="4048125"/>
          <p14:tracePt t="16960" x="5651500" y="4048125"/>
          <p14:tracePt t="16970" x="5661025" y="4035425"/>
          <p14:tracePt t="16976" x="5672138" y="4030663"/>
          <p14:tracePt t="16985" x="5684838" y="4022725"/>
          <p14:tracePt t="16992" x="5697538" y="4022725"/>
          <p14:tracePt t="16998" x="5713413" y="4019550"/>
          <p14:tracePt t="17007" x="5734050" y="4010025"/>
          <p14:tracePt t="17016" x="5759450" y="3998913"/>
          <p14:tracePt t="17024" x="5775325" y="3998913"/>
          <p14:tracePt t="17030" x="5821363" y="3973513"/>
          <p14:tracePt t="17038" x="5849938" y="3960813"/>
          <p14:tracePt t="17049" x="5883275" y="3948113"/>
          <p14:tracePt t="17056" x="5924550" y="3924300"/>
          <p14:tracePt t="17063" x="5970588" y="3898900"/>
          <p14:tracePt t="17070" x="6019800" y="3883025"/>
          <p14:tracePt t="17078" x="6061075" y="3862388"/>
          <p14:tracePt t="17086" x="6118225" y="3836988"/>
          <p14:tracePt t="17096" x="6159500" y="3821113"/>
          <p14:tracePt t="17105" x="6205538" y="3795713"/>
          <p14:tracePt t="17111" x="6254750" y="3770313"/>
          <p14:tracePt t="17118" x="6303963" y="3749675"/>
          <p14:tracePt t="17129" x="6332538" y="3738563"/>
          <p14:tracePt t="17135" x="6403975" y="3708400"/>
          <p14:tracePt t="17142" x="6445250" y="3697288"/>
          <p14:tracePt t="17150" x="6494463" y="3676650"/>
          <p14:tracePt t="17158" x="6543675" y="3663950"/>
          <p14:tracePt t="17166" x="6605588" y="3651250"/>
          <p14:tracePt t="17175" x="6642100" y="3638550"/>
          <p14:tracePt t="17182" x="6692900" y="3622675"/>
          <p14:tracePt t="17190" x="6742113" y="3602038"/>
          <p14:tracePt t="17198" x="6791325" y="3576638"/>
          <p14:tracePt t="17207" x="6840538" y="3563938"/>
          <p14:tracePt t="17214" x="6878638" y="3548063"/>
          <p14:tracePt t="17222" x="6927850" y="3535363"/>
          <p14:tracePt t="17230" x="6977063" y="3514725"/>
          <p14:tracePt t="17240" x="7015163" y="3498850"/>
          <p14:tracePt t="17246" x="7064375" y="3478213"/>
          <p14:tracePt t="17255" x="7108825" y="3465513"/>
          <p14:tracePt t="17263" x="7146925" y="3440113"/>
          <p14:tracePt t="17270" x="7188200" y="3429000"/>
          <p14:tracePt t="17279" x="7224713" y="3411538"/>
          <p14:tracePt t="17286" x="7270750" y="3398838"/>
          <p14:tracePt t="17297" x="7307263" y="3387725"/>
          <p14:tracePt t="17302" x="7345363" y="3375025"/>
          <p14:tracePt t="17310" x="7386638" y="3362325"/>
          <p14:tracePt t="17319" x="7418388" y="3349625"/>
          <p14:tracePt t="17326" x="7443788" y="3341688"/>
          <p14:tracePt t="17335" x="7480300" y="3336925"/>
          <p14:tracePt t="17343" x="7505700" y="3324225"/>
          <p14:tracePt t="17352" x="7531100" y="3316288"/>
          <p14:tracePt t="17358" x="7546975" y="3316288"/>
          <p14:tracePt t="17366" x="7572375" y="3313113"/>
          <p14:tracePt t="17375" x="7593013" y="3303588"/>
          <p14:tracePt t="17383" x="7596188" y="3303588"/>
          <p14:tracePt t="17390" x="7608888" y="3300413"/>
          <p14:tracePt t="17398" x="7621588" y="3300413"/>
          <p14:tracePt t="17408" x="7634288" y="3300413"/>
          <p14:tracePt t="17414" x="7654925" y="3292475"/>
          <p14:tracePt t="17423" x="7670800" y="3292475"/>
          <p14:tracePt t="17430" x="7691438" y="3287713"/>
          <p14:tracePt t="17440" x="7704138" y="3287713"/>
          <p14:tracePt t="17447" x="7716838" y="3279775"/>
          <p14:tracePt t="17457" x="7732713" y="3275013"/>
          <p14:tracePt t="17462" x="7745413" y="3275013"/>
          <p14:tracePt t="17470" x="7758113" y="3267075"/>
          <p14:tracePt t="17479" x="7769225" y="3267075"/>
          <p14:tracePt t="17487" x="7778750" y="3267075"/>
          <p14:tracePt t="17494" x="7781925" y="3267075"/>
          <p14:tracePt t="17503" x="7789863" y="3262313"/>
          <p14:tracePt t="17511" x="7794625" y="3262313"/>
          <p14:tracePt t="17535" x="7802563" y="3262313"/>
          <p14:tracePt t="17567" x="7807325" y="3262313"/>
          <p14:tracePt t="17590" x="7807325" y="3254375"/>
          <p14:tracePt t="17607" x="7815263" y="3254375"/>
          <p14:tracePt t="17630" x="7820025" y="3254375"/>
          <p14:tracePt t="17639" x="7827963" y="3251200"/>
          <p14:tracePt t="17654" x="7831138" y="3251200"/>
          <p14:tracePt t="17663" x="7843838" y="3251200"/>
          <p14:tracePt t="17670" x="7851775" y="3251200"/>
          <p14:tracePt t="17678" x="7856538" y="3241675"/>
          <p14:tracePt t="17686" x="7877175" y="3238500"/>
          <p14:tracePt t="17694" x="7889875" y="3238500"/>
          <p14:tracePt t="17703" x="7902575" y="3230563"/>
          <p14:tracePt t="17710" x="7926388" y="3225800"/>
          <p14:tracePt t="17720" x="7943850" y="3225800"/>
          <p14:tracePt t="17726" x="7967663" y="3217863"/>
          <p14:tracePt t="17735" x="7993063" y="3213100"/>
          <p14:tracePt t="17742" x="8013700" y="3205163"/>
          <p14:tracePt t="17750" x="8037513" y="3205163"/>
          <p14:tracePt t="17758" x="8062913" y="3200400"/>
          <p14:tracePt t="17766" x="8078788" y="3192463"/>
          <p14:tracePt t="17774" x="8104188" y="3192463"/>
          <p14:tracePt t="17783" x="8124825" y="3192463"/>
          <p14:tracePt t="17790" x="8137525" y="3189288"/>
          <p14:tracePt t="17798" x="8150225" y="3189288"/>
          <p14:tracePt t="17806" x="8166100" y="3189288"/>
          <p14:tracePt t="17814" x="8178800" y="3189288"/>
          <p14:tracePt t="17823" x="8199438" y="3179763"/>
          <p14:tracePt t="17830" x="8212138" y="3179763"/>
          <p14:tracePt t="17839" x="8224838" y="3176588"/>
          <p14:tracePt t="17847" x="8235950" y="3176588"/>
          <p14:tracePt t="17855" x="8240713" y="3168650"/>
          <p14:tracePt t="17863" x="8253413" y="3168650"/>
          <p14:tracePt t="17878" x="8261350" y="3168650"/>
          <p14:tracePt t="17895" x="8266113" y="3163888"/>
          <p14:tracePt t="17919" x="8274050" y="3163888"/>
          <p14:tracePt t="17951" x="8277225" y="3163888"/>
          <p14:tracePt t="17965" x="8277225" y="3155950"/>
          <p14:tracePt t="17975" x="8286750" y="3155950"/>
          <p14:tracePt t="17983" x="8289925" y="3155950"/>
          <p14:tracePt t="17998" x="8297863" y="3155950"/>
          <p14:tracePt t="18004" x="8302625" y="3151188"/>
          <p14:tracePt t="18013" x="8315325" y="3151188"/>
          <p14:tracePt t="18020" x="8335963" y="3151188"/>
          <p14:tracePt t="18028" x="8351838" y="3143250"/>
          <p14:tracePt t="18037" x="8372475" y="3143250"/>
          <p14:tracePt t="18047" x="8385175" y="3138488"/>
          <p14:tracePt t="18053" x="8410575" y="3138488"/>
          <p14:tracePt t="18060" x="8421688" y="3130550"/>
          <p14:tracePt t="18068" x="8434388" y="3130550"/>
          <p14:tracePt t="18076" x="8439150" y="3130550"/>
          <p14:tracePt t="18084" x="8447088" y="3130550"/>
          <p14:tracePt t="18117" x="8451850" y="3130550"/>
          <p14:tracePt t="18132" x="8451850" y="3127375"/>
          <p14:tracePt t="18268" x="8447088" y="3127375"/>
          <p14:tracePt t="18292" x="8442325" y="3127375"/>
          <p14:tracePt t="18309" x="8434388" y="3127375"/>
          <p14:tracePt t="18317" x="8431213" y="3127375"/>
          <p14:tracePt t="18325" x="8421688" y="3127375"/>
          <p14:tracePt t="18332" x="8418513" y="3127375"/>
          <p14:tracePt t="18340" x="8410575" y="3130550"/>
          <p14:tracePt t="18348" x="8397875" y="3143250"/>
          <p14:tracePt t="18357" x="8385175" y="3143250"/>
          <p14:tracePt t="18364" x="8380413" y="3148013"/>
          <p14:tracePt t="18373" x="8359775" y="3155950"/>
          <p14:tracePt t="18381" x="8348663" y="3155950"/>
          <p14:tracePt t="18388" x="8335963" y="3159125"/>
          <p14:tracePt t="18396" x="8323263" y="3168650"/>
          <p14:tracePt t="18404" x="8307388" y="3171825"/>
          <p14:tracePt t="18413" x="8286750" y="3179763"/>
          <p14:tracePt t="18421" x="8269288" y="3184525"/>
          <p14:tracePt t="18428" x="8248650" y="3192463"/>
          <p14:tracePt t="18437" x="8232775" y="3197225"/>
          <p14:tracePt t="18445" x="8207375" y="3205163"/>
          <p14:tracePt t="18453" x="8186738" y="3209925"/>
          <p14:tracePt t="18461" x="8170863" y="3209925"/>
          <p14:tracePt t="18468" x="8145463" y="3217863"/>
          <p14:tracePt t="18477" x="8124825" y="3217863"/>
          <p14:tracePt t="18484" x="8099425" y="3221038"/>
          <p14:tracePt t="18492" x="8083550" y="3230563"/>
          <p14:tracePt t="18500" x="8058150" y="3233738"/>
          <p14:tracePt t="18509" x="8026400" y="3241675"/>
          <p14:tracePt t="18516" x="8008938" y="3241675"/>
          <p14:tracePt t="18523" x="7985125" y="3246438"/>
          <p14:tracePt t="18532" x="7959725" y="3254375"/>
          <p14:tracePt t="18540" x="7939088" y="3254375"/>
          <p14:tracePt t="18548" x="7913688" y="3267075"/>
          <p14:tracePt t="18557" x="7897813" y="3267075"/>
          <p14:tracePt t="18564" x="7872413" y="3271838"/>
          <p14:tracePt t="18573" x="7840663" y="3279775"/>
          <p14:tracePt t="18581" x="7823200" y="3279775"/>
          <p14:tracePt t="18588" x="7789863" y="3279775"/>
          <p14:tracePt t="18596" x="7766050" y="3282950"/>
          <p14:tracePt t="18605" x="7740650" y="3282950"/>
          <p14:tracePt t="18612" x="7716838" y="3282950"/>
          <p14:tracePt t="18620" x="7675563" y="3282950"/>
          <p14:tracePt t="18628" x="7642225" y="3282950"/>
          <p14:tracePt t="18636" x="7613650" y="3292475"/>
          <p14:tracePt t="18645" x="7567613" y="3292475"/>
          <p14:tracePt t="18652" x="7531100" y="3292475"/>
          <p14:tracePt t="18660" x="7489825" y="3303588"/>
          <p14:tracePt t="18669" x="7456488" y="3303588"/>
          <p14:tracePt t="18676" x="7427913" y="3303588"/>
          <p14:tracePt t="18684" x="7381875" y="3303588"/>
          <p14:tracePt t="18692" x="7345363" y="3308350"/>
          <p14:tracePt t="18701" x="7294563" y="3316288"/>
          <p14:tracePt t="18708" x="7245350" y="3321050"/>
          <p14:tracePt t="18717" x="7196138" y="3328988"/>
          <p14:tracePt t="18724" x="7159625" y="3333750"/>
          <p14:tracePt t="18733" x="7108825" y="3341688"/>
          <p14:tracePt t="18741" x="7067550" y="3341688"/>
          <p14:tracePt t="18748" x="7018338" y="3367088"/>
          <p14:tracePt t="18758" x="6981825" y="3378200"/>
          <p14:tracePt t="18764" x="6935788" y="3382963"/>
          <p14:tracePt t="18772" x="6899275" y="3390900"/>
          <p14:tracePt t="18781" x="6858000" y="3403600"/>
          <p14:tracePt t="18789" x="6824663" y="3419475"/>
          <p14:tracePt t="18796" x="6786563" y="3429000"/>
          <p14:tracePt t="18805" x="6750050" y="3440113"/>
          <p14:tracePt t="18813" x="6721475" y="3452813"/>
          <p14:tracePt t="18820" x="6688138" y="3465513"/>
          <p14:tracePt t="18828" x="6662738" y="3478213"/>
          <p14:tracePt t="18837" x="6638925" y="3478213"/>
          <p14:tracePt t="18844" x="6610350" y="3490913"/>
          <p14:tracePt t="18853" x="6584950" y="3502025"/>
          <p14:tracePt t="18860" x="6559550" y="3506788"/>
          <p14:tracePt t="18870" x="6538913" y="3519488"/>
          <p14:tracePt t="18876" x="6523038" y="3527425"/>
          <p14:tracePt t="18885" x="6502400" y="3540125"/>
          <p14:tracePt t="18893" x="6486525" y="3543300"/>
          <p14:tracePt t="18900" x="6473825" y="3556000"/>
          <p14:tracePt t="18909" x="6453188" y="3563938"/>
          <p14:tracePt t="18917" x="6440488" y="3576638"/>
          <p14:tracePt t="18924" x="6427788" y="3581400"/>
          <p14:tracePt t="18932" x="6424613" y="3589338"/>
          <p14:tracePt t="18941" x="6415088" y="3594100"/>
          <p14:tracePt t="18949" x="6403975" y="3602038"/>
          <p14:tracePt t="18958" x="6391275" y="3605213"/>
          <p14:tracePt t="18964" x="6386513" y="3614738"/>
          <p14:tracePt t="18973" x="6373813" y="3617913"/>
          <p14:tracePt t="18979" x="6365875" y="3625850"/>
          <p14:tracePt t="18986" x="6353175" y="3630613"/>
          <p14:tracePt t="18996" x="6350000" y="3638550"/>
          <p14:tracePt t="19005" x="6342063" y="3643313"/>
          <p14:tracePt t="19010" x="6329363" y="3651250"/>
          <p14:tracePt t="19019" x="6324600" y="3656013"/>
          <p14:tracePt t="19027" x="6316663" y="3663950"/>
          <p14:tracePt t="19035" x="6311900" y="3676650"/>
          <p14:tracePt t="19042" x="6300788" y="3679825"/>
          <p14:tracePt t="19050" x="6288088" y="3687763"/>
          <p14:tracePt t="19058" x="6275388" y="3700463"/>
          <p14:tracePt t="19066" x="6262688" y="3705225"/>
          <p14:tracePt t="19073" x="6242050" y="3725863"/>
          <p14:tracePt t="19083" x="6229350" y="3738563"/>
          <p14:tracePt t="19090" x="6205538" y="3754438"/>
          <p14:tracePt t="19098" x="6188075" y="3767138"/>
          <p14:tracePt t="19107" x="6156325" y="3787775"/>
          <p14:tracePt t="19115" x="6130925" y="3813175"/>
          <p14:tracePt t="19123" x="6102350" y="3836988"/>
          <p14:tracePt t="19132" x="6076950" y="3854450"/>
          <p14:tracePt t="19138" x="6040438" y="3875088"/>
          <p14:tracePt t="19146" x="6007100" y="3890963"/>
          <p14:tracePt t="19154" x="5978525" y="3911600"/>
          <p14:tracePt t="19162" x="5945188" y="3927475"/>
          <p14:tracePt t="19172" x="5919788" y="3952875"/>
          <p14:tracePt t="19178" x="5878513" y="3973513"/>
          <p14:tracePt t="19187" x="5854700" y="3989388"/>
          <p14:tracePt t="19194" x="5821363" y="4010025"/>
          <p14:tracePt t="19204" x="5784850" y="4027488"/>
          <p14:tracePt t="19210" x="5743575" y="4051300"/>
          <p14:tracePt t="19218" x="5718175" y="4064000"/>
          <p14:tracePt t="19226" x="5684838" y="4071938"/>
          <p14:tracePt t="19234" x="5668963" y="4084638"/>
          <p14:tracePt t="19243" x="5643563" y="4089400"/>
          <p14:tracePt t="19250" x="5630863" y="4089400"/>
          <p14:tracePt t="19258" x="5618163" y="4097338"/>
          <p14:tracePt t="19266" x="5607050" y="4097338"/>
          <p14:tracePt t="19284" x="5597525" y="4097338"/>
          <p14:tracePt t="20137" x="5581650" y="4113213"/>
          <p14:tracePt t="20144" x="5535613" y="4133850"/>
          <p14:tracePt t="20152" x="5483225" y="4184650"/>
          <p14:tracePt t="20160" x="5411788" y="4233863"/>
          <p14:tracePt t="20168" x="5338763" y="4287838"/>
          <p14:tracePt t="20177" x="5246688" y="4357688"/>
          <p14:tracePt t="20185" x="5148263" y="4424363"/>
          <p14:tracePt t="20191" x="5053013" y="4497388"/>
          <p14:tracePt t="20202" x="4949825" y="4579938"/>
          <p14:tracePt t="20209" x="4843463" y="4667250"/>
          <p14:tracePt t="20216" x="4740275" y="4754563"/>
          <p14:tracePt t="20226" x="4640263" y="4852988"/>
          <p14:tracePt t="20232" x="4516438" y="4953000"/>
          <p14:tracePt t="20242" x="4384675" y="5064125"/>
          <p14:tracePt t="20248" x="4248150" y="5192713"/>
          <p14:tracePt t="20256" x="4098925" y="5316538"/>
          <p14:tracePt t="20264" x="3946525" y="5435600"/>
          <p14:tracePt t="20273" x="3789363" y="5572125"/>
          <p14:tracePt t="20280" x="3641725" y="5688013"/>
          <p14:tracePt t="20288" x="3492500" y="5807075"/>
          <p14:tracePt t="20296" x="3340100" y="5918200"/>
          <p14:tracePt t="20305" x="3203575" y="6022975"/>
          <p14:tracePt t="20312" x="3059113" y="6121400"/>
          <p14:tracePt t="20320" x="2919413" y="6208713"/>
          <p14:tracePt t="20328" x="2774950" y="6281738"/>
          <p14:tracePt t="20336" x="2633663" y="6356350"/>
          <p14:tracePt t="20344" x="2501900" y="6405563"/>
          <p14:tracePt t="20353" x="2365375" y="6443663"/>
          <p14:tracePt t="20360" x="2238375" y="6480175"/>
          <p14:tracePt t="20368" x="2114550" y="6505575"/>
          <p14:tracePt t="20376" x="2001838" y="6518275"/>
          <p14:tracePt t="20384" x="1878013" y="6526213"/>
          <p14:tracePt t="20393" x="1766888" y="6526213"/>
          <p14:tracePt t="20400" x="1658938" y="6526213"/>
          <p14:tracePt t="20409" x="1560513" y="6526213"/>
          <p14:tracePt t="20416" x="1457325" y="6526213"/>
          <p14:tracePt t="20425" x="1362075" y="6510338"/>
          <p14:tracePt t="20432" x="1276350" y="6489700"/>
          <p14:tracePt t="20441" x="1176338" y="6484938"/>
          <p14:tracePt t="20449" x="1085850" y="6484938"/>
          <p14:tracePt t="20456" x="998538" y="6484938"/>
          <p14:tracePt t="20465" x="925513" y="6484938"/>
          <p14:tracePt t="20473" x="854075" y="6489700"/>
          <p14:tracePt t="20480" x="801688" y="6500813"/>
          <p14:tracePt t="20489" x="755650" y="6505575"/>
          <p14:tracePt t="20496" x="730250" y="6505575"/>
          <p14:tracePt t="20505" x="719138" y="6505575"/>
          <p14:tracePt t="20553" x="719138" y="6500813"/>
          <p14:tracePt t="20560" x="714375" y="6497638"/>
          <p14:tracePt t="20576" x="714375" y="6489700"/>
          <p14:tracePt t="20584" x="714375" y="6477000"/>
          <p14:tracePt t="20592" x="706438" y="6472238"/>
          <p14:tracePt t="20600" x="701675" y="6472238"/>
          <p14:tracePt t="20609" x="701675" y="6464300"/>
          <p14:tracePt t="20617" x="688975" y="6459538"/>
          <p14:tracePt t="20625" x="688975" y="6451600"/>
          <p14:tracePt t="20633" x="681038" y="6446838"/>
          <p14:tracePt t="20640" x="677863" y="6438900"/>
          <p14:tracePt t="20649" x="677863" y="6435725"/>
          <p14:tracePt t="20671" x="668338" y="6426200"/>
          <p14:tracePt t="20680" x="668338" y="6423025"/>
          <p14:tracePt t="20696" x="668338" y="6415088"/>
          <p14:tracePt t="20705" x="668338" y="6410325"/>
          <p14:tracePt t="20712" x="668338" y="6402388"/>
          <p14:tracePt t="20729" x="668338" y="6397625"/>
          <p14:tracePt t="20739" x="668338" y="6389688"/>
          <p14:tracePt t="20750" x="668338" y="6384925"/>
          <p14:tracePt t="20760" x="668338" y="6376988"/>
          <p14:tracePt t="20770" x="668338" y="6364288"/>
          <p14:tracePt t="20775" x="681038" y="6361113"/>
          <p14:tracePt t="20783" x="693738" y="6353175"/>
          <p14:tracePt t="20791" x="698500" y="6348413"/>
          <p14:tracePt t="20800" x="719138" y="6340475"/>
          <p14:tracePt t="20806" x="722313" y="6335713"/>
          <p14:tracePt t="20814" x="735013" y="6323013"/>
          <p14:tracePt t="20822" x="747713" y="6315075"/>
          <p14:tracePt t="20831" x="760413" y="6315075"/>
          <p14:tracePt t="20839" x="781050" y="6302375"/>
          <p14:tracePt t="20846" x="784225" y="6299200"/>
          <p14:tracePt t="20856" x="804863" y="6299200"/>
          <p14:tracePt t="20862" x="809625" y="6291263"/>
          <p14:tracePt t="20871" x="830263" y="6286500"/>
          <p14:tracePt t="20878" x="833438" y="6286500"/>
          <p14:tracePt t="20886" x="854075" y="6286500"/>
          <p14:tracePt t="20909" x="871538" y="6278563"/>
          <p14:tracePt t="20928" x="895350" y="6278563"/>
          <p14:tracePt t="20942" x="904875" y="6278563"/>
          <p14:tracePt t="20950" x="915988" y="6278563"/>
          <p14:tracePt t="20959" x="920750" y="6278563"/>
          <p14:tracePt t="20966" x="933450" y="6278563"/>
          <p14:tracePt t="20975" x="946150" y="6278563"/>
          <p14:tracePt t="20984" x="957263" y="6278563"/>
          <p14:tracePt t="20991" x="969963" y="6278563"/>
          <p14:tracePt t="20998" x="977900" y="6278563"/>
          <p14:tracePt t="21006" x="995363" y="6278563"/>
          <p14:tracePt t="21015" x="1003300" y="6278563"/>
          <p14:tracePt t="21022" x="1016000" y="6278563"/>
          <p14:tracePt t="21031" x="1028700" y="6278563"/>
          <p14:tracePt t="21039" x="1031875" y="6278563"/>
          <p14:tracePt t="21047" x="1044575" y="6278563"/>
          <p14:tracePt t="21054" x="1052513" y="6278563"/>
          <p14:tracePt t="21062" x="1057275" y="6278563"/>
          <p14:tracePt t="21071" x="1065213" y="6278563"/>
          <p14:tracePt t="21079" x="1069975" y="6273800"/>
          <p14:tracePt t="21086" x="1081088" y="6273800"/>
          <p14:tracePt t="21095" x="1090613" y="6265863"/>
          <p14:tracePt t="21102" x="1101725" y="6265863"/>
          <p14:tracePt t="21111" x="1114425" y="6261100"/>
          <p14:tracePt t="21118" x="1127125" y="6253163"/>
          <p14:tracePt t="21126" x="1139825" y="6249988"/>
          <p14:tracePt t="21134" x="1155700" y="6249988"/>
          <p14:tracePt t="21142" x="1176338" y="6237288"/>
          <p14:tracePt t="21150" x="1189038" y="6237288"/>
          <p14:tracePt t="21160" x="1204913" y="6229350"/>
          <p14:tracePt t="21166" x="1214438" y="6224588"/>
          <p14:tracePt t="21174" x="1217613" y="6224588"/>
          <p14:tracePt t="21183" x="1225550" y="6216650"/>
          <p14:tracePt t="21190" x="1238250" y="6211888"/>
          <p14:tracePt t="21222" x="1243013" y="6203950"/>
          <p14:tracePt t="22366" x="1250950" y="6203950"/>
          <p14:tracePt t="22372" x="1255713" y="6203950"/>
          <p14:tracePt t="22380" x="1263650" y="6203950"/>
          <p14:tracePt t="22388" x="1266825" y="6203950"/>
          <p14:tracePt t="22396" x="1276350" y="6203950"/>
          <p14:tracePt t="22405" x="1279525" y="6203950"/>
          <p14:tracePt t="22412" x="1292225" y="6208713"/>
          <p14:tracePt t="22420" x="1304925" y="6208713"/>
          <p14:tracePt t="22428" x="1312863" y="6208713"/>
          <p14:tracePt t="22436" x="1317625" y="6208713"/>
          <p14:tracePt t="22444" x="1325563" y="6216650"/>
          <p14:tracePt t="22453" x="1328738" y="6216650"/>
          <p14:tracePt t="22460" x="1338263" y="6216650"/>
          <p14:tracePt t="22468" x="1341438" y="6216650"/>
          <p14:tracePt t="22478" x="1349375" y="6219825"/>
          <p14:tracePt t="22484" x="1354138" y="6219825"/>
          <p14:tracePt t="22492" x="1362075" y="6219825"/>
          <p14:tracePt t="22500" x="1366838" y="6219825"/>
          <p14:tracePt t="22509" x="1379538" y="6219825"/>
          <p14:tracePt t="22516" x="1387475" y="6219825"/>
          <p14:tracePt t="22525" x="1390650" y="6229350"/>
          <p14:tracePt t="22532" x="1400175" y="6229350"/>
          <p14:tracePt t="22540" x="1403350" y="6229350"/>
          <p14:tracePt t="22548" x="1411288" y="6229350"/>
          <p14:tracePt t="22557" x="1423988" y="6229350"/>
          <p14:tracePt t="22563" x="1428750" y="6232525"/>
          <p14:tracePt t="22572" x="1436688" y="6232525"/>
          <p14:tracePt t="22580" x="1441450" y="6232525"/>
          <p14:tracePt t="22589" x="1449388" y="6232525"/>
          <p14:tracePt t="22596" x="1462088" y="6232525"/>
          <p14:tracePt t="22604" x="1465263" y="6232525"/>
          <p14:tracePt t="22612" x="1465263" y="6240463"/>
          <p14:tracePt t="22620" x="1473200" y="6240463"/>
          <p14:tracePt t="22628" x="1477963" y="6240463"/>
          <p14:tracePt t="22636" x="1485900" y="6240463"/>
          <p14:tracePt t="22644" x="1490663" y="6240463"/>
          <p14:tracePt t="22653" x="1498600" y="6240463"/>
          <p14:tracePt t="22661" x="1503363" y="6240463"/>
          <p14:tracePt t="22668" x="1511300" y="6245225"/>
          <p14:tracePt t="22678" x="1514475" y="6245225"/>
          <p14:tracePt t="22684" x="1524000" y="6245225"/>
          <p14:tracePt t="22693" x="1527175" y="6245225"/>
          <p14:tracePt t="22708" x="1535113" y="6245225"/>
          <p14:tracePt t="22717" x="1539875" y="6245225"/>
          <p14:tracePt t="22724" x="1547813" y="6245225"/>
          <p14:tracePt t="22732" x="1552575" y="6245225"/>
          <p14:tracePt t="22740" x="1560513" y="6245225"/>
          <p14:tracePt t="22748" x="1573213" y="6245225"/>
          <p14:tracePt t="22756" x="1576388" y="6245225"/>
          <p14:tracePt t="22764" x="1585913" y="6245225"/>
          <p14:tracePt t="22773" x="1589088" y="6245225"/>
          <p14:tracePt t="22780" x="1597025" y="6245225"/>
          <p14:tracePt t="22789" x="1601788" y="6245225"/>
          <p14:tracePt t="22796" x="1609725" y="6245225"/>
          <p14:tracePt t="22805" x="1622425" y="6245225"/>
          <p14:tracePt t="22821" x="1635125" y="6245225"/>
          <p14:tracePt t="22828" x="1638300" y="6245225"/>
          <p14:tracePt t="22836" x="1647825" y="6245225"/>
          <p14:tracePt t="22844" x="1651000" y="6245225"/>
          <p14:tracePt t="22852" x="1658938" y="6245225"/>
          <p14:tracePt t="22861" x="1663700" y="6245225"/>
          <p14:tracePt t="22870" x="1676400" y="6245225"/>
          <p14:tracePt t="22875" x="1689100" y="6245225"/>
          <p14:tracePt t="22883" x="1697038" y="6245225"/>
          <p14:tracePt t="22895" x="1700213" y="6245225"/>
          <p14:tracePt t="22901" x="1712913" y="6245225"/>
          <p14:tracePt t="22908" x="1725613" y="6245225"/>
          <p14:tracePt t="22916" x="1733550" y="6245225"/>
          <p14:tracePt t="22923" x="1751013" y="6245225"/>
          <p14:tracePt t="22930" x="1762125" y="6245225"/>
          <p14:tracePt t="22941" x="1774825" y="6245225"/>
          <p14:tracePt t="22949" x="1787525" y="6245225"/>
          <p14:tracePt t="22954" x="1808163" y="6245225"/>
          <p14:tracePt t="22962" x="1824038" y="6245225"/>
          <p14:tracePt t="22971" x="1836738" y="6245225"/>
          <p14:tracePt t="22980" x="1857375" y="6245225"/>
          <p14:tracePt t="22986" x="1870075" y="6245225"/>
          <p14:tracePt t="22994" x="1882775" y="6245225"/>
          <p14:tracePt t="23002" x="1895475" y="6245225"/>
          <p14:tracePt t="23011" x="1911350" y="6245225"/>
          <p14:tracePt t="23019" x="1924050" y="6245225"/>
          <p14:tracePt t="23027" x="1931988" y="6245225"/>
          <p14:tracePt t="23035" x="1944688" y="6245225"/>
          <p14:tracePt t="23042" x="1957388" y="6245225"/>
          <p14:tracePt t="23051" x="1960563" y="6245225"/>
          <p14:tracePt t="23058" x="1973263" y="6253163"/>
          <p14:tracePt t="23067" x="1985963" y="6253163"/>
          <p14:tracePt t="23074" x="1993900" y="6253163"/>
          <p14:tracePt t="23082" x="2006600" y="6253163"/>
          <p14:tracePt t="23090" x="2019300" y="6253163"/>
          <p14:tracePt t="23098" x="2032000" y="6253163"/>
          <p14:tracePt t="23108" x="2035175" y="6253163"/>
          <p14:tracePt t="23114" x="2047875" y="6253163"/>
          <p14:tracePt t="23123" x="2060575" y="6253163"/>
          <p14:tracePt t="23130" x="2081213" y="6253163"/>
          <p14:tracePt t="23138" x="2084388" y="6253163"/>
          <p14:tracePt t="23146" x="2105025" y="6253163"/>
          <p14:tracePt t="23154" x="2117725" y="6253163"/>
          <p14:tracePt t="23162" x="2130425" y="6253163"/>
          <p14:tracePt t="23171" x="2146300" y="6253163"/>
          <p14:tracePt t="23178" x="2155825" y="6253163"/>
          <p14:tracePt t="23186" x="2171700" y="6253163"/>
          <p14:tracePt t="23195" x="2184400" y="6253163"/>
          <p14:tracePt t="23202" x="2197100" y="6253163"/>
          <p14:tracePt t="23211" x="2208213" y="6253163"/>
          <p14:tracePt t="23218" x="2228850" y="6253163"/>
          <p14:tracePt t="23227" x="2233613" y="6253163"/>
          <p14:tracePt t="23235" x="2254250" y="6253163"/>
          <p14:tracePt t="23242" x="2266950" y="6253163"/>
          <p14:tracePt t="23251" x="2279650" y="6253163"/>
          <p14:tracePt t="23259" x="2290763" y="6253163"/>
          <p14:tracePt t="23266" x="2308225" y="6253163"/>
          <p14:tracePt t="23275" x="2316163" y="6253163"/>
          <p14:tracePt t="23282" x="2328863" y="6253163"/>
          <p14:tracePt t="23291" x="2341563" y="6253163"/>
          <p14:tracePt t="23298" x="2352675" y="6253163"/>
          <p14:tracePt t="23308" x="2357438" y="6253163"/>
          <p14:tracePt t="23315" x="2370138" y="6253163"/>
          <p14:tracePt t="23323" x="2378075" y="6253163"/>
          <p14:tracePt t="23330" x="2390775" y="6253163"/>
          <p14:tracePt t="23339" x="2393950" y="6253163"/>
          <p14:tracePt t="23346" x="2406650" y="6253163"/>
          <p14:tracePt t="23355" x="2414588" y="6253163"/>
          <p14:tracePt t="23362" x="2419350" y="6253163"/>
          <p14:tracePt t="23370" x="2427288" y="6253163"/>
          <p14:tracePt t="23378" x="2432050" y="6253163"/>
          <p14:tracePt t="23386" x="2439988" y="6253163"/>
          <p14:tracePt t="23394" x="2444750" y="6253163"/>
          <p14:tracePt t="23402" x="2452688" y="6253163"/>
          <p14:tracePt t="23412" x="2455863" y="6253163"/>
          <p14:tracePt t="23418" x="2465388" y="6253163"/>
          <p14:tracePt t="23426" x="2468563" y="6253163"/>
          <p14:tracePt t="23442" x="2481263" y="6253163"/>
          <p14:tracePt t="23458" x="2489200" y="6253163"/>
          <p14:tracePt t="23467" x="2493963" y="6253163"/>
          <p14:tracePt t="23491" x="2501900" y="6253163"/>
          <p14:tracePt t="23499" x="2506663" y="6253163"/>
          <p14:tracePt t="23514" x="2514600" y="6253163"/>
          <p14:tracePt t="23522" x="2517775" y="6253163"/>
          <p14:tracePt t="23539" x="2527300" y="6253163"/>
          <p14:tracePt t="23555" x="2530475" y="6253163"/>
          <p14:tracePt t="23571" x="2538413" y="6253163"/>
          <p14:tracePt t="23577" x="2543175" y="6253163"/>
          <p14:tracePt t="23595" x="2551113" y="6253163"/>
          <p14:tracePt t="23602" x="2555875" y="6253163"/>
          <p14:tracePt t="23611" x="2563813" y="6253163"/>
          <p14:tracePt t="23618" x="2576513" y="6253163"/>
          <p14:tracePt t="23626" x="2579688" y="6253163"/>
          <p14:tracePt t="23635" x="2589213" y="6253163"/>
          <p14:tracePt t="23643" x="2592388" y="6253163"/>
          <p14:tracePt t="23651" x="2600325" y="6253163"/>
          <p14:tracePt t="23659" x="2605088" y="6253163"/>
          <p14:tracePt t="23674" x="2613025" y="6253163"/>
          <p14:tracePt t="23682" x="2617788" y="6253163"/>
          <p14:tracePt t="23690" x="2630488" y="6253163"/>
          <p14:tracePt t="23698" x="2638425" y="6253163"/>
          <p14:tracePt t="23707" x="2641600" y="6253163"/>
          <p14:tracePt t="23714" x="2651125" y="6253163"/>
          <p14:tracePt t="23722" x="2654300" y="6253163"/>
          <p14:tracePt t="23730" x="2667000" y="6253163"/>
          <p14:tracePt t="23746" x="2674938" y="6253163"/>
          <p14:tracePt t="23754" x="2679700" y="6253163"/>
          <p14:tracePt t="23762" x="2692400" y="6253163"/>
          <p14:tracePt t="23770" x="2700338" y="6253163"/>
          <p14:tracePt t="23778" x="2713038" y="6253163"/>
          <p14:tracePt t="23786" x="2716213" y="6253163"/>
          <p14:tracePt t="23795" x="2724150" y="6253163"/>
          <p14:tracePt t="23802" x="2728913" y="6253163"/>
          <p14:tracePt t="23810" x="2741613" y="6253163"/>
          <p14:tracePt t="23818" x="2749550" y="6253163"/>
          <p14:tracePt t="23826" x="2754313" y="6253163"/>
          <p14:tracePt t="23835" x="2765425" y="6253163"/>
          <p14:tracePt t="23842" x="2774950" y="6253163"/>
          <p14:tracePt t="23851" x="2786063" y="6249988"/>
          <p14:tracePt t="23858" x="2790825" y="6249988"/>
          <p14:tracePt t="23865" x="2803525" y="6249988"/>
          <p14:tracePt t="23875" x="2811463" y="6249988"/>
          <p14:tracePt t="23882" x="2816225" y="6249988"/>
          <p14:tracePt t="23891" x="2827338" y="6249988"/>
          <p14:tracePt t="23911" x="2847975" y="6240463"/>
          <p14:tracePt t="23915" x="2852738" y="6240463"/>
          <p14:tracePt t="23920" x="2865438" y="6240463"/>
          <p14:tracePt t="23929" x="2878138" y="6240463"/>
          <p14:tracePt t="23938" x="2886075" y="6240463"/>
          <p14:tracePt t="23946" x="2898775" y="6240463"/>
          <p14:tracePt t="23955" x="2901950" y="6240463"/>
          <p14:tracePt t="23962" x="2909888" y="6240463"/>
          <p14:tracePt t="23968" x="2914650" y="6240463"/>
          <p14:tracePt t="23978" x="2922588" y="6240463"/>
          <p14:tracePt t="23986" x="2927350" y="6240463"/>
          <p14:tracePt t="23995" x="2940050" y="6240463"/>
          <p14:tracePt t="24003" x="2940050" y="6237288"/>
          <p14:tracePt t="24009" x="2947988" y="6237288"/>
          <p14:tracePt t="24017" x="2951163" y="6237288"/>
          <p14:tracePt t="24026" x="2960688" y="6237288"/>
          <p14:tracePt t="24033" x="2963863" y="6237288"/>
          <p14:tracePt t="24041" x="2971800" y="6237288"/>
          <p14:tracePt t="24048" x="2976563" y="6237288"/>
          <p14:tracePt t="24057" x="2984500" y="6237288"/>
          <p14:tracePt t="24064" x="2989263" y="6237288"/>
          <p14:tracePt t="24075" x="2997200" y="6237288"/>
          <p14:tracePt t="24080" x="3001963" y="6237288"/>
          <p14:tracePt t="24088" x="3009900" y="6237288"/>
          <p14:tracePt t="24097" x="3013075" y="6237288"/>
          <p14:tracePt t="24105" x="3022600" y="6237288"/>
          <p14:tracePt t="24112" x="3025775" y="6229350"/>
          <p14:tracePt t="24121" x="3033713" y="6229350"/>
          <p14:tracePt t="24128" x="3038475" y="6229350"/>
          <p14:tracePt t="24136" x="3046413" y="6229350"/>
          <p14:tracePt t="24145" x="3051175" y="6229350"/>
          <p14:tracePt t="24152" x="3063875" y="6229350"/>
          <p14:tracePt t="24160" x="3071813" y="6229350"/>
          <p14:tracePt t="24169" x="3074988" y="6229350"/>
          <p14:tracePt t="24176" x="3084513" y="6229350"/>
          <p14:tracePt t="24185" x="3087688" y="6229350"/>
          <p14:tracePt t="24193" x="3095625" y="6229350"/>
          <p14:tracePt t="24200" x="3108325" y="6229350"/>
          <p14:tracePt t="24209" x="3113088" y="6229350"/>
          <p14:tracePt t="24216" x="3121025" y="6229350"/>
          <p14:tracePt t="24225" x="3133725" y="6229350"/>
          <p14:tracePt t="24232" x="3138488" y="6229350"/>
          <p14:tracePt t="24242" x="3149600" y="6224588"/>
          <p14:tracePt t="24249" x="3159125" y="6224588"/>
          <p14:tracePt t="24257" x="3170238" y="6224588"/>
          <p14:tracePt t="24264" x="3182938" y="6224588"/>
          <p14:tracePt t="24273" x="3195638" y="6224588"/>
          <p14:tracePt t="24281" x="3208338" y="6224588"/>
          <p14:tracePt t="24288" x="3211513" y="6224588"/>
          <p14:tracePt t="24298" x="3232150" y="6224588"/>
          <p14:tracePt t="24304" x="3236913" y="6224588"/>
          <p14:tracePt t="24312" x="3257550" y="6224588"/>
          <p14:tracePt t="24320" x="3270250" y="6224588"/>
          <p14:tracePt t="24329" x="3286125" y="6224588"/>
          <p14:tracePt t="24337" x="3298825" y="6224588"/>
          <p14:tracePt t="24345" x="3319463" y="6224588"/>
          <p14:tracePt t="24353" x="3332163" y="6224588"/>
          <p14:tracePt t="24360" x="3355975" y="6224588"/>
          <p14:tracePt t="24369" x="3368675" y="6224588"/>
          <p14:tracePt t="24376" x="3381375" y="6224588"/>
          <p14:tracePt t="24384" x="3394075" y="6224588"/>
          <p14:tracePt t="24392" x="3406775" y="6224588"/>
          <p14:tracePt t="24401" x="3422650" y="6224588"/>
          <p14:tracePt t="24409" x="3435350" y="6224588"/>
          <p14:tracePt t="24416" x="3455988" y="6224588"/>
          <p14:tracePt t="24427" x="3471863" y="6224588"/>
          <p14:tracePt t="24432" x="3484563" y="6224588"/>
          <p14:tracePt t="24441" x="3497263" y="6224588"/>
          <p14:tracePt t="24449" x="3517900" y="6224588"/>
          <p14:tracePt t="24457" x="3521075" y="6224588"/>
          <p14:tracePt t="24464" x="3541713" y="6224588"/>
          <p14:tracePt t="24472" x="3546475" y="6224588"/>
          <p14:tracePt t="24480" x="3567113" y="6224588"/>
          <p14:tracePt t="24489" x="3579813" y="6224588"/>
          <p14:tracePt t="24497" x="3592513" y="6224588"/>
          <p14:tracePt t="24504" x="3603625" y="6224588"/>
          <p14:tracePt t="24513" x="3621088" y="6224588"/>
          <p14:tracePt t="24521" x="3633788" y="6224588"/>
          <p14:tracePt t="24529" x="3644900" y="6224588"/>
          <p14:tracePt t="24536" x="3665538" y="6224588"/>
          <p14:tracePt t="24545" x="3683000" y="6224588"/>
          <p14:tracePt t="24553" x="3695700" y="6224588"/>
          <p14:tracePt t="24561" x="3716338" y="6224588"/>
          <p14:tracePt t="24569" x="3727450" y="6224588"/>
          <p14:tracePt t="24576" x="3740150" y="6224588"/>
          <p14:tracePt t="24585" x="3757613" y="6224588"/>
          <p14:tracePt t="24592" x="3768725" y="6224588"/>
          <p14:tracePt t="24600" x="3789363" y="6224588"/>
          <p14:tracePt t="24609" x="3802063" y="6224588"/>
          <p14:tracePt t="24616" x="3814763" y="6224588"/>
          <p14:tracePt t="24625" x="3827463" y="6224588"/>
          <p14:tracePt t="24632" x="3830638" y="6224588"/>
          <p14:tracePt t="24640" x="3843338" y="6224588"/>
          <p14:tracePt t="24648" x="3851275" y="6224588"/>
          <p14:tracePt t="24656" x="3856038" y="6224588"/>
          <p14:tracePt t="24664" x="3863975" y="6224588"/>
          <p14:tracePt t="24672" x="3868738" y="6224588"/>
          <p14:tracePt t="24689" x="3876675" y="6224588"/>
          <p14:tracePt t="24704" x="3881438" y="6224588"/>
          <p14:tracePt t="24720" x="3889375" y="6224588"/>
          <p14:tracePt t="24737" x="3892550" y="6224588"/>
          <p14:tracePt t="24760" x="3902075" y="6224588"/>
          <p14:tracePt t="24776" x="3905250" y="6224588"/>
          <p14:tracePt t="24792" x="3913188" y="6224588"/>
          <p14:tracePt t="24809" x="3925888" y="6224588"/>
          <p14:tracePt t="24825" x="3930650" y="6224588"/>
          <p14:tracePt t="24832" x="3938588" y="6224588"/>
          <p14:tracePt t="24841" x="3943350" y="6224588"/>
          <p14:tracePt t="24848" x="3951288" y="6224588"/>
          <p14:tracePt t="24857" x="3954463" y="6224588"/>
          <p14:tracePt t="24864" x="3963988" y="6224588"/>
          <p14:tracePt t="24872" x="3967163" y="6224588"/>
          <p14:tracePt t="24880" x="3979863" y="6224588"/>
          <p14:tracePt t="24888" x="3987800" y="6224588"/>
          <p14:tracePt t="24897" x="4000500" y="6224588"/>
          <p14:tracePt t="24905" x="4013200" y="6224588"/>
          <p14:tracePt t="24913" x="4016375" y="6224588"/>
          <p14:tracePt t="24921" x="4025900" y="6224588"/>
          <p14:tracePt t="24929" x="4037013" y="6224588"/>
          <p14:tracePt t="24937" x="4041775" y="6224588"/>
          <p14:tracePt t="24944" x="4054475" y="6224588"/>
          <p14:tracePt t="24953" x="4062413" y="6224588"/>
          <p14:tracePt t="24961" x="4075113" y="6224588"/>
          <p14:tracePt t="24969" x="4078288" y="6224588"/>
          <p14:tracePt t="24977" x="4090988" y="6229350"/>
          <p14:tracePt t="24985" x="4103688" y="6229350"/>
          <p14:tracePt t="24993" x="4111625" y="6229350"/>
          <p14:tracePt t="25000" x="4116388" y="6229350"/>
          <p14:tracePt t="25008" x="4124325" y="6229350"/>
          <p14:tracePt t="25017" x="4137025" y="6229350"/>
          <p14:tracePt t="25025" x="4149725" y="6229350"/>
          <p14:tracePt t="25032" x="4152900" y="6229350"/>
          <p14:tracePt t="25041" x="4165600" y="6229350"/>
          <p14:tracePt t="25049" x="4173538" y="6229350"/>
          <p14:tracePt t="25056" x="4186238" y="6229350"/>
          <p14:tracePt t="25065" x="4198938" y="6229350"/>
          <p14:tracePt t="25072" x="4202113" y="6229350"/>
          <p14:tracePt t="25080" x="4211638" y="6229350"/>
          <p14:tracePt t="25088" x="4222750" y="6232525"/>
          <p14:tracePt t="25097" x="4235450" y="6232525"/>
          <p14:tracePt t="25103" x="4240213" y="6232525"/>
          <p14:tracePt t="25110" x="4252913" y="6232525"/>
          <p14:tracePt t="25120" x="4264025" y="6232525"/>
          <p14:tracePt t="25126" x="4276725" y="6232525"/>
          <p14:tracePt t="25134" x="4284663" y="6232525"/>
          <p14:tracePt t="25144" x="4289425" y="6232525"/>
          <p14:tracePt t="25152" x="4302125" y="6232525"/>
          <p14:tracePt t="25159" x="4314825" y="6232525"/>
          <p14:tracePt t="25170" x="4322763" y="6232525"/>
          <p14:tracePt t="25182" x="4335463" y="6232525"/>
          <p14:tracePt t="25191" x="4338638" y="6232525"/>
          <p14:tracePt t="25200" x="4346575" y="6232525"/>
          <p14:tracePt t="25206" x="4351338" y="6232525"/>
          <p14:tracePt t="25214" x="4359275" y="6232525"/>
          <p14:tracePt t="25222" x="4364038" y="6232525"/>
          <p14:tracePt t="25230" x="4371975" y="6232525"/>
          <p14:tracePt t="25238" x="4376738" y="6232525"/>
          <p14:tracePt t="25246" x="4384675" y="6232525"/>
          <p14:tracePt t="25255" x="4389438" y="6232525"/>
          <p14:tracePt t="25263" x="4397375" y="6232525"/>
          <p14:tracePt t="25270" x="4410075" y="6232525"/>
          <p14:tracePt t="25278" x="4413250" y="6232525"/>
          <p14:tracePt t="25286" x="4421188" y="6232525"/>
          <p14:tracePt t="25294" x="4425950" y="6232525"/>
          <p14:tracePt t="25313" x="4438650" y="6232525"/>
          <p14:tracePt t="25319" x="4446588" y="6232525"/>
          <p14:tracePt t="25327" x="4451350" y="6232525"/>
          <p14:tracePt t="25334" x="4459288" y="6232525"/>
          <p14:tracePt t="25343" x="4462463" y="6232525"/>
          <p14:tracePt t="25350" x="4471988" y="6240463"/>
          <p14:tracePt t="25360" x="4475163" y="6240463"/>
          <p14:tracePt t="25376" x="4487863" y="6240463"/>
          <p14:tracePt t="25383" x="4495800" y="6240463"/>
          <p14:tracePt t="25391" x="4500563" y="6240463"/>
          <p14:tracePt t="25398" x="4508500" y="6240463"/>
          <p14:tracePt t="25406" x="4513263" y="6240463"/>
          <p14:tracePt t="25414" x="4521200" y="6240463"/>
          <p14:tracePt t="25423" x="4533900" y="6240463"/>
          <p14:tracePt t="25431" x="4545013" y="6240463"/>
          <p14:tracePt t="25438" x="4549775" y="6240463"/>
          <p14:tracePt t="25446" x="4562475" y="6240463"/>
          <p14:tracePt t="25454" x="4575175" y="6240463"/>
          <p14:tracePt t="25463" x="4586288" y="6240463"/>
          <p14:tracePt t="25470" x="4595813" y="6240463"/>
          <p14:tracePt t="25479" x="4611688" y="6240463"/>
          <p14:tracePt t="25487" x="4624388" y="6240463"/>
          <p14:tracePt t="25494" x="4637088" y="6240463"/>
          <p14:tracePt t="25503" x="4648200" y="6240463"/>
          <p14:tracePt t="25510" x="4668838" y="6240463"/>
          <p14:tracePt t="25519" x="4673600" y="6240463"/>
          <p14:tracePt t="25526" x="4694238" y="6240463"/>
          <p14:tracePt t="25534" x="4699000" y="6240463"/>
          <p14:tracePt t="25543" x="4710113" y="6240463"/>
          <p14:tracePt t="25550" x="4722813" y="6240463"/>
          <p14:tracePt t="25559" x="4730750" y="6240463"/>
          <p14:tracePt t="25566" x="4735513" y="6240463"/>
          <p14:tracePt t="25575" x="4748213" y="6240463"/>
          <p14:tracePt t="25582" x="4756150" y="6240463"/>
          <p14:tracePt t="25590" x="4760913" y="6240463"/>
          <p14:tracePt t="25598" x="4768850" y="6240463"/>
          <p14:tracePt t="25606" x="4772025" y="6240463"/>
          <p14:tracePt t="25614" x="4781550" y="6240463"/>
          <p14:tracePt t="25622" x="4792663" y="6240463"/>
          <p14:tracePt t="25629" x="4797425" y="6240463"/>
          <p14:tracePt t="25638" x="4805363" y="6240463"/>
          <p14:tracePt t="25655" x="4810125" y="6240463"/>
          <p14:tracePt t="25672" x="4818063" y="6240463"/>
          <p14:tracePt t="27331" x="4813300" y="6240463"/>
          <p14:tracePt t="27338" x="4805363" y="6240463"/>
          <p14:tracePt t="27346" x="4802188" y="6240463"/>
          <p14:tracePt t="27365" x="4792663" y="6245225"/>
          <p14:tracePt t="27370" x="4781550" y="6245225"/>
          <p14:tracePt t="27386" x="4776788" y="6253163"/>
          <p14:tracePt t="27394" x="4764088" y="6257925"/>
          <p14:tracePt t="27402" x="4756150" y="6257925"/>
          <p14:tracePt t="27411" x="4743450" y="6265863"/>
          <p14:tracePt t="27418" x="4740275" y="6265863"/>
          <p14:tracePt t="27426" x="4730750" y="6270625"/>
          <p14:tracePt t="27674" x="4748213" y="6240463"/>
          <p14:tracePt t="27683" x="4784725" y="6203950"/>
          <p14:tracePt t="27691" x="4833938" y="6162675"/>
          <p14:tracePt t="27699" x="4892675" y="6116638"/>
          <p14:tracePt t="27706" x="4954588" y="6080125"/>
          <p14:tracePt t="27715" x="5029200" y="6026150"/>
          <p14:tracePt t="27723" x="5127625" y="5964238"/>
          <p14:tracePt t="27732" x="5226050" y="5907088"/>
          <p14:tracePt t="27738" x="5341938" y="5832475"/>
          <p14:tracePt t="27746" x="5462588" y="5778500"/>
          <p14:tracePt t="27754" x="5610225" y="5708650"/>
          <p14:tracePt t="27762" x="5759450" y="5646738"/>
          <p14:tracePt t="27770" x="5899150" y="5580063"/>
          <p14:tracePt t="27779" x="6048375" y="5505450"/>
          <p14:tracePt t="27786" x="6205538" y="5430838"/>
          <p14:tracePt t="27794" x="6345238" y="5337175"/>
          <p14:tracePt t="27802" x="6494463" y="5257800"/>
          <p14:tracePt t="27810" x="6642100" y="5175250"/>
          <p14:tracePt t="27818" x="6786563" y="5087938"/>
          <p14:tracePt t="27826" x="6923088" y="4997450"/>
          <p14:tracePt t="27835" x="7046913" y="4902200"/>
          <p14:tracePt t="27843" x="7183438" y="4791075"/>
          <p14:tracePt t="27850" x="7307263" y="4687888"/>
          <p14:tracePt t="27858" x="7431088" y="4576763"/>
          <p14:tracePt t="27865" x="7546975" y="4468813"/>
          <p14:tracePt t="27874" x="7658100" y="4365625"/>
          <p14:tracePt t="27885" x="7778750" y="4254500"/>
          <p14:tracePt t="27891" x="7889875" y="4154488"/>
          <p14:tracePt t="27900" x="7988300" y="4056063"/>
          <p14:tracePt t="27906" x="8088313" y="3960813"/>
          <p14:tracePt t="27916" x="8178800" y="3883025"/>
          <p14:tracePt t="27922" x="8248650" y="3808413"/>
          <p14:tracePt t="27930" x="8302625" y="3746500"/>
          <p14:tracePt t="27938" x="8335963" y="3687763"/>
          <p14:tracePt t="27946" x="8372475" y="3646488"/>
          <p14:tracePt t="27954" x="8385175" y="3622675"/>
          <p14:tracePt t="27962" x="8389938" y="3602038"/>
          <p14:tracePt t="27970" x="8397875" y="3589338"/>
          <p14:tracePt t="27978" x="8397875" y="3584575"/>
          <p14:tracePt t="27984" x="8397875" y="3573463"/>
          <p14:tracePt t="27994" x="8397875" y="3563938"/>
          <p14:tracePt t="28032" x="8397875" y="3560763"/>
          <p14:tracePt t="28368" x="8397875" y="3552825"/>
          <p14:tracePt t="28384" x="8401050" y="3552825"/>
          <p14:tracePt t="28392" x="8401050" y="3548063"/>
          <p14:tracePt t="28552" x="8410575" y="3540125"/>
          <p14:tracePt t="28560" x="8413750" y="3522663"/>
          <p14:tracePt t="28568" x="8421688" y="3514725"/>
          <p14:tracePt t="28576" x="8426450" y="3498850"/>
          <p14:tracePt t="28584" x="8434388" y="3478213"/>
          <p14:tracePt t="28592" x="8439150" y="3449638"/>
          <p14:tracePt t="28601" x="8439150" y="3424238"/>
          <p14:tracePt t="28608" x="8439150" y="3378200"/>
          <p14:tracePt t="28617" x="8447088" y="3349625"/>
          <p14:tracePt t="28624" x="8447088" y="3313113"/>
          <p14:tracePt t="28633" x="8447088" y="3275013"/>
          <p14:tracePt t="28640" x="8447088" y="3238500"/>
          <p14:tracePt t="28648" x="8447088" y="3217863"/>
          <p14:tracePt t="28656" x="8447088" y="3192463"/>
          <p14:tracePt t="28667" x="8447088" y="3168650"/>
          <p14:tracePt t="28672" x="8447088" y="3143250"/>
          <p14:tracePt t="28680" x="8447088" y="3127375"/>
          <p14:tracePt t="28688" x="8447088" y="3114675"/>
          <p14:tracePt t="28696" x="8447088" y="3094038"/>
          <p14:tracePt t="28704" x="8447088" y="3081338"/>
          <p14:tracePt t="28712" x="8447088" y="3076575"/>
          <p14:tracePt t="28720" x="8447088" y="3065463"/>
          <p14:tracePt t="28728" x="8447088" y="3055938"/>
          <p14:tracePt t="28736" x="8447088" y="3052763"/>
          <p14:tracePt t="28744" x="8447088" y="3044825"/>
          <p14:tracePt t="28768" x="8447088" y="3040063"/>
          <p14:tracePt t="28912" x="8434388" y="3040063"/>
          <p14:tracePt t="28944" x="8431213" y="3040063"/>
          <p14:tracePt t="28960" x="8421688" y="3040063"/>
          <p14:tracePt t="28976" x="8418513" y="3044825"/>
          <p14:tracePt t="29001" x="8410575" y="3044825"/>
          <p14:tracePt t="29017" x="8405813" y="3044825"/>
          <p14:tracePt t="29094" x="8405813" y="3003550"/>
          <p14:tracePt t="29102" x="8405813" y="2932113"/>
          <p14:tracePt t="29110" x="8405813" y="2867025"/>
          <p14:tracePt t="29118" x="8405813" y="2795588"/>
          <p14:tracePt t="29126" x="8405813" y="2754313"/>
          <p14:tracePt t="29135" x="8410575" y="2722563"/>
          <p14:tracePt t="29143" x="8413750" y="2697163"/>
          <p14:tracePt t="29152" x="8421688" y="2681288"/>
          <p14:tracePt t="29158" x="8426450" y="2668588"/>
          <p14:tracePt t="29167" x="8439150" y="2655888"/>
          <p14:tracePt t="29175" x="8439150" y="2647950"/>
          <p14:tracePt t="29183" x="8451850" y="2635250"/>
          <p14:tracePt t="29190" x="8459788" y="2630488"/>
          <p14:tracePt t="29206" x="8462963" y="2622550"/>
          <p14:tracePt t="29214" x="8472488" y="2622550"/>
          <p14:tracePt t="29222" x="8472488" y="2619375"/>
          <p14:tracePt t="29255" x="8475663" y="2619375"/>
          <p14:tracePt t="29318" x="8475663" y="2609850"/>
          <p14:tracePt t="29828" x="8475663" y="2598738"/>
          <p14:tracePt t="29836" x="8483600" y="2593975"/>
          <p14:tracePt t="29844" x="8483600" y="2581275"/>
          <p14:tracePt t="29852" x="8483600" y="2573338"/>
          <p14:tracePt t="29860" x="8488363" y="2573338"/>
          <p14:tracePt t="29868" x="8488363" y="2568575"/>
          <p14:tracePt t="29885" x="8488363" y="2560638"/>
          <p14:tracePt t="30132" x="8483600" y="2565400"/>
          <p14:tracePt t="30292" x="8483600" y="2557463"/>
          <p14:tracePt t="30317" x="8483600" y="2547938"/>
          <p14:tracePt t="30338" x="8483600" y="2544763"/>
          <p14:tracePt t="31040" x="8483600" y="2614613"/>
          <p14:tracePt t="31048" x="8483600" y="2722563"/>
          <p14:tracePt t="31056" x="8488363" y="2846388"/>
          <p14:tracePt t="31064" x="8509000" y="2994025"/>
          <p14:tracePt t="31072" x="8521700" y="3143250"/>
          <p14:tracePt t="31081" x="8534400" y="3295650"/>
          <p14:tracePt t="31088" x="8550275" y="3444875"/>
          <p14:tracePt t="31096" x="8570913" y="3594100"/>
          <p14:tracePt t="31104" x="8583613" y="3741738"/>
          <p14:tracePt t="31112" x="8599488" y="3865563"/>
          <p14:tracePt t="31120" x="8607425" y="3986213"/>
          <p14:tracePt t="31128" x="8607425" y="4084638"/>
          <p14:tracePt t="31136" x="8607425" y="4184650"/>
          <p14:tracePt t="31145" x="8607425" y="4262438"/>
          <p14:tracePt t="31154" x="8607425" y="4332288"/>
          <p14:tracePt t="31160" x="8607425" y="4383088"/>
          <p14:tracePt t="31169" x="8607425" y="4411663"/>
          <p14:tracePt t="31176" x="8607425" y="4424363"/>
          <p14:tracePt t="31185" x="8604250" y="4445000"/>
          <p14:tracePt t="31209" x="8604250" y="4448175"/>
          <p14:tracePt t="31337" x="8596313" y="4448175"/>
          <p14:tracePt t="31352" x="8591550" y="4456113"/>
          <p14:tracePt t="31361" x="8583613" y="4456113"/>
          <p14:tracePt t="31369" x="8578850" y="4456113"/>
          <p14:tracePt t="31376" x="8578850" y="4460875"/>
          <p14:tracePt t="31392" x="8570913" y="4460875"/>
          <p14:tracePt t="31574" x="8570913" y="4468813"/>
          <p14:tracePt t="31582" x="8566150" y="4473575"/>
          <p14:tracePt t="31591" x="8555038" y="4481513"/>
          <p14:tracePt t="31598" x="8545513" y="4494213"/>
          <p14:tracePt t="31606" x="8542338" y="4518025"/>
          <p14:tracePt t="31614" x="8534400" y="4535488"/>
          <p14:tracePt t="31622" x="8529638" y="4556125"/>
          <p14:tracePt t="31630" x="8504238" y="4592638"/>
          <p14:tracePt t="31638" x="8493125" y="4641850"/>
          <p14:tracePt t="31646" x="8472488" y="4692650"/>
          <p14:tracePt t="31655" x="8447088" y="4746625"/>
          <p14:tracePt t="31662" x="8431213" y="4819650"/>
          <p14:tracePt t="31671" x="8410575" y="4881563"/>
          <p14:tracePt t="31678" x="8393113" y="4940300"/>
          <p14:tracePt t="31687" x="8369300" y="5005388"/>
          <p14:tracePt t="31694" x="8348663" y="5056188"/>
          <p14:tracePt t="31703" x="8335963" y="5100638"/>
          <p14:tracePt t="31710" x="8318500" y="5130800"/>
          <p14:tracePt t="31720" x="8310563" y="5151438"/>
          <p14:tracePt t="31726" x="8307388" y="5162550"/>
          <p14:tracePt t="31743" x="8297863" y="5167313"/>
          <p14:tracePt t="31774" x="8297863" y="5159375"/>
          <p14:tracePt t="31783" x="8302625" y="5133975"/>
          <p14:tracePt t="31790" x="8315325" y="5113338"/>
          <p14:tracePt t="31798" x="8323263" y="5087938"/>
          <p14:tracePt t="31806" x="8328025" y="5072063"/>
          <p14:tracePt t="31815" x="8339138" y="5038725"/>
          <p14:tracePt t="31822" x="8339138" y="5022850"/>
          <p14:tracePt t="31830" x="8351838" y="4997450"/>
          <p14:tracePt t="31838" x="8351838" y="4973638"/>
          <p14:tracePt t="31847" x="8359775" y="4960938"/>
          <p14:tracePt t="31854" x="8364538" y="4948238"/>
          <p14:tracePt t="31863" x="8364538" y="4940300"/>
          <p14:tracePt t="31871" x="8364538" y="4927600"/>
          <p14:tracePt t="31878" x="8364538" y="4922838"/>
          <p14:tracePt t="32006" x="8364538" y="4927600"/>
          <p14:tracePt t="32071" x="8364538" y="4914900"/>
          <p14:tracePt t="32078" x="8364538" y="4886325"/>
          <p14:tracePt t="32086" x="8377238" y="4829175"/>
          <p14:tracePt t="32092" x="8385175" y="4749800"/>
          <p14:tracePt t="32103" x="8397875" y="4654550"/>
          <p14:tracePt t="32111" x="8413750" y="4530725"/>
          <p14:tracePt t="32121" x="8426450" y="4419600"/>
          <p14:tracePt t="32126" x="8451850" y="4291013"/>
          <p14:tracePt t="32133" x="8475663" y="4143375"/>
          <p14:tracePt t="32140" x="8488363" y="4010025"/>
          <p14:tracePt t="32150" x="8509000" y="3886200"/>
          <p14:tracePt t="32170" x="8534400" y="3708400"/>
          <p14:tracePt t="32173" x="8537575" y="3638550"/>
          <p14:tracePt t="32180" x="8537575" y="3589338"/>
          <p14:tracePt t="32188" x="8545513" y="3548063"/>
          <p14:tracePt t="32196" x="8545513" y="3527425"/>
          <p14:tracePt t="32204" x="8550275" y="3511550"/>
          <p14:tracePt t="32212" x="8550275" y="3498850"/>
          <p14:tracePt t="32220" x="8550275" y="3478213"/>
          <p14:tracePt t="32228" x="8550275" y="3465513"/>
          <p14:tracePt t="32236" x="8550275" y="3449638"/>
          <p14:tracePt t="32244" x="8550275" y="3429000"/>
          <p14:tracePt t="32253" x="8550275" y="3416300"/>
          <p14:tracePt t="32260" x="8550275" y="3403600"/>
          <p14:tracePt t="32270" x="8550275" y="3398838"/>
          <p14:tracePt t="32276" x="8550275" y="3387725"/>
          <p14:tracePt t="32285" x="8550275" y="3378200"/>
          <p14:tracePt t="32292" x="8550275" y="3375025"/>
          <p14:tracePt t="32301" x="8550275" y="3367088"/>
          <p14:tracePt t="32308" x="8550275" y="3362325"/>
          <p14:tracePt t="32316" x="8550275" y="3349625"/>
          <p14:tracePt t="32324" x="8550275" y="3336925"/>
          <p14:tracePt t="32333" x="8550275" y="3316288"/>
          <p14:tracePt t="32340" x="8550275" y="3303588"/>
          <p14:tracePt t="32348" x="8550275" y="3275013"/>
          <p14:tracePt t="32356" x="8545513" y="3254375"/>
          <p14:tracePt t="32364" x="8542338" y="3225800"/>
          <p14:tracePt t="32372" x="8542338" y="3192463"/>
          <p14:tracePt t="32380" x="8529638" y="3163888"/>
          <p14:tracePt t="32388" x="8516938" y="3114675"/>
          <p14:tracePt t="32396" x="8516938" y="3068638"/>
          <p14:tracePt t="32405" x="8504238" y="3019425"/>
          <p14:tracePt t="32412" x="8493125" y="2970213"/>
          <p14:tracePt t="32421" x="8483600" y="2928938"/>
          <p14:tracePt t="32428" x="8483600" y="2890838"/>
          <p14:tracePt t="32437" x="8480425" y="2857500"/>
          <p14:tracePt t="32444" x="8480425" y="2833688"/>
          <p14:tracePt t="32452" x="8472488" y="2820988"/>
          <p14:tracePt t="32461" x="8472488" y="2808288"/>
          <p14:tracePt t="32469" x="8472488" y="2795588"/>
          <p14:tracePt t="32484" x="8472488" y="2792413"/>
          <p14:tracePt t="32492" x="8472488" y="2784475"/>
          <p14:tracePt t="32508" x="8472488" y="2779713"/>
          <p14:tracePt t="32541" x="8472488" y="2767013"/>
          <p14:tracePt t="32548" x="8472488" y="2759075"/>
          <p14:tracePt t="32556" x="8472488" y="2754313"/>
          <p14:tracePt t="32564" x="8472488" y="2746375"/>
          <p14:tracePt t="32580" x="8472488" y="2743200"/>
          <p14:tracePt t="32588" x="8472488" y="2733675"/>
          <p14:tracePt t="32596" x="8472488" y="2730500"/>
          <p14:tracePt t="32604" x="8472488" y="2722563"/>
          <p14:tracePt t="32613" x="8472488" y="2717800"/>
          <p14:tracePt t="32620" x="8472488" y="2705100"/>
          <p14:tracePt t="32628" x="8472488" y="2697163"/>
          <p14:tracePt t="32637" x="8472488" y="2681288"/>
          <p14:tracePt t="32644" x="8472488" y="2671763"/>
          <p14:tracePt t="32654" x="8472488" y="2660650"/>
          <p14:tracePt t="32660" x="8472488" y="2655888"/>
          <p14:tracePt t="32669" x="8472488" y="2643188"/>
          <p14:tracePt t="32676" x="8472488" y="2635250"/>
          <p14:tracePt t="32684" x="8472488" y="2630488"/>
          <p14:tracePt t="32690" x="8472488" y="2622550"/>
          <p14:tracePt t="32698" x="8472488" y="2619375"/>
          <p14:tracePt t="32707" x="8472488" y="2609850"/>
          <p14:tracePt t="32714" x="8472488" y="2606675"/>
          <p14:tracePt t="32722" x="8472488" y="2598738"/>
          <p14:tracePt t="32730" x="8475663" y="2593975"/>
          <p14:tracePt t="32746" x="8483600" y="2586038"/>
          <p14:tracePt t="32762" x="8488363" y="2581275"/>
          <p14:tracePt t="32770" x="8488363" y="2573338"/>
          <p14:tracePt t="32778" x="8496300" y="2573338"/>
          <p14:tracePt t="32794" x="8501063" y="2573338"/>
          <p14:tracePt t="32804" x="8501063" y="2568575"/>
          <p14:tracePt t="32810" x="8509000" y="2568575"/>
          <p14:tracePt t="32818" x="8509000" y="2560638"/>
          <p14:tracePt t="32826" x="8513763" y="2560638"/>
          <p14:tracePt t="32842" x="8521700" y="2557463"/>
          <p14:tracePt t="32858" x="8524875" y="2547938"/>
          <p14:tracePt t="32874" x="8534400" y="2544763"/>
          <p14:tracePt t="33003" x="8534400" y="2536825"/>
          <p14:tracePt t="33139" x="8529638" y="2536825"/>
          <p14:tracePt t="33162" x="8521700" y="2536825"/>
          <p14:tracePt t="33171" x="8516938" y="2536825"/>
          <p14:tracePt t="33186" x="8509000" y="2540000"/>
          <p14:tracePt t="33202" x="8504238" y="2540000"/>
          <p14:tracePt t="33210" x="8496300" y="2540000"/>
          <p14:tracePt t="33219" x="8496300" y="2547938"/>
          <p14:tracePt t="33226" x="8493125" y="2547938"/>
          <p14:tracePt t="33234" x="8483600" y="2547938"/>
          <p14:tracePt t="33242" x="8480425" y="2552700"/>
          <p14:tracePt t="33259" x="8467725" y="2552700"/>
          <p14:tracePt t="33264" x="8467725" y="2560638"/>
          <p14:tracePt t="33272" x="8459788" y="2560638"/>
          <p14:tracePt t="33282" x="8455025" y="2560638"/>
          <p14:tracePt t="33290" x="8447088" y="2565400"/>
          <p14:tracePt t="33298" x="8442325" y="2565400"/>
          <p14:tracePt t="33306" x="8434388" y="2565400"/>
          <p14:tracePt t="33322" x="8431213" y="2573338"/>
          <p14:tracePt t="33328" x="8421688" y="2573338"/>
          <p14:tracePt t="33339" x="8418513" y="2578100"/>
          <p14:tracePt t="33346" x="8410575" y="2578100"/>
          <p14:tracePt t="33352" x="8405813" y="2586038"/>
          <p14:tracePt t="33360" x="8397875" y="2586038"/>
          <p14:tracePt t="33369" x="8393113" y="2589213"/>
          <p14:tracePt t="33376" x="8385175" y="2589213"/>
          <p14:tracePt t="33393" x="8380413" y="2598738"/>
          <p14:tracePt t="33400" x="8372475" y="2598738"/>
          <p14:tracePt t="33408" x="8369300" y="2598738"/>
          <p14:tracePt t="33424" x="8359775" y="2601913"/>
          <p14:tracePt t="33432" x="8356600" y="2601913"/>
          <p14:tracePt t="33440" x="8356600" y="2609850"/>
          <p14:tracePt t="33448" x="8348663" y="2609850"/>
          <p14:tracePt t="33464" x="8343900" y="2614613"/>
          <p14:tracePt t="33473" x="8335963" y="2614613"/>
          <p14:tracePt t="33481" x="8331200" y="2622550"/>
          <p14:tracePt t="33497" x="8323263" y="2622550"/>
          <p14:tracePt t="33504" x="8318500" y="2627313"/>
          <p14:tracePt t="33512" x="8310563" y="2627313"/>
          <p14:tracePt t="33521" x="8307388" y="2635250"/>
          <p14:tracePt t="33528" x="8297863" y="2635250"/>
          <p14:tracePt t="33538" x="8294688" y="2635250"/>
          <p14:tracePt t="33544" x="8281988" y="2640013"/>
          <p14:tracePt t="33552" x="8274050" y="2647950"/>
          <p14:tracePt t="33560" x="8269288" y="2647950"/>
          <p14:tracePt t="33568" x="8261350" y="2651125"/>
          <p14:tracePt t="33576" x="8256588" y="2651125"/>
          <p14:tracePt t="33584" x="8245475" y="2660650"/>
          <p14:tracePt t="33592" x="8232775" y="2660650"/>
          <p14:tracePt t="33601" x="8224838" y="2663825"/>
          <p14:tracePt t="33608" x="8212138" y="2671763"/>
          <p14:tracePt t="33616" x="8199438" y="2676525"/>
          <p14:tracePt t="33624" x="8186738" y="2676525"/>
          <p14:tracePt t="33632" x="8174038" y="2684463"/>
          <p14:tracePt t="33641" x="8162925" y="2689225"/>
          <p14:tracePt t="33648" x="8145463" y="2697163"/>
          <p14:tracePt t="33656" x="8124825" y="2701925"/>
          <p14:tracePt t="33664" x="8112125" y="2701925"/>
          <p14:tracePt t="33672" x="8096250" y="2709863"/>
          <p14:tracePt t="33681" x="8075613" y="2713038"/>
          <p14:tracePt t="33688" x="8058150" y="2722563"/>
          <p14:tracePt t="33696" x="8037513" y="2725738"/>
          <p14:tracePt t="33705" x="8021638" y="2725738"/>
          <p14:tracePt t="33712" x="8008938" y="2733675"/>
          <p14:tracePt t="33721" x="7988300" y="2733675"/>
          <p14:tracePt t="33728" x="7975600" y="2738438"/>
          <p14:tracePt t="33737" x="7959725" y="2738438"/>
          <p14:tracePt t="33744" x="7951788" y="2738438"/>
          <p14:tracePt t="33752" x="7939088" y="2738438"/>
          <p14:tracePt t="33760" x="7926388" y="2746375"/>
          <p14:tracePt t="33769" x="7923213" y="2746375"/>
          <p14:tracePt t="33784" x="7913688" y="2746375"/>
          <p14:tracePt t="33792" x="7910513" y="2746375"/>
          <p14:tracePt t="33809" x="7902575" y="2746375"/>
          <p14:tracePt t="33816" x="7902575" y="2751138"/>
          <p14:tracePt t="33840" x="7897813" y="2751138"/>
          <p14:tracePt t="33864" x="7889875" y="2751138"/>
          <p14:tracePt t="33880" x="7889875" y="2759075"/>
          <p14:tracePt t="33889" x="7885113" y="2759075"/>
          <p14:tracePt t="33897" x="7877175" y="2759075"/>
          <p14:tracePt t="33906" x="7872413" y="2759075"/>
          <p14:tracePt t="33922" x="7861300" y="2763838"/>
          <p14:tracePt t="33928" x="7851775" y="2771775"/>
          <p14:tracePt t="33937" x="7848600" y="2771775"/>
          <p14:tracePt t="33944" x="7840663" y="2771775"/>
          <p14:tracePt t="33952" x="7827963" y="2774950"/>
          <p14:tracePt t="33958" x="7815263" y="2774950"/>
          <p14:tracePt t="33967" x="7810500" y="2784475"/>
          <p14:tracePt t="33976" x="7802563" y="2787650"/>
          <p14:tracePt t="33984" x="7789863" y="2787650"/>
          <p14:tracePt t="33990" x="7786688" y="2787650"/>
          <p14:tracePt t="33998" x="7773988" y="2795588"/>
          <p14:tracePt t="34006" x="7766050" y="2800350"/>
          <p14:tracePt t="34014" x="7753350" y="2800350"/>
          <p14:tracePt t="34022" x="7748588" y="2800350"/>
          <p14:tracePt t="34031" x="7737475" y="2808288"/>
          <p14:tracePt t="34039" x="7727950" y="2808288"/>
          <p14:tracePt t="34047" x="7716838" y="2813050"/>
          <p14:tracePt t="34055" x="7704138" y="2820988"/>
          <p14:tracePt t="34063" x="7699375" y="2820988"/>
          <p14:tracePt t="34072" x="7691438" y="2825750"/>
          <p14:tracePt t="34078" x="7686675" y="2825750"/>
          <p14:tracePt t="34087" x="7678738" y="2833688"/>
          <p14:tracePt t="34106" x="7666038" y="2836863"/>
          <p14:tracePt t="34119" x="7662863" y="2846388"/>
          <p14:tracePt t="34126" x="7654925" y="2846388"/>
          <p14:tracePt t="34134" x="7650163" y="2846388"/>
          <p14:tracePt t="34143" x="7642225" y="2849563"/>
          <p14:tracePt t="34158" x="7637463" y="2857500"/>
          <p14:tracePt t="34166" x="7629525" y="2857500"/>
          <p14:tracePt t="34174" x="7624763" y="2857500"/>
          <p14:tracePt t="34183" x="7624763" y="2862263"/>
          <p14:tracePt t="34190" x="7616825" y="2870200"/>
          <p14:tracePt t="34198" x="7613650" y="2870200"/>
          <p14:tracePt t="34207" x="7604125" y="2870200"/>
          <p14:tracePt t="34215" x="7593013" y="2874963"/>
          <p14:tracePt t="34222" x="7588250" y="2874963"/>
          <p14:tracePt t="34230" x="7580313" y="2882900"/>
          <p14:tracePt t="34238" x="7575550" y="2887663"/>
          <p14:tracePt t="34246" x="7562850" y="2895600"/>
          <p14:tracePt t="34254" x="7554913" y="2895600"/>
          <p14:tracePt t="34263" x="7551738" y="2900363"/>
          <p14:tracePt t="34271" x="7542213" y="2900363"/>
          <p14:tracePt t="34278" x="7539038" y="2908300"/>
          <p14:tracePt t="34286" x="7531100" y="2908300"/>
          <p14:tracePt t="34294" x="7518400" y="2911475"/>
          <p14:tracePt t="34303" x="7513638" y="2921000"/>
          <p14:tracePt t="34311" x="7505700" y="2924175"/>
          <p14:tracePt t="34318" x="7493000" y="2924175"/>
          <p14:tracePt t="34326" x="7489825" y="2932113"/>
          <p14:tracePt t="34333" x="7477125" y="2936875"/>
          <p14:tracePt t="34342" x="7469188" y="2944813"/>
          <p14:tracePt t="34350" x="7456488" y="2949575"/>
          <p14:tracePt t="34358" x="7451725" y="2949575"/>
          <p14:tracePt t="34366" x="7443788" y="2957513"/>
          <p14:tracePt t="34375" x="7439025" y="2957513"/>
          <p14:tracePt t="34382" x="7427913" y="2962275"/>
          <p14:tracePt t="34390" x="7427913" y="2970213"/>
          <p14:tracePt t="34398" x="7418388" y="2970213"/>
          <p14:tracePt t="34406" x="7407275" y="2973388"/>
          <p14:tracePt t="34414" x="7402513" y="2982913"/>
          <p14:tracePt t="34421" x="7394575" y="2982913"/>
          <p14:tracePt t="34430" x="7389813" y="2986088"/>
          <p14:tracePt t="34439" x="7381875" y="2994025"/>
          <p14:tracePt t="34446" x="7369175" y="2994025"/>
          <p14:tracePt t="34456" x="7366000" y="2998788"/>
          <p14:tracePt t="34462" x="7356475" y="3006725"/>
          <p14:tracePt t="34472" x="7345363" y="3011488"/>
          <p14:tracePt t="34478" x="7340600" y="3019425"/>
          <p14:tracePt t="34486" x="7327900" y="3024188"/>
          <p14:tracePt t="34494" x="7315200" y="3032125"/>
          <p14:tracePt t="34502" x="7307263" y="3035300"/>
          <p14:tracePt t="34510" x="7294563" y="3044825"/>
          <p14:tracePt t="34516" x="7283450" y="3048000"/>
          <p14:tracePt t="34525" x="7278688" y="3055938"/>
          <p14:tracePt t="34534" x="7265988" y="3060700"/>
          <p14:tracePt t="34541" x="7253288" y="3068638"/>
          <p14:tracePt t="34549" x="7242175" y="3073400"/>
          <p14:tracePt t="34557" x="7232650" y="3081338"/>
          <p14:tracePt t="34564" x="7221538" y="3086100"/>
          <p14:tracePt t="34571" x="7208838" y="3094038"/>
          <p14:tracePt t="34580" x="7204075" y="3097213"/>
          <p14:tracePt t="34589" x="7191375" y="3106738"/>
          <p14:tracePt t="34596" x="7170738" y="3117850"/>
          <p14:tracePt t="34606" x="7167563" y="3122613"/>
          <p14:tracePt t="34612" x="7154863" y="3122613"/>
          <p14:tracePt t="34620" x="7142163" y="3135313"/>
          <p14:tracePt t="34628" x="7134225" y="3143250"/>
          <p14:tracePt t="34636" x="7121525" y="3143250"/>
          <p14:tracePt t="34644" x="7108825" y="3148013"/>
          <p14:tracePt t="34655" x="7097713" y="3159125"/>
          <p14:tracePt t="34660" x="7092950" y="3168650"/>
          <p14:tracePt t="34668" x="7080250" y="3171825"/>
          <p14:tracePt t="34676" x="7067550" y="3179763"/>
          <p14:tracePt t="34684" x="7059613" y="3184525"/>
          <p14:tracePt t="34692" x="7046913" y="3192463"/>
          <p14:tracePt t="34700" x="7035800" y="3197225"/>
          <p14:tracePt t="34708" x="7031038" y="3197225"/>
          <p14:tracePt t="34716" x="7018338" y="3209925"/>
          <p14:tracePt t="34724" x="7005638" y="3209925"/>
          <p14:tracePt t="34732" x="6994525" y="3217863"/>
          <p14:tracePt t="34740" x="6985000" y="3221038"/>
          <p14:tracePt t="34748" x="6973888" y="3230563"/>
          <p14:tracePt t="34756" x="6961188" y="3233738"/>
          <p14:tracePt t="34765" x="6948488" y="3241675"/>
          <p14:tracePt t="34772" x="6935788" y="3246438"/>
          <p14:tracePt t="34781" x="6932613" y="3246438"/>
          <p14:tracePt t="34788" x="6919913" y="3246438"/>
          <p14:tracePt t="34797" x="6907213" y="3259138"/>
          <p14:tracePt t="34805" x="6894513" y="3259138"/>
          <p14:tracePt t="34812" x="6881813" y="3267075"/>
          <p14:tracePt t="34821" x="6861175" y="3271838"/>
          <p14:tracePt t="34828" x="6845300" y="3282950"/>
          <p14:tracePt t="34837" x="6832600" y="3282950"/>
          <p14:tracePt t="34844" x="6807200" y="3295650"/>
          <p14:tracePt t="34852" x="6783388" y="3308350"/>
          <p14:tracePt t="34860" x="6757988" y="3321050"/>
          <p14:tracePt t="34869" x="6734175" y="3328988"/>
          <p14:tracePt t="34876" x="6713538" y="3333750"/>
          <p14:tracePt t="34884" x="6688138" y="3341688"/>
          <p14:tracePt t="34892" x="6672263" y="3346450"/>
          <p14:tracePt t="34907" x="6651625" y="3354388"/>
          <p14:tracePt t="34910" x="6634163" y="3354388"/>
          <p14:tracePt t="34917" x="6613525" y="3354388"/>
          <p14:tracePt t="34924" x="6600825" y="3357563"/>
          <p14:tracePt t="34932" x="6584950" y="3367088"/>
          <p14:tracePt t="34941" x="6564313" y="3367088"/>
          <p14:tracePt t="34948" x="6551613" y="3367088"/>
          <p14:tracePt t="34956" x="6538913" y="3370263"/>
          <p14:tracePt t="34964" x="6527800" y="3370263"/>
          <p14:tracePt t="34973" x="6515100" y="3378200"/>
          <p14:tracePt t="34980" x="6502400" y="3378200"/>
          <p14:tracePt t="34990" x="6497638" y="3378200"/>
          <p14:tracePt t="34996" x="6489700" y="3382963"/>
          <p14:tracePt t="35012" x="6486525" y="3382963"/>
          <p14:tracePt t="35021" x="6477000" y="3382963"/>
          <p14:tracePt t="35028" x="6473825" y="3382963"/>
          <p14:tracePt t="35045" x="6465888" y="3382963"/>
          <p14:tracePt t="35053" x="6465888" y="3390900"/>
          <p14:tracePt t="35060" x="6461125" y="3390900"/>
          <p14:tracePt t="35085" x="6453188" y="3390900"/>
          <p14:tracePt t="35123" x="6448425" y="3390900"/>
          <p14:tracePt t="35162" x="6440488" y="3390900"/>
          <p14:tracePt t="35170" x="6440488" y="3395663"/>
          <p14:tracePt t="35179" x="6435725" y="3395663"/>
          <p14:tracePt t="35186" x="6427788" y="3395663"/>
          <p14:tracePt t="35195" x="6427788" y="3403600"/>
          <p14:tracePt t="35203" x="6424613" y="3403600"/>
          <p14:tracePt t="35218" x="6415088" y="3403600"/>
          <p14:tracePt t="35226" x="6411913" y="3408363"/>
          <p14:tracePt t="35235" x="6399213" y="3408363"/>
          <p14:tracePt t="35242" x="6391275" y="3416300"/>
          <p14:tracePt t="35251" x="6378575" y="3419475"/>
          <p14:tracePt t="35259" x="6365875" y="3419475"/>
          <p14:tracePt t="35266" x="6353175" y="3432175"/>
          <p14:tracePt t="35274" x="6342063" y="3440113"/>
          <p14:tracePt t="35282" x="6329363" y="3440113"/>
          <p14:tracePt t="35290" x="6311900" y="3452813"/>
          <p14:tracePt t="35298" x="6300788" y="3457575"/>
          <p14:tracePt t="35307" x="6280150" y="3470275"/>
          <p14:tracePt t="35315" x="6267450" y="3478213"/>
          <p14:tracePt t="35321" x="6262688" y="3478213"/>
          <p14:tracePt t="35330" x="6242050" y="3490913"/>
          <p14:tracePt t="35339" x="6229350" y="3494088"/>
          <p14:tracePt t="35347" x="6226175" y="3494088"/>
          <p14:tracePt t="35354" x="6218238" y="3502025"/>
          <p14:tracePt t="35363" x="6213475" y="3506788"/>
          <p14:tracePt t="35370" x="6205538" y="3506788"/>
          <p14:tracePt t="35394" x="6200775" y="3514725"/>
          <p14:tracePt t="35426" x="6192838" y="3514725"/>
          <p14:tracePt t="35451" x="6192838" y="3519488"/>
          <p14:tracePt t="35474" x="6188075" y="3519488"/>
          <p14:tracePt t="35634" x="6180138" y="3519488"/>
          <p14:tracePt t="35641" x="6180138" y="3527425"/>
          <p14:tracePt t="35648" x="6176963" y="3527425"/>
          <p14:tracePt t="35664" x="6167438" y="3532188"/>
          <p14:tracePt t="35680" x="6164263" y="3532188"/>
          <p14:tracePt t="35697" x="6164263" y="3540125"/>
          <p14:tracePt t="35705" x="6156325" y="3540125"/>
          <p14:tracePt t="35745" x="6151563" y="3540125"/>
          <p14:tracePt t="35800" x="6151563" y="3543300"/>
          <p14:tracePt t="35808" x="6143625" y="3543300"/>
          <p14:tracePt t="35832" x="6138863" y="3552825"/>
          <p14:tracePt t="35848" x="6130925" y="3552825"/>
          <p14:tracePt t="35856" x="6126163" y="3556000"/>
          <p14:tracePt t="35873" x="6118225" y="3563938"/>
          <p14:tracePt t="35880" x="6115050" y="3563938"/>
          <p14:tracePt t="35891" x="6102350" y="3576638"/>
          <p14:tracePt t="35896" x="6094413" y="3576638"/>
          <p14:tracePt t="35905" x="6089650" y="3581400"/>
          <p14:tracePt t="35912" x="6076950" y="3589338"/>
          <p14:tracePt t="35920" x="6069013" y="3594100"/>
          <p14:tracePt t="35928" x="6064250" y="3602038"/>
          <p14:tracePt t="35936" x="6053138" y="3605213"/>
          <p14:tracePt t="35945" x="6040438" y="3614738"/>
          <p14:tracePt t="35953" x="6027738" y="3617913"/>
          <p14:tracePt t="35960" x="6015038" y="3630613"/>
          <p14:tracePt t="35969" x="6002338" y="3638550"/>
          <p14:tracePt t="35976" x="5981700" y="3651250"/>
          <p14:tracePt t="35985" x="5970588" y="3656013"/>
          <p14:tracePt t="35992" x="5957888" y="3663950"/>
          <p14:tracePt t="36000" x="5953125" y="3667125"/>
          <p14:tracePt t="36008" x="5940425" y="3676650"/>
          <p14:tracePt t="36016" x="5929313" y="3679825"/>
          <p14:tracePt t="36024" x="5919788" y="3679825"/>
          <p14:tracePt t="36032" x="5916613" y="3692525"/>
          <p14:tracePt t="36041" x="5903913" y="3692525"/>
          <p14:tracePt t="36046" x="5895975" y="3700463"/>
          <p14:tracePt t="36057" x="5891213" y="3705225"/>
          <p14:tracePt t="36074" x="5883275" y="3713163"/>
          <p14:tracePt t="36080" x="5870575" y="3713163"/>
          <p14:tracePt t="36089" x="5870575" y="3717925"/>
          <p14:tracePt t="36094" x="5867400" y="3717925"/>
          <p14:tracePt t="36102" x="5857875" y="3725863"/>
          <p14:tracePt t="36120" x="5854700" y="3729038"/>
          <p14:tracePt t="36126" x="5846763" y="3729038"/>
          <p14:tracePt t="36142" x="5842000" y="3738563"/>
          <p14:tracePt t="36151" x="5842000" y="3741738"/>
          <p14:tracePt t="36158" x="5834063" y="3741738"/>
          <p14:tracePt t="36175" x="5829300" y="3749675"/>
          <p14:tracePt t="36182" x="5821363" y="3749675"/>
          <p14:tracePt t="36190" x="5821363" y="3754438"/>
          <p14:tracePt t="36198" x="5816600" y="3754438"/>
          <p14:tracePt t="36207" x="5808663" y="3762375"/>
          <p14:tracePt t="36215" x="5805488" y="3767138"/>
          <p14:tracePt t="36225" x="5795963" y="3775075"/>
          <p14:tracePt t="36230" x="5792788" y="3775075"/>
          <p14:tracePt t="36239" x="5784850" y="3779838"/>
          <p14:tracePt t="36247" x="5780088" y="3779838"/>
          <p14:tracePt t="36255" x="5772150" y="3792538"/>
          <p14:tracePt t="36264" x="5767388" y="3792538"/>
          <p14:tracePt t="36271" x="5767388" y="3800475"/>
          <p14:tracePt t="36278" x="5754688" y="3800475"/>
          <p14:tracePt t="36288" x="5746750" y="3803650"/>
          <p14:tracePt t="36294" x="5743575" y="3813175"/>
          <p14:tracePt t="36311" x="5734050" y="3816350"/>
          <p14:tracePt t="36318" x="5730875" y="3816350"/>
          <p14:tracePt t="36326" x="5722938" y="3824288"/>
          <p14:tracePt t="36342" x="5718175" y="3829050"/>
          <p14:tracePt t="36350" x="5705475" y="3829050"/>
          <p14:tracePt t="36358" x="5697538" y="3836988"/>
          <p14:tracePt t="36366" x="5692775" y="3841750"/>
          <p14:tracePt t="36375" x="5684838" y="3841750"/>
          <p14:tracePt t="36382" x="5681663" y="3849688"/>
          <p14:tracePt t="36391" x="5668963" y="3854450"/>
          <p14:tracePt t="36398" x="5661025" y="3854450"/>
          <p14:tracePt t="36414" x="5656263" y="3862388"/>
          <p14:tracePt t="36424" x="5648325" y="3862388"/>
          <p14:tracePt t="36439" x="5643563" y="3865563"/>
          <p14:tracePt t="36455" x="5635625" y="3865563"/>
          <p14:tracePt t="36478" x="5635625" y="3875088"/>
          <p14:tracePt t="36494" x="5630863" y="3875088"/>
          <p14:tracePt t="36637" x="5635625" y="3875088"/>
          <p14:tracePt t="36644" x="5640388" y="3875088"/>
          <p14:tracePt t="36651" x="5651500" y="3875088"/>
          <p14:tracePt t="36660" x="5661025" y="3875088"/>
          <p14:tracePt t="36676" x="5672138" y="3875088"/>
          <p14:tracePt t="36685" x="5676900" y="3875088"/>
          <p14:tracePt t="36692" x="5684838" y="3886200"/>
          <p14:tracePt t="36700" x="5689600" y="3911600"/>
          <p14:tracePt t="36708" x="5702300" y="3948113"/>
          <p14:tracePt t="36717" x="5713413" y="4010025"/>
          <p14:tracePt t="36726" x="5726113" y="4076700"/>
          <p14:tracePt t="36732" x="5734050" y="4164013"/>
          <p14:tracePt t="36742" x="5734050" y="4262438"/>
          <p14:tracePt t="36748" x="5738813" y="4349750"/>
          <p14:tracePt t="36757" x="5738813" y="4448175"/>
          <p14:tracePt t="36764" x="5738813" y="4530725"/>
          <p14:tracePt t="36773" x="5734050" y="4633913"/>
          <p14:tracePt t="36780" x="5734050" y="4721225"/>
          <p14:tracePt t="36788" x="5722938" y="4808538"/>
          <p14:tracePt t="36796" x="5718175" y="4894263"/>
          <p14:tracePt t="36805" x="5705475" y="4981575"/>
          <p14:tracePt t="36812" x="5684838" y="5056188"/>
          <p14:tracePt t="36821" x="5672138" y="5126038"/>
          <p14:tracePt t="36831" x="5661025" y="5187950"/>
          <p14:tracePt t="36836" x="5648325" y="5224463"/>
          <p14:tracePt t="36844" x="5643563" y="5262563"/>
          <p14:tracePt t="36853" x="5630863" y="5291138"/>
          <p14:tracePt t="36860" x="5630863" y="5316538"/>
          <p14:tracePt t="36869" x="5622925" y="5327650"/>
          <p14:tracePt t="36877" x="5622925" y="5340350"/>
          <p14:tracePt t="36884" x="5622925" y="5353050"/>
          <p14:tracePt t="36892" x="5622925" y="5360988"/>
          <p14:tracePt t="36900" x="5622925" y="5365750"/>
          <p14:tracePt t="36908" x="5622925" y="5378450"/>
          <p14:tracePt t="36916" x="5622925" y="5386388"/>
          <p14:tracePt t="36925" x="5622925" y="5389563"/>
          <p14:tracePt t="36933" x="5627688" y="5402263"/>
          <p14:tracePt t="36941" x="5640388" y="5422900"/>
          <p14:tracePt t="36948" x="5664200" y="5435600"/>
          <p14:tracePt t="36957" x="5710238" y="5472113"/>
          <p14:tracePt t="36964" x="5751513" y="5502275"/>
          <p14:tracePt t="36973" x="5813425" y="5551488"/>
          <p14:tracePt t="36983" x="5888038" y="5600700"/>
          <p14:tracePt t="36988" x="5981700" y="5662613"/>
          <p14:tracePt t="36996" x="6069013" y="5737225"/>
          <p14:tracePt t="37004" x="6159500" y="5799138"/>
          <p14:tracePt t="37013" x="6254750" y="5873750"/>
          <p14:tracePt t="37021" x="6342063" y="5956300"/>
          <p14:tracePt t="37028" x="6427788" y="6034088"/>
          <p14:tracePt t="37037" x="6502400" y="6108700"/>
          <p14:tracePt t="37044" x="6580188" y="6203950"/>
          <p14:tracePt t="37052" x="6654800" y="6278563"/>
          <p14:tracePt t="37060" x="6724650" y="6343650"/>
          <p14:tracePt t="37068" x="6791325" y="6394450"/>
          <p14:tracePt t="37076" x="6853238" y="6430963"/>
          <p14:tracePt t="37087" x="6891338" y="6456363"/>
          <p14:tracePt t="37092" x="6927850" y="6480175"/>
          <p14:tracePt t="37100" x="6961188" y="6489700"/>
          <p14:tracePt t="37109" x="6977063" y="6489700"/>
          <p14:tracePt t="37114" x="7002463" y="6489700"/>
          <p14:tracePt t="37123" x="7023100" y="6489700"/>
          <p14:tracePt t="37132" x="7038975" y="6489700"/>
          <p14:tracePt t="37140" x="7059613" y="6477000"/>
          <p14:tracePt t="37146" x="7064375" y="6464300"/>
          <p14:tracePt t="37155" x="7077075" y="6459538"/>
          <p14:tracePt t="37162" x="7085013" y="6446838"/>
          <p14:tracePt t="37171" x="7085013" y="6435725"/>
          <p14:tracePt t="37178" x="7085013" y="6410325"/>
          <p14:tracePt t="37187" x="7088188" y="6389688"/>
          <p14:tracePt t="37194" x="7088188" y="6361113"/>
          <p14:tracePt t="37203" x="7088188" y="6323013"/>
          <p14:tracePt t="37210" x="7088188" y="6278563"/>
          <p14:tracePt t="37219" x="7088188" y="6229350"/>
          <p14:tracePt t="37226" x="7088188" y="6191250"/>
          <p14:tracePt t="37234" x="7088188" y="6167438"/>
          <p14:tracePt t="37243" x="7088188" y="6149975"/>
          <p14:tracePt t="37251" x="7088188" y="6137275"/>
          <p14:tracePt t="37258" x="7088188" y="6126163"/>
          <p14:tracePt t="37266" x="7088188" y="6116638"/>
          <p14:tracePt t="37282" x="7088188" y="6113463"/>
          <p14:tracePt t="37298" x="7088188" y="6105525"/>
          <p14:tracePt t="37418" x="7088188" y="6116638"/>
          <p14:tracePt t="37426" x="7100888" y="6129338"/>
          <p14:tracePt t="37434" x="7108825" y="6134100"/>
          <p14:tracePt t="37443" x="7113588" y="6146800"/>
          <p14:tracePt t="37450" x="7126288" y="6157913"/>
          <p14:tracePt t="37459" x="7134225" y="6167438"/>
          <p14:tracePt t="37475" x="7138988" y="6170613"/>
          <p14:tracePt t="37498" x="7138988" y="6178550"/>
          <p14:tracePt t="37522" x="7146925" y="6178550"/>
          <p14:tracePt t="37563" x="7150100" y="6178550"/>
          <p14:tracePt t="37578" x="7159625" y="6178550"/>
          <p14:tracePt t="37587" x="7162800" y="6178550"/>
          <p14:tracePt t="37594" x="7170738" y="6178550"/>
          <p14:tracePt t="37602" x="7175500" y="6178550"/>
          <p14:tracePt t="37610" x="7196138" y="6178550"/>
          <p14:tracePt t="37619" x="7212013" y="6178550"/>
          <p14:tracePt t="37625" x="7237413" y="6178550"/>
          <p14:tracePt t="37633" x="7258050" y="6178550"/>
          <p14:tracePt t="37642" x="7273925" y="6178550"/>
          <p14:tracePt t="37648" x="7286625" y="6178550"/>
          <p14:tracePt t="37658" x="7299325" y="6178550"/>
          <p14:tracePt t="37666" x="7307263" y="6178550"/>
          <p14:tracePt t="37672" x="7312025" y="6178550"/>
          <p14:tracePt t="37680" x="7319963" y="6178550"/>
          <p14:tracePt t="37688" x="7324725" y="6178550"/>
          <p14:tracePt t="37713" x="7332663" y="6178550"/>
          <p14:tracePt t="37745" x="7335838" y="6175375"/>
          <p14:tracePt t="37801" x="7335838" y="6167438"/>
          <p14:tracePt t="38064" x="7345363" y="6167438"/>
          <p14:tracePt t="38089" x="7348538" y="6167438"/>
          <p14:tracePt t="38096" x="7348538" y="6170613"/>
          <p14:tracePt t="38104" x="7348538" y="6178550"/>
          <p14:tracePt t="38110" x="7356475" y="6183313"/>
          <p14:tracePt t="38119" x="7361238" y="6183313"/>
          <p14:tracePt t="38126" x="7369175" y="6183313"/>
          <p14:tracePt t="38134" x="7386638" y="6183313"/>
          <p14:tracePt t="38143" x="7418388" y="6175375"/>
          <p14:tracePt t="38150" x="7459663" y="6142038"/>
          <p14:tracePt t="38471" x="8839200" y="5680075"/>
          <p14:tracePt t="38478" x="8751888" y="5670550"/>
          <p14:tracePt t="38486" x="8658225" y="5667375"/>
          <p14:tracePt t="38494" x="8570913" y="5667375"/>
          <p14:tracePt t="38502" x="8496300" y="5659438"/>
          <p14:tracePt t="38511" x="8418513" y="5659438"/>
          <p14:tracePt t="38519" x="8343900" y="5659438"/>
          <p14:tracePt t="38526" x="8286750" y="5659438"/>
          <p14:tracePt t="38534" x="8224838" y="5659438"/>
          <p14:tracePt t="38544" x="8186738" y="5659438"/>
          <p14:tracePt t="38550" x="8162925" y="5659438"/>
          <p14:tracePt t="38560" x="8145463" y="5654675"/>
          <p14:tracePt t="38567" x="8132763" y="5646738"/>
          <p14:tracePt t="38577" x="8124825" y="5646738"/>
          <p14:tracePt t="38583" x="8120063" y="5646738"/>
          <p14:tracePt t="38590" x="8120063" y="5641975"/>
          <p14:tracePt t="38607" x="8112125" y="5641975"/>
          <p14:tracePt t="38614" x="8112125" y="5634038"/>
          <p14:tracePt t="38636" x="8112125" y="5629275"/>
          <p14:tracePt t="38644" x="8108950" y="5629275"/>
          <p14:tracePt t="38701" x="8099425" y="5629275"/>
          <p14:tracePt t="38709" x="8096250" y="5621338"/>
          <p14:tracePt t="38717" x="8088313" y="5621338"/>
          <p14:tracePt t="38725" x="8083550" y="5621338"/>
          <p14:tracePt t="38732" x="8070850" y="5618163"/>
          <p14:tracePt t="38748" x="8062913" y="5618163"/>
          <p14:tracePt t="38764" x="8058150" y="5618163"/>
          <p14:tracePt t="38788" x="8050213" y="5618163"/>
          <p14:tracePt t="38812" x="8047038" y="5618163"/>
          <p14:tracePt t="38820" x="8034338" y="5618163"/>
          <p14:tracePt t="38828" x="8008938" y="5621338"/>
          <p14:tracePt t="38836" x="7975600" y="5634038"/>
          <p14:tracePt t="38845" x="7926388" y="5646738"/>
          <p14:tracePt t="38853" x="7877175" y="5662613"/>
          <p14:tracePt t="38893" x="7464425" y="5845175"/>
          <p14:tracePt t="38900" x="7366000" y="5894388"/>
          <p14:tracePt t="38910" x="7278688" y="5943600"/>
          <p14:tracePt t="38916" x="7196138" y="5980113"/>
          <p14:tracePt t="38925" x="7129463" y="6005513"/>
          <p14:tracePt t="38932" x="7072313" y="6030913"/>
          <p14:tracePt t="38940" x="7035800" y="6034088"/>
          <p14:tracePt t="38949" x="7018338" y="6034088"/>
          <p14:tracePt t="38956" x="7010400" y="6034088"/>
          <p14:tracePt t="38964" x="7005638" y="6034088"/>
          <p14:tracePt t="39044" x="7005638" y="6043613"/>
          <p14:tracePt t="39108" x="7005638" y="6046788"/>
          <p14:tracePt t="39116" x="7005638" y="6054725"/>
          <p14:tracePt t="39125" x="7005638" y="6067425"/>
          <p14:tracePt t="39132" x="7005638" y="6080125"/>
          <p14:tracePt t="39141" x="7005638" y="6084888"/>
          <p14:tracePt t="39148" x="7005638" y="6096000"/>
          <p14:tracePt t="39156" x="7005638" y="6105525"/>
          <p14:tracePt t="39164" x="7005638" y="6108700"/>
          <p14:tracePt t="39171" x="7005638" y="6116638"/>
          <p14:tracePt t="39180" x="7005638" y="6121400"/>
          <p14:tracePt t="39186" x="7005638" y="6129338"/>
          <p14:tracePt t="39195" x="7005638" y="6134100"/>
          <p14:tracePt t="39210" x="7005638" y="6142038"/>
          <p14:tracePt t="39218" x="7010400" y="6146800"/>
          <p14:tracePt t="39243" x="7010400" y="6154738"/>
          <p14:tracePt t="39458" x="7005638" y="6154738"/>
          <p14:tracePt t="39466" x="6997700" y="6154738"/>
          <p14:tracePt t="39474" x="6994525" y="6154738"/>
          <p14:tracePt t="39482" x="6981825" y="6154738"/>
          <p14:tracePt t="39490" x="6969125" y="6154738"/>
          <p14:tracePt t="39498" x="6956425" y="6157913"/>
          <p14:tracePt t="39507" x="6923088" y="6167438"/>
          <p14:tracePt t="39514" x="6907213" y="6167438"/>
          <p14:tracePt t="39522" x="6881813" y="6167438"/>
          <p14:tracePt t="39530" x="6858000" y="6167438"/>
          <p14:tracePt t="39538" x="6837363" y="6167438"/>
          <p14:tracePt t="39546" x="6811963" y="6167438"/>
          <p14:tracePt t="39554" x="6796088" y="6167438"/>
          <p14:tracePt t="39562" x="6770688" y="6170613"/>
          <p14:tracePt t="39571" x="6745288" y="6170613"/>
          <p14:tracePt t="39578" x="6724650" y="6170613"/>
          <p14:tracePt t="39586" x="6708775" y="6170613"/>
          <p14:tracePt t="39594" x="6683375" y="6178550"/>
          <p14:tracePt t="39600" x="6662738" y="6178550"/>
          <p14:tracePt t="39611" x="6646863" y="6178550"/>
          <p14:tracePt t="39618" x="6626225" y="6178550"/>
          <p14:tracePt t="39628" x="6610350" y="6191250"/>
          <p14:tracePt t="39634" x="6597650" y="6191250"/>
          <p14:tracePt t="39640" x="6577013" y="6191250"/>
          <p14:tracePt t="39651" x="6564313" y="6191250"/>
          <p14:tracePt t="39656" x="6548438" y="6191250"/>
          <p14:tracePt t="39664" x="6535738" y="6196013"/>
          <p14:tracePt t="39675" x="6527800" y="6196013"/>
          <p14:tracePt t="39682" x="6515100" y="6203950"/>
          <p14:tracePt t="39688" x="6502400" y="6203950"/>
          <p14:tracePt t="39696" x="6497638" y="6203950"/>
          <p14:tracePt t="39705" x="6486525" y="6208713"/>
          <p14:tracePt t="39712" x="6473825" y="6208713"/>
          <p14:tracePt t="39720" x="6461125" y="6216650"/>
          <p14:tracePt t="39728" x="6440488" y="6216650"/>
          <p14:tracePt t="39736" x="6435725" y="6216650"/>
          <p14:tracePt t="39745" x="6424613" y="6219825"/>
          <p14:tracePt t="39752" x="6411913" y="6219825"/>
          <p14:tracePt t="39760" x="6399213" y="6219825"/>
          <p14:tracePt t="39768" x="6386513" y="6229350"/>
          <p14:tracePt t="39778" x="6373813" y="6229350"/>
          <p14:tracePt t="39784" x="6362700" y="6232525"/>
          <p14:tracePt t="39793" x="6350000" y="6232525"/>
          <p14:tracePt t="39800" x="6337300" y="6232525"/>
          <p14:tracePt t="39809" x="6303963" y="6232525"/>
          <p14:tracePt t="39816" x="6280150" y="6232525"/>
          <p14:tracePt t="39827" x="6254750" y="6232525"/>
          <p14:tracePt t="39832" x="6226175" y="6240463"/>
          <p14:tracePt t="39840" x="6200775" y="6240463"/>
          <p14:tracePt t="39848" x="6176963" y="6245225"/>
          <p14:tracePt t="39856" x="6151563" y="6245225"/>
          <p14:tracePt t="39864" x="6126163" y="6245225"/>
          <p14:tracePt t="39873" x="6102350" y="6245225"/>
          <p14:tracePt t="39881" x="6089650" y="6245225"/>
          <p14:tracePt t="39894" x="6069013" y="6245225"/>
          <p14:tracePt t="39897" x="6053138" y="6245225"/>
          <p14:tracePt t="39904" x="6040438" y="6245225"/>
          <p14:tracePt t="39912" x="6027738" y="6245225"/>
          <p14:tracePt t="39920" x="6019800" y="6245225"/>
          <p14:tracePt t="39929" x="6007100" y="6245225"/>
          <p14:tracePt t="39936" x="6002338" y="6245225"/>
          <p14:tracePt t="39945" x="5994400" y="6245225"/>
          <p14:tracePt t="39952" x="5991225" y="6245225"/>
          <p14:tracePt t="39968" x="5981700" y="6245225"/>
          <p14:tracePt t="39994" x="5978525" y="6245225"/>
          <p14:tracePt t="40008" x="5970588" y="6245225"/>
          <p14:tracePt t="40025" x="5965825" y="6245225"/>
          <p14:tracePt t="40033" x="5957888" y="6245225"/>
          <p14:tracePt t="40040" x="5953125" y="6245225"/>
          <p14:tracePt t="40048" x="5945188" y="6245225"/>
          <p14:tracePt t="40064" x="5940425" y="6245225"/>
          <p14:tracePt t="40072" x="5929313" y="6245225"/>
          <p14:tracePt t="40080" x="5919788" y="6245225"/>
          <p14:tracePt t="40089" x="5916613" y="6245225"/>
          <p14:tracePt t="40096" x="5908675" y="6245225"/>
          <p14:tracePt t="40104" x="5903913" y="6245225"/>
          <p14:tracePt t="40112" x="5895975" y="6245225"/>
          <p14:tracePt t="40121" x="5891213" y="6245225"/>
          <p14:tracePt t="40145" x="5883275" y="6245225"/>
          <p14:tracePt t="40222" x="5878513" y="6245225"/>
          <p14:tracePt t="40246" x="5870575" y="6245225"/>
          <p14:tracePt t="40254" x="5867400" y="6245225"/>
          <p14:tracePt t="40270" x="5857875" y="6245225"/>
          <p14:tracePt t="40278" x="5854700" y="6245225"/>
          <p14:tracePt t="40287" x="5846763" y="6245225"/>
          <p14:tracePt t="40295" x="5842000" y="6245225"/>
          <p14:tracePt t="40311" x="5834063" y="6245225"/>
          <p14:tracePt t="40328" x="5829300" y="6245225"/>
          <p14:tracePt t="40334" x="5821363" y="6245225"/>
          <p14:tracePt t="40343" x="5816600" y="6245225"/>
          <p14:tracePt t="40358" x="5808663" y="6245225"/>
          <p14:tracePt t="40366" x="5795963" y="6245225"/>
          <p14:tracePt t="40374" x="5792788" y="6245225"/>
          <p14:tracePt t="40382" x="5780088" y="6245225"/>
          <p14:tracePt t="40390" x="5772150" y="6245225"/>
          <p14:tracePt t="40398" x="5759450" y="6245225"/>
          <p14:tracePt t="40406" x="5746750" y="6245225"/>
          <p14:tracePt t="40415" x="5743575" y="6245225"/>
          <p14:tracePt t="40422" x="5722938" y="6245225"/>
          <p14:tracePt t="40430" x="5718175" y="6245225"/>
          <p14:tracePt t="40438" x="5705475" y="6245225"/>
          <p14:tracePt t="40446" x="5697538" y="6245225"/>
          <p14:tracePt t="40455" x="5692775" y="6245225"/>
          <p14:tracePt t="40463" x="5684838" y="6245225"/>
          <p14:tracePt t="40470" x="5681663" y="6245225"/>
          <p14:tracePt t="40478" x="5672138" y="6245225"/>
          <p14:tracePt t="40486" x="5668963" y="6245225"/>
          <p14:tracePt t="40503" x="5661025" y="6245225"/>
          <p14:tracePt t="40543" x="5656263" y="6245225"/>
          <p14:tracePt t="40566" x="5648325" y="6245225"/>
          <p14:tracePt t="40583" x="5643563" y="6245225"/>
          <p14:tracePt t="40598" x="5630863" y="6245225"/>
          <p14:tracePt t="40614" x="5622925" y="6245225"/>
          <p14:tracePt t="40622" x="5618163" y="6245225"/>
          <p14:tracePt t="40630" x="5610225" y="6245225"/>
          <p14:tracePt t="40646" x="5607050" y="6245225"/>
          <p14:tracePt t="40654" x="5597525" y="6245225"/>
          <p14:tracePt t="40662" x="5594350" y="6245225"/>
          <p14:tracePt t="40678" x="5586413" y="6245225"/>
          <p14:tracePt t="40684" x="5586413" y="6240463"/>
          <p14:tracePt t="40695" x="5581650" y="6240463"/>
          <p14:tracePt t="40780" x="5573713" y="6240463"/>
          <p14:tracePt t="40836" x="5568950" y="6240463"/>
          <p14:tracePt t="40917" x="5561013" y="6240463"/>
          <p14:tracePt t="40948" x="5556250" y="6240463"/>
          <p14:tracePt t="40964" x="5548313" y="6240463"/>
          <p14:tracePt t="40980" x="5545138" y="6240463"/>
          <p14:tracePt t="41006" x="5535613" y="6240463"/>
          <p14:tracePt t="41020" x="5532438" y="6240463"/>
          <p14:tracePt t="41044" x="5524500" y="6240463"/>
          <p14:tracePt t="41100" x="5519738" y="6240463"/>
          <p14:tracePt t="41165" x="5511800" y="6240463"/>
          <p14:tracePt t="41186" x="5507038" y="6240463"/>
          <p14:tracePt t="41213" x="5499100" y="6240463"/>
          <p14:tracePt t="41251" x="5494338" y="6240463"/>
          <p14:tracePt t="41291" x="5486400" y="6240463"/>
          <p14:tracePt t="41330" x="5483225" y="6237288"/>
          <p14:tracePt t="41346" x="5473700" y="6237288"/>
          <p14:tracePt t="41370" x="5470525" y="6237288"/>
          <p14:tracePt t="42295" x="5462588" y="6237288"/>
          <p14:tracePt t="42310" x="5457825" y="6237288"/>
          <p14:tracePt t="42319" x="5449888" y="6237288"/>
          <p14:tracePt t="42326" x="5445125" y="6237288"/>
          <p14:tracePt t="42334" x="5437188" y="6237288"/>
          <p14:tracePt t="42342" x="5432425" y="6237288"/>
          <p14:tracePt t="42350" x="5424488" y="6237288"/>
          <p14:tracePt t="42358" x="5421313" y="6237288"/>
          <p14:tracePt t="42366" x="5411788" y="6237288"/>
          <p14:tracePt t="42374" x="5400675" y="6237288"/>
          <p14:tracePt t="42382" x="5395913" y="6237288"/>
          <p14:tracePt t="42390" x="5387975" y="6237288"/>
          <p14:tracePt t="42399" x="5383213" y="6237288"/>
          <p14:tracePt t="42406" x="5375275" y="6237288"/>
          <p14:tracePt t="42416" x="5370513" y="6237288"/>
          <p14:tracePt t="42422" x="5362575" y="6237288"/>
          <p14:tracePt t="42430" x="5359400" y="6237288"/>
          <p14:tracePt t="42438" x="5349875" y="6237288"/>
          <p14:tracePt t="42447" x="5346700" y="6237288"/>
          <p14:tracePt t="42455" x="5338763" y="6237288"/>
          <p14:tracePt t="42463" x="5334000" y="6237288"/>
          <p14:tracePt t="42470" x="5326063" y="6237288"/>
          <p14:tracePt t="42480" x="5321300" y="6237288"/>
          <p14:tracePt t="42494" x="5313363" y="6237288"/>
          <p14:tracePt t="43061" x="5308600" y="6237288"/>
          <p14:tracePt t="43076" x="5300663" y="6240463"/>
          <p14:tracePt t="43348" x="5300663" y="6211888"/>
          <p14:tracePt t="43354" x="5297488" y="6154738"/>
          <p14:tracePt t="43362" x="5287963" y="6100763"/>
          <p14:tracePt t="43371" x="5284788" y="6051550"/>
          <p14:tracePt t="43379" x="5276850" y="5992813"/>
          <p14:tracePt t="43386" x="5276850" y="5918200"/>
          <p14:tracePt t="43395" x="5272088" y="5845175"/>
          <p14:tracePt t="43402" x="5272088" y="5765800"/>
          <p14:tracePt t="43410" x="5272088" y="5683250"/>
          <p14:tracePt t="43419" x="5272088" y="5605463"/>
          <p14:tracePt t="43426" x="5272088" y="5530850"/>
          <p14:tracePt t="43434" x="5276850" y="5456238"/>
          <p14:tracePt t="43443" x="5287963" y="5386388"/>
          <p14:tracePt t="43450" x="5292725" y="5337175"/>
          <p14:tracePt t="43458" x="5305425" y="5270500"/>
          <p14:tracePt t="43468" x="5326063" y="5200650"/>
          <p14:tracePt t="43474" x="5338763" y="5138738"/>
          <p14:tracePt t="43482" x="5341938" y="5100638"/>
          <p14:tracePt t="43490" x="5341938" y="5059363"/>
          <p14:tracePt t="43499" x="5341938" y="5022850"/>
          <p14:tracePt t="43506" x="5341938" y="4989513"/>
          <p14:tracePt t="43515" x="5341938" y="4960938"/>
          <p14:tracePt t="43522" x="5338763" y="4940300"/>
          <p14:tracePt t="43531" x="5334000" y="4927600"/>
          <p14:tracePt t="43538" x="5326063" y="4914900"/>
          <p14:tracePt t="43549" x="5321300" y="4911725"/>
          <p14:tracePt t="43554" x="5313363" y="4886325"/>
          <p14:tracePt t="43563" x="5313363" y="4865688"/>
          <p14:tracePt t="43571" x="5308600" y="4849813"/>
          <p14:tracePt t="43579" x="5300663" y="4829175"/>
          <p14:tracePt t="43586" x="5297488" y="4799013"/>
          <p14:tracePt t="43595" x="5287963" y="4775200"/>
          <p14:tracePt t="43602" x="5284788" y="4749800"/>
          <p14:tracePt t="43611" x="5276850" y="4713288"/>
          <p14:tracePt t="43618" x="5264150" y="4687888"/>
          <p14:tracePt t="43627" x="5251450" y="4675188"/>
          <p14:tracePt t="43634" x="5235575" y="4641850"/>
          <p14:tracePt t="43642" x="5214938" y="4625975"/>
          <p14:tracePt t="43650" x="5189538" y="4600575"/>
          <p14:tracePt t="43659" x="5160963" y="4576763"/>
          <p14:tracePt t="43666" x="5140325" y="4556125"/>
          <p14:tracePt t="43675" x="5111750" y="4530725"/>
          <p14:tracePt t="43683" x="5086350" y="4502150"/>
          <p14:tracePt t="43690" x="5060950" y="4476750"/>
          <p14:tracePt t="43700" x="5040313" y="4445000"/>
          <p14:tracePt t="43706" x="5003800" y="4406900"/>
          <p14:tracePt t="43715" x="4978400" y="4365625"/>
          <p14:tracePt t="43722" x="4949825" y="4329113"/>
          <p14:tracePt t="43730" x="4926013" y="4291013"/>
          <p14:tracePt t="43738" x="4900613" y="4267200"/>
          <p14:tracePt t="43749" x="4879975" y="4246563"/>
          <p14:tracePt t="43753" x="4867275" y="4229100"/>
          <p14:tracePt t="43763" x="4851400" y="4216400"/>
          <p14:tracePt t="43768" x="4830763" y="4192588"/>
          <p14:tracePt t="43779" x="4818063" y="4179888"/>
          <p14:tracePt t="43786" x="4805363" y="4171950"/>
          <p14:tracePt t="43794" x="4792663" y="4159250"/>
          <p14:tracePt t="43802" x="4789488" y="4154488"/>
          <p14:tracePt t="43810" x="4781550" y="4146550"/>
          <p14:tracePt t="43817" x="4776788" y="4143375"/>
          <p14:tracePt t="43826" x="4768850" y="4143375"/>
          <p14:tracePt t="43834" x="4768850" y="4133850"/>
          <p14:tracePt t="43848" x="4764088" y="4130675"/>
          <p14:tracePt t="44088" x="4764088" y="4122738"/>
          <p14:tracePt t="44105" x="4764088" y="4117975"/>
          <p14:tracePt t="44113" x="4768850" y="4117975"/>
          <p14:tracePt t="44120" x="4772025" y="4117975"/>
          <p14:tracePt t="44129" x="4781550" y="4117975"/>
          <p14:tracePt t="44136" x="4784725" y="4117975"/>
          <p14:tracePt t="44144" x="4792663" y="4117975"/>
          <p14:tracePt t="44168" x="4797425" y="4117975"/>
          <p14:tracePt t="44176" x="4805363" y="4117975"/>
          <p14:tracePt t="44192" x="4810125" y="4117975"/>
          <p14:tracePt t="44216" x="4818063" y="4117975"/>
          <p14:tracePt t="44224" x="4818063" y="4122738"/>
          <p14:tracePt t="44232" x="4818063" y="4125913"/>
          <p14:tracePt t="44248" x="4818063" y="4133850"/>
          <p14:tracePt t="44256" x="4822825" y="4138613"/>
          <p14:tracePt t="44266" x="4822825" y="4146550"/>
          <p14:tracePt t="44272" x="4822825" y="4151313"/>
          <p14:tracePt t="44282" x="4822825" y="4159250"/>
          <p14:tracePt t="44288" x="4822825" y="4164013"/>
          <p14:tracePt t="44298" x="4822825" y="4171950"/>
          <p14:tracePt t="44304" x="4822825" y="4175125"/>
          <p14:tracePt t="44312" x="4830763" y="4184650"/>
          <p14:tracePt t="44320" x="4830763" y="4187825"/>
          <p14:tracePt t="44326" x="4830763" y="4200525"/>
          <p14:tracePt t="44344" x="4833938" y="4200525"/>
          <p14:tracePt t="44462" x="4833938" y="4208463"/>
          <p14:tracePt t="44567" x="4843463" y="4208463"/>
          <p14:tracePt t="44583" x="4846638" y="4208463"/>
          <p14:tracePt t="44599" x="4854575" y="4205288"/>
          <p14:tracePt t="44631" x="4859338" y="4205288"/>
          <p14:tracePt t="44639" x="4859338" y="4195763"/>
          <p14:tracePt t="44662" x="4867275" y="4195763"/>
          <p14:tracePt t="47939" x="4867275" y="4192588"/>
          <p14:tracePt t="47946" x="4872038" y="4192588"/>
          <p14:tracePt t="47954" x="4879975" y="4192588"/>
          <p14:tracePt t="47962" x="4879975" y="4184650"/>
          <p14:tracePt t="47970" x="4884738" y="4184650"/>
          <p14:tracePt t="47978" x="4892675" y="4184650"/>
          <p14:tracePt t="47986" x="4892675" y="4179888"/>
          <p14:tracePt t="47995" x="4895850" y="4179888"/>
          <p14:tracePt t="48010" x="4905375" y="4171950"/>
          <p14:tracePt t="48026" x="4905375" y="4167188"/>
          <p14:tracePt t="48042" x="4908550" y="4167188"/>
          <p14:tracePt t="49660" x="4905375" y="4167188"/>
          <p14:tracePt t="49678" x="4900613" y="4167188"/>
          <p14:tracePt t="49685" x="4900613" y="4171950"/>
          <p14:tracePt t="49692" x="4892675" y="4175125"/>
          <p14:tracePt t="49701" x="4887913" y="4175125"/>
          <p14:tracePt t="49708" x="4887913" y="4184650"/>
          <p14:tracePt t="49724" x="4879975" y="4184650"/>
          <p14:tracePt t="49732" x="4879975" y="4187825"/>
          <p14:tracePt t="49740" x="4879975" y="4195763"/>
          <p14:tracePt t="49748" x="4875213" y="4195763"/>
          <p14:tracePt t="49771" x="4875213" y="4200525"/>
          <p14:tracePt t="50744" x="4867275" y="4200525"/>
          <p14:tracePt t="50762" x="4867275" y="4208463"/>
          <p14:tracePt t="50776" x="4864100" y="4213225"/>
          <p14:tracePt t="50792" x="4854575" y="4213225"/>
          <p14:tracePt t="50801" x="4854575" y="4221163"/>
          <p14:tracePt t="50808" x="4851400" y="4221163"/>
          <p14:tracePt t="50850" x="4851400" y="4225925"/>
          <p14:tracePt t="51030" x="4843463" y="4225925"/>
          <p14:tracePt t="51501" x="4826000" y="4246563"/>
          <p14:tracePt t="51508" x="4802188" y="4275138"/>
          <p14:tracePt t="51516" x="4743450" y="4311650"/>
          <p14:tracePt t="51524" x="4665663" y="4373563"/>
          <p14:tracePt t="51533" x="4578350" y="4435475"/>
          <p14:tracePt t="51542" x="4471988" y="4510088"/>
          <p14:tracePt t="51549" x="4346575" y="4592638"/>
          <p14:tracePt t="51557" x="4222750" y="4672013"/>
          <p14:tracePt t="51566" x="4111625" y="4754563"/>
          <p14:tracePt t="51572" x="3975100" y="4845050"/>
          <p14:tracePt t="51580" x="3860800" y="4919663"/>
          <p14:tracePt t="51590" x="3752850" y="4989513"/>
          <p14:tracePt t="51596" x="3636963" y="5064125"/>
          <p14:tracePt t="51605" x="3525838" y="5141913"/>
          <p14:tracePt t="51612" x="3417888" y="5213350"/>
          <p14:tracePt t="51621" x="3306763" y="5299075"/>
          <p14:tracePt t="51628" x="3195638" y="5373688"/>
          <p14:tracePt t="51638" x="3108325" y="5448300"/>
          <p14:tracePt t="51646" x="3030538" y="5510213"/>
          <p14:tracePt t="51652" x="2943225" y="5572125"/>
          <p14:tracePt t="51660" x="2868613" y="5621338"/>
          <p14:tracePt t="51668" x="2798763" y="5662613"/>
          <p14:tracePt t="51676" x="2744788" y="5700713"/>
          <p14:tracePt t="51684" x="2700338" y="5732463"/>
          <p14:tracePt t="51692" x="2671763" y="5757863"/>
          <p14:tracePt t="51700" x="2646363" y="5770563"/>
          <p14:tracePt t="51708" x="2613025" y="5799138"/>
          <p14:tracePt t="51716" x="2597150" y="5811838"/>
          <p14:tracePt t="51724" x="2563813" y="5832475"/>
          <p14:tracePt t="51732" x="2547938" y="5845175"/>
          <p14:tracePt t="51740" x="2514600" y="5868988"/>
          <p14:tracePt t="51748" x="2489200" y="5881688"/>
          <p14:tracePt t="51757" x="2465388" y="5897563"/>
          <p14:tracePt t="51764" x="2439988" y="5918200"/>
          <p14:tracePt t="51772" x="2414588" y="5935663"/>
          <p14:tracePt t="51780" x="2386013" y="5956300"/>
          <p14:tracePt t="51789" x="2352675" y="5972175"/>
          <p14:tracePt t="51797" x="2328863" y="5984875"/>
          <p14:tracePt t="51805" x="2300288" y="5997575"/>
          <p14:tracePt t="51812" x="2274888" y="6005513"/>
          <p14:tracePt t="51822" x="2228850" y="6030913"/>
          <p14:tracePt t="51828" x="2192338" y="6034088"/>
          <p14:tracePt t="51836" x="2143125" y="6054725"/>
          <p14:tracePt t="51844" x="2081213" y="6059488"/>
          <p14:tracePt t="51852" x="2014538" y="6067425"/>
          <p14:tracePt t="51860" x="1944688" y="6080125"/>
          <p14:tracePt t="51868" x="1870075" y="6096000"/>
          <p14:tracePt t="51876" x="1795463" y="6105525"/>
          <p14:tracePt t="51884" x="1720850" y="6116638"/>
          <p14:tracePt t="51890" x="1643063" y="6121400"/>
          <p14:tracePt t="51902" x="1573213" y="6134100"/>
          <p14:tracePt t="51908" x="1498600" y="6142038"/>
          <p14:tracePt t="51916" x="1431925" y="6146800"/>
          <p14:tracePt t="51924" x="1382713" y="6154738"/>
          <p14:tracePt t="51930" x="1325563" y="6154738"/>
          <p14:tracePt t="51938" x="1284288" y="6154738"/>
          <p14:tracePt t="51948" x="1250950" y="6154738"/>
          <p14:tracePt t="51956" x="1222375" y="6154738"/>
          <p14:tracePt t="51962" x="1201738" y="6154738"/>
          <p14:tracePt t="51972" x="1184275" y="6154738"/>
          <p14:tracePt t="51978" x="1176338" y="6154738"/>
          <p14:tracePt t="52379" x="1176338" y="6167438"/>
          <p14:tracePt t="52386" x="1176338" y="6170613"/>
          <p14:tracePt t="52394" x="1176338" y="6183313"/>
          <p14:tracePt t="52402" x="1176338" y="6196013"/>
          <p14:tracePt t="52408" x="1181100" y="6203950"/>
          <p14:tracePt t="52418" x="1181100" y="6216650"/>
          <p14:tracePt t="52426" x="1181100" y="6229350"/>
          <p14:tracePt t="52434" x="1189038" y="6232525"/>
          <p14:tracePt t="52442" x="1189038" y="6245225"/>
          <p14:tracePt t="52458" x="1193800" y="6253163"/>
          <p14:tracePt t="52464" x="1193800" y="6257925"/>
          <p14:tracePt t="52474" x="1193800" y="6265863"/>
          <p14:tracePt t="52482" x="1193800" y="6270625"/>
          <p14:tracePt t="52489" x="1201738" y="6281738"/>
          <p14:tracePt t="52496" x="1201738" y="6291263"/>
          <p14:tracePt t="52506" x="1201738" y="6294438"/>
          <p14:tracePt t="52512" x="1204913" y="6302375"/>
          <p14:tracePt t="52521" x="1204913" y="6307138"/>
          <p14:tracePt t="52528" x="1214438" y="6315075"/>
          <p14:tracePt t="52537" x="1214438" y="6319838"/>
          <p14:tracePt t="52545" x="1214438" y="6327775"/>
          <p14:tracePt t="52552" x="1217613" y="6332538"/>
          <p14:tracePt t="52568" x="1217613" y="6340475"/>
          <p14:tracePt t="52592" x="1225550" y="6340475"/>
          <p14:tracePt t="52625" x="1230313" y="6340475"/>
          <p14:tracePt t="52641" x="1238250" y="6340475"/>
          <p14:tracePt t="52648" x="1250950" y="6340475"/>
          <p14:tracePt t="52656" x="1255713" y="6335713"/>
          <p14:tracePt t="52665" x="1263650" y="6335713"/>
          <p14:tracePt t="52673" x="1276350" y="6327775"/>
          <p14:tracePt t="52680" x="1279525" y="6323013"/>
          <p14:tracePt t="52690" x="1292225" y="6315075"/>
          <p14:tracePt t="52695" x="1300163" y="6315075"/>
          <p14:tracePt t="52706" x="1304925" y="6311900"/>
          <p14:tracePt t="52712" x="1312863" y="6302375"/>
          <p14:tracePt t="52720" x="1317625" y="6302375"/>
          <p14:tracePt t="52728" x="1325563" y="6299200"/>
          <p14:tracePt t="52736" x="1328738" y="6291263"/>
          <p14:tracePt t="52744" x="1338263" y="6291263"/>
          <p14:tracePt t="52753" x="1341438" y="6291263"/>
          <p14:tracePt t="52760" x="1349375" y="6286500"/>
          <p14:tracePt t="52776" x="1362075" y="6286500"/>
          <p14:tracePt t="52784" x="1366838" y="6286500"/>
          <p14:tracePt t="52792" x="1374775" y="6286500"/>
          <p14:tracePt t="52800" x="1379538" y="6278563"/>
          <p14:tracePt t="52808" x="1387475" y="6278563"/>
          <p14:tracePt t="52816" x="1390650" y="6278563"/>
          <p14:tracePt t="52824" x="1403350" y="6273800"/>
          <p14:tracePt t="52832" x="1411288" y="6273800"/>
          <p14:tracePt t="52840" x="1423988" y="6273800"/>
          <p14:tracePt t="52848" x="1436688" y="6265863"/>
          <p14:tracePt t="52856" x="1441450" y="6265863"/>
          <p14:tracePt t="52865" x="1462088" y="6261100"/>
          <p14:tracePt t="52873" x="1473200" y="6261100"/>
          <p14:tracePt t="52880" x="1485900" y="6261100"/>
          <p14:tracePt t="52890" x="1498600" y="6261100"/>
          <p14:tracePt t="52908" x="1527175" y="6253163"/>
          <p14:tracePt t="52912" x="1539875" y="6253163"/>
          <p14:tracePt t="52921" x="1552575" y="6253163"/>
          <p14:tracePt t="52928" x="1565275" y="6253163"/>
          <p14:tracePt t="52937" x="1585913" y="6249988"/>
          <p14:tracePt t="52944" x="1597025" y="6249988"/>
          <p14:tracePt t="52952" x="1609725" y="6249988"/>
          <p14:tracePt t="52960" x="1627188" y="6249988"/>
          <p14:tracePt t="52968" x="1647825" y="6249988"/>
          <p14:tracePt t="52976" x="1658938" y="6240463"/>
          <p14:tracePt t="52985" x="1684338" y="6240463"/>
          <p14:tracePt t="52992" x="1720850" y="6240463"/>
          <p14:tracePt t="53000" x="1751013" y="6240463"/>
          <p14:tracePt t="53008" x="1787525" y="6240463"/>
          <p14:tracePt t="53014" x="1836738" y="6240463"/>
          <p14:tracePt t="53023" x="1887538" y="6240463"/>
          <p14:tracePt t="53033" x="1936750" y="6240463"/>
          <p14:tracePt t="53040" x="1998663" y="6240463"/>
          <p14:tracePt t="53047" x="2060575" y="6240463"/>
          <p14:tracePt t="53055" x="2105025" y="6240463"/>
          <p14:tracePt t="53062" x="2166938" y="6240463"/>
          <p14:tracePt t="53070" x="2217738" y="6240463"/>
          <p14:tracePt t="53079" x="2270125" y="6240463"/>
          <p14:tracePt t="53086" x="2328863" y="6240463"/>
          <p14:tracePt t="53095" x="2390775" y="6240463"/>
          <p14:tracePt t="53103" x="2444750" y="6240463"/>
          <p14:tracePt t="53110" x="2506663" y="6240463"/>
          <p14:tracePt t="53119" x="2551113" y="6240463"/>
          <p14:tracePt t="53126" x="2592388" y="6240463"/>
          <p14:tracePt t="53135" x="2630488" y="6240463"/>
          <p14:tracePt t="53143" x="2674938" y="6240463"/>
          <p14:tracePt t="53150" x="2703513" y="6240463"/>
          <p14:tracePt t="53158" x="2736850" y="6240463"/>
          <p14:tracePt t="53166" x="2778125" y="6240463"/>
          <p14:tracePt t="53174" x="2803525" y="6240463"/>
          <p14:tracePt t="53183" x="2827338" y="6240463"/>
          <p14:tracePt t="53190" x="2847975" y="6237288"/>
          <p14:tracePt t="53199" x="2865438" y="6237288"/>
          <p14:tracePt t="53206" x="2878138" y="6229350"/>
          <p14:tracePt t="53215" x="2898775" y="6229350"/>
          <p14:tracePt t="53223" x="2914650" y="6229350"/>
          <p14:tracePt t="53230" x="2935288" y="6224588"/>
          <p14:tracePt t="53240" x="2951163" y="6216650"/>
          <p14:tracePt t="53247" x="2963863" y="6216650"/>
          <p14:tracePt t="53254" x="2984500" y="6216650"/>
          <p14:tracePt t="53263" x="2989263" y="6211888"/>
          <p14:tracePt t="53270" x="3009900" y="6211888"/>
          <p14:tracePt t="53278" x="3013075" y="6211888"/>
          <p14:tracePt t="53286" x="3033713" y="6211888"/>
          <p14:tracePt t="53294" x="3038475" y="6211888"/>
          <p14:tracePt t="53302" x="3051175" y="6211888"/>
          <p14:tracePt t="53310" x="3063875" y="6211888"/>
          <p14:tracePt t="53319" x="3074988" y="6211888"/>
          <p14:tracePt t="53326" x="3087688" y="6211888"/>
          <p14:tracePt t="53334" x="3108325" y="6211888"/>
          <p14:tracePt t="53342" x="3125788" y="6211888"/>
          <p14:tracePt t="53350" x="3138488" y="6211888"/>
          <p14:tracePt t="53358" x="3159125" y="6203950"/>
          <p14:tracePt t="53366" x="3187700" y="6203950"/>
          <p14:tracePt t="53374" x="3211513" y="6203950"/>
          <p14:tracePt t="53382" x="3236913" y="6203950"/>
          <p14:tracePt t="53390" x="3262313" y="6203950"/>
          <p14:tracePt t="53398" x="3294063" y="6203950"/>
          <p14:tracePt t="53405" x="3324225" y="6203950"/>
          <p14:tracePt t="53414" x="3360738" y="6203950"/>
          <p14:tracePt t="53422" x="3397250" y="6203950"/>
          <p14:tracePt t="53430" x="3430588" y="6203950"/>
          <p14:tracePt t="53438" x="3468688" y="6203950"/>
          <p14:tracePt t="53447" x="3492500" y="6203950"/>
          <p14:tracePt t="53454" x="3517900" y="6203950"/>
          <p14:tracePt t="53462" x="3546475" y="6203950"/>
          <p14:tracePt t="53470" x="3579813" y="6203950"/>
          <p14:tracePt t="53478" x="3616325" y="6203950"/>
          <p14:tracePt t="53486" x="3654425" y="6203950"/>
          <p14:tracePt t="53494" x="3703638" y="6203950"/>
          <p14:tracePt t="53503" x="3752850" y="6203950"/>
          <p14:tracePt t="53511" x="3789363" y="6203950"/>
          <p14:tracePt t="53518" x="3840163" y="6203950"/>
          <p14:tracePt t="53526" x="3889375" y="6208713"/>
          <p14:tracePt t="53535" x="3951288" y="6216650"/>
          <p14:tracePt t="53542" x="3992563" y="6216650"/>
          <p14:tracePt t="53550" x="4037013" y="6216650"/>
          <p14:tracePt t="53558" x="4087813" y="6219825"/>
          <p14:tracePt t="53564" x="4137025" y="6229350"/>
          <p14:tracePt t="53573" x="4173538" y="6229350"/>
          <p14:tracePt t="53582" x="4202113" y="6229350"/>
          <p14:tracePt t="53590" x="4240213" y="6229350"/>
          <p14:tracePt t="53598" x="4273550" y="6229350"/>
          <p14:tracePt t="53607" x="4297363" y="6229350"/>
          <p14:tracePt t="53614" x="4322763" y="6229350"/>
          <p14:tracePt t="53621" x="4351338" y="6229350"/>
          <p14:tracePt t="53629" x="4376738" y="6229350"/>
          <p14:tracePt t="53636" x="4397375" y="6229350"/>
          <p14:tracePt t="53646" x="4421188" y="6229350"/>
          <p14:tracePt t="53653" x="4446588" y="6229350"/>
          <p14:tracePt t="53662" x="4462463" y="6229350"/>
          <p14:tracePt t="53668" x="4483100" y="6224588"/>
          <p14:tracePt t="53676" x="4500563" y="6224588"/>
          <p14:tracePt t="53685" x="4508500" y="6224588"/>
          <p14:tracePt t="53692" x="4524375" y="6224588"/>
          <p14:tracePt t="53703" x="4533900" y="6216650"/>
          <p14:tracePt t="53708" x="4545013" y="6216650"/>
          <p14:tracePt t="53717" x="4557713" y="6216650"/>
          <p14:tracePt t="53724" x="4570413" y="6211888"/>
          <p14:tracePt t="53732" x="4586288" y="6211888"/>
          <p14:tracePt t="53741" x="4598988" y="6203950"/>
          <p14:tracePt t="53748" x="4611688" y="6203950"/>
          <p14:tracePt t="53758" x="4632325" y="6203950"/>
          <p14:tracePt t="53766" x="4645025" y="6203950"/>
          <p14:tracePt t="53773" x="4660900" y="6199188"/>
          <p14:tracePt t="53780" x="4681538" y="6199188"/>
          <p14:tracePt t="53788" x="4706938" y="6199188"/>
          <p14:tracePt t="53797" x="4719638" y="6199188"/>
          <p14:tracePt t="53804" x="4735513" y="6199188"/>
          <p14:tracePt t="53813" x="4748213" y="6199188"/>
          <p14:tracePt t="53820" x="4760913" y="6191250"/>
          <p14:tracePt t="53828" x="4772025" y="6191250"/>
          <p14:tracePt t="53836" x="4784725" y="6191250"/>
          <p14:tracePt t="53845" x="4797425" y="6191250"/>
          <p14:tracePt t="53853" x="4810125" y="6191250"/>
          <p14:tracePt t="53860" x="4818063" y="6191250"/>
          <p14:tracePt t="53869" x="4830763" y="6191250"/>
          <p14:tracePt t="53876" x="4833938" y="6191250"/>
          <p14:tracePt t="53885" x="4843463" y="6191250"/>
          <p14:tracePt t="53906" x="4846638" y="6191250"/>
          <p14:tracePt t="53909" x="4854575" y="6191250"/>
          <p14:tracePt t="53932" x="4859338" y="6191250"/>
          <p14:tracePt t="53948" x="4867275" y="6191250"/>
          <p14:tracePt t="53957" x="4872038" y="6188075"/>
          <p14:tracePt t="53972" x="4879975" y="6188075"/>
          <p14:tracePt t="53981" x="4884738" y="6188075"/>
          <p14:tracePt t="53988" x="4892675" y="6188075"/>
          <p14:tracePt t="54004" x="4895850" y="6188075"/>
          <p14:tracePt t="54029" x="4905375" y="6188075"/>
          <p14:tracePt t="54188" x="4908550" y="6188075"/>
          <p14:tracePt t="55462" x="4929188" y="6178550"/>
          <p14:tracePt t="55470" x="4946650" y="6178550"/>
          <p14:tracePt t="55478" x="4983163" y="6178550"/>
          <p14:tracePt t="55486" x="5032375" y="6175375"/>
          <p14:tracePt t="55494" x="5091113" y="6175375"/>
          <p14:tracePt t="55502" x="5164138" y="6175375"/>
          <p14:tracePt t="55510" x="5238750" y="6167438"/>
          <p14:tracePt t="55519" x="5313363" y="6167438"/>
          <p14:tracePt t="55527" x="5380038" y="6167438"/>
          <p14:tracePt t="55534" x="5462588" y="6167438"/>
          <p14:tracePt t="55542" x="5535613" y="6167438"/>
          <p14:tracePt t="55550" x="5602288" y="6167438"/>
          <p14:tracePt t="55558" x="5664200" y="6167438"/>
          <p14:tracePt t="55566" x="5702300" y="6167438"/>
          <p14:tracePt t="55575" x="5734050" y="6167438"/>
          <p14:tracePt t="55583" x="5759450" y="6170613"/>
          <p14:tracePt t="55592" x="5788025" y="6170613"/>
          <p14:tracePt t="55598" x="5808663" y="6170613"/>
          <p14:tracePt t="55607" x="5826125" y="6170613"/>
          <p14:tracePt t="55615" x="5837238" y="6178550"/>
          <p14:tracePt t="55625" x="5857875" y="6178550"/>
          <p14:tracePt t="55630" x="5883275" y="6183313"/>
          <p14:tracePt t="55638" x="5911850" y="6183313"/>
          <p14:tracePt t="55646" x="5932488" y="6183313"/>
          <p14:tracePt t="55655" x="5970588" y="6191250"/>
          <p14:tracePt t="55663" x="5994400" y="6191250"/>
          <p14:tracePt t="55670" x="6019800" y="6196013"/>
          <p14:tracePt t="55678" x="6048375" y="6196013"/>
          <p14:tracePt t="55686" x="6081713" y="6196013"/>
          <p14:tracePt t="55692" x="6122988" y="6203950"/>
          <p14:tracePt t="55702" x="6156325" y="6203950"/>
          <p14:tracePt t="55710" x="6192838" y="6203950"/>
          <p14:tracePt t="55719" x="6242050" y="6203950"/>
          <p14:tracePt t="55726" x="6291263" y="6203950"/>
          <p14:tracePt t="55734" x="6357938" y="6203950"/>
          <p14:tracePt t="55743" x="6427788" y="6208713"/>
          <p14:tracePt t="55749" x="6494463" y="6208713"/>
          <p14:tracePt t="55759" x="6564313" y="6208713"/>
          <p14:tracePt t="55766" x="6630988" y="6216650"/>
          <p14:tracePt t="55772" x="6700838" y="6216650"/>
          <p14:tracePt t="55780" x="6765925" y="6219825"/>
          <p14:tracePt t="55788" x="6827838" y="6219825"/>
          <p14:tracePt t="55796" x="6886575" y="6219825"/>
          <p14:tracePt t="55804" x="6953250" y="6219825"/>
          <p14:tracePt t="55812" x="7002463" y="6216650"/>
          <p14:tracePt t="55820" x="7072313" y="6199188"/>
          <p14:tracePt t="55828" x="7126288" y="6178550"/>
          <p14:tracePt t="55836" x="7188200" y="6154738"/>
          <p14:tracePt t="55844" x="7245350" y="6129338"/>
          <p14:tracePt t="55852" x="7299325" y="6105525"/>
          <p14:tracePt t="55860" x="7345363" y="6075363"/>
          <p14:tracePt t="55869" x="7397750" y="6043613"/>
          <p14:tracePt t="55876" x="7448550" y="6005513"/>
          <p14:tracePt t="55950" x="7939088" y="5654675"/>
          <p14:tracePt t="55957" x="7975600" y="5629275"/>
          <p14:tracePt t="55964" x="7993063" y="5608638"/>
          <p14:tracePt t="55971" x="8026400" y="5584825"/>
          <p14:tracePt t="55981" x="8037513" y="5572125"/>
          <p14:tracePt t="55988" x="8062913" y="5559425"/>
          <p14:tracePt t="55996" x="8088313" y="5543550"/>
          <p14:tracePt t="56007" x="8104188" y="5530850"/>
          <p14:tracePt t="56012" x="8116888" y="5522913"/>
          <p14:tracePt t="56020" x="8129588" y="5518150"/>
          <p14:tracePt t="56028" x="8137525" y="5510213"/>
          <p14:tracePt t="56036" x="8150225" y="5497513"/>
          <p14:tracePt t="56044" x="8153400" y="5492750"/>
          <p14:tracePt t="56052" x="8166100" y="5492750"/>
          <p14:tracePt t="56060" x="8178800" y="5484813"/>
          <p14:tracePt t="56069" x="8191500" y="5472113"/>
          <p14:tracePt t="56076" x="8212138" y="5468938"/>
          <p14:tracePt t="56084" x="8228013" y="5456238"/>
          <p14:tracePt t="56092" x="8261350" y="5435600"/>
          <p14:tracePt t="56100" x="8277225" y="5422900"/>
          <p14:tracePt t="56109" x="8302625" y="5410200"/>
          <p14:tracePt t="56116" x="8328025" y="5394325"/>
          <p14:tracePt t="56125" x="8364538" y="5373688"/>
          <p14:tracePt t="56132" x="8413750" y="5345113"/>
          <p14:tracePt t="56141" x="8472488" y="5324475"/>
          <p14:tracePt t="56148" x="8534400" y="5299075"/>
          <p14:tracePt t="56156" x="8586788" y="5270500"/>
          <p14:tracePt t="56164" x="8645525" y="5245100"/>
          <p14:tracePt t="56172" x="8710613" y="5224463"/>
          <p14:tracePt t="56180" x="8756650" y="5213350"/>
          <p14:tracePt t="56188" x="8782050" y="5200650"/>
          <p14:tracePt t="56196" x="8793163" y="5195888"/>
          <p14:tracePt t="56207" x="8805863" y="5187950"/>
          <p14:tracePt t="56212" x="8810625" y="5187950"/>
          <p14:tracePt t="56267" x="8805863" y="5187950"/>
          <p14:tracePt t="56276" x="8793163" y="5187950"/>
          <p14:tracePt t="56284" x="8789988" y="5192713"/>
          <p14:tracePt t="56291" x="8782050" y="5192713"/>
          <p14:tracePt t="56309" x="8777288" y="5192713"/>
          <p14:tracePt t="56315" x="8777288" y="5200650"/>
          <p14:tracePt t="56346" x="8769350" y="5200650"/>
          <p14:tracePt t="56378" x="8764588" y="5203825"/>
          <p14:tracePt t="56394" x="8756650" y="5203825"/>
          <p14:tracePt t="56411" x="8751888" y="5203825"/>
          <p14:tracePt t="56426" x="8743950" y="5203825"/>
          <p14:tracePt t="56434" x="8740775" y="5213350"/>
          <p14:tracePt t="56443" x="8731250" y="5213350"/>
          <p14:tracePt t="56451" x="8728075" y="5216525"/>
          <p14:tracePt t="56460" x="8720138" y="5224463"/>
          <p14:tracePt t="56467" x="8715375" y="5224463"/>
          <p14:tracePt t="56476" x="8707438" y="5229225"/>
          <p14:tracePt t="56498" x="8702675" y="5229225"/>
          <p14:tracePt t="56538" x="8694738" y="5229225"/>
          <p14:tracePt t="56546" x="8694738" y="5237163"/>
          <p14:tracePt t="56562" x="8689975" y="5237163"/>
          <p14:tracePt t="56571" x="8682038" y="5237163"/>
          <p14:tracePt t="56579" x="8682038" y="5241925"/>
          <p14:tracePt t="56587" x="8678863" y="5241925"/>
          <p14:tracePt t="56594" x="8669338" y="5241925"/>
          <p14:tracePt t="56602" x="8658225" y="5241925"/>
          <p14:tracePt t="56611" x="8653463" y="5241925"/>
          <p14:tracePt t="56618" x="8645525" y="5241925"/>
          <p14:tracePt t="56626" x="8640763" y="5241925"/>
          <p14:tracePt t="56634" x="8628063" y="5241925"/>
          <p14:tracePt t="56642" x="8616950" y="5241925"/>
          <p14:tracePt t="56650" x="8604250" y="5241925"/>
          <p14:tracePt t="56659" x="8591550" y="5241925"/>
          <p14:tracePt t="56666" x="8570913" y="5249863"/>
          <p14:tracePt t="56674" x="8555038" y="5254625"/>
          <p14:tracePt t="56683" x="8534400" y="5254625"/>
          <p14:tracePt t="56691" x="8516938" y="5262563"/>
          <p14:tracePt t="56698" x="8493125" y="5262563"/>
          <p14:tracePt t="56707" x="8455025" y="5262563"/>
          <p14:tracePt t="56715" x="8421688" y="5265738"/>
          <p14:tracePt t="56722" x="8385175" y="5265738"/>
          <p14:tracePt t="56730" x="8343900" y="5278438"/>
          <p14:tracePt t="56738" x="8307388" y="5286375"/>
          <p14:tracePt t="56746" x="8261350" y="5286375"/>
          <p14:tracePt t="56755" x="8212138" y="5291138"/>
          <p14:tracePt t="56762" x="8162925" y="5299075"/>
          <p14:tracePt t="56768" x="8120063" y="5311775"/>
          <p14:tracePt t="56779" x="8070850" y="5311775"/>
          <p14:tracePt t="56786" x="8021638" y="5324475"/>
          <p14:tracePt t="56794" x="7975600" y="5327650"/>
          <p14:tracePt t="56802" x="7939088" y="5327650"/>
          <p14:tracePt t="56809" x="7885113" y="5337175"/>
          <p14:tracePt t="56816" x="7840663" y="5337175"/>
          <p14:tracePt t="56827" x="7802563" y="5340350"/>
          <p14:tracePt t="56832" x="7766050" y="5348288"/>
          <p14:tracePt t="56841" x="7727950" y="5348288"/>
          <p14:tracePt t="56848" x="7699375" y="5348288"/>
          <p14:tracePt t="56856" x="7678738" y="5348288"/>
          <p14:tracePt t="56865" x="7654925" y="5348288"/>
          <p14:tracePt t="56873" x="7629525" y="5348288"/>
          <p14:tracePt t="56880" x="7613650" y="5348288"/>
          <p14:tracePt t="56909" x="7539038" y="5348288"/>
          <p14:tracePt t="56912" x="7513638" y="5348288"/>
          <p14:tracePt t="56920" x="7489825" y="5353050"/>
          <p14:tracePt t="56928" x="7464425" y="5353050"/>
          <p14:tracePt t="56936" x="7439025" y="5353050"/>
          <p14:tracePt t="56945" x="7415213" y="5360988"/>
          <p14:tracePt t="56955" x="7381875" y="5365750"/>
          <p14:tracePt t="56962" x="7356475" y="5365750"/>
          <p14:tracePt t="56968" x="7319963" y="5373688"/>
          <p14:tracePt t="56978" x="7294563" y="5373688"/>
          <p14:tracePt t="56984" x="7270750" y="5378450"/>
          <p14:tracePt t="56993" x="7245350" y="5378450"/>
          <p14:tracePt t="57000" x="7208838" y="5386388"/>
          <p14:tracePt t="57009" x="7183438" y="5386388"/>
          <p14:tracePt t="57016" x="7154863" y="5386388"/>
          <p14:tracePt t="57024" x="7118350" y="5386388"/>
          <p14:tracePt t="57032" x="7072313" y="5389563"/>
          <p14:tracePt t="57040" x="7035800" y="5389563"/>
          <p14:tracePt t="57049" x="6994525" y="5389563"/>
          <p14:tracePt t="57056" x="6956425" y="5389563"/>
          <p14:tracePt t="57064" x="6907213" y="5389563"/>
          <p14:tracePt t="57073" x="6858000" y="5389563"/>
          <p14:tracePt t="57080" x="6807200" y="5389563"/>
          <p14:tracePt t="57089" x="6757988" y="5389563"/>
          <p14:tracePt t="57096" x="6700838" y="5389563"/>
          <p14:tracePt t="57105" x="6638925" y="5389563"/>
          <p14:tracePt t="57112" x="6584950" y="5389563"/>
          <p14:tracePt t="57120" x="6535738" y="5389563"/>
          <p14:tracePt t="57128" x="6465888" y="5386388"/>
          <p14:tracePt t="57136" x="6399213" y="5381625"/>
          <p14:tracePt t="57144" x="6350000" y="5381625"/>
          <p14:tracePt t="57152" x="6300788" y="5373688"/>
          <p14:tracePt t="57161" x="6249988" y="5373688"/>
          <p14:tracePt t="57168" x="6205538" y="5373688"/>
          <p14:tracePt t="57176" x="6156325" y="5368925"/>
          <p14:tracePt t="57185" x="6115050" y="5368925"/>
          <p14:tracePt t="57193" x="6064250" y="5368925"/>
          <p14:tracePt t="57200" x="6032500" y="5368925"/>
          <p14:tracePt t="57209" x="5994400" y="5368925"/>
          <p14:tracePt t="57216" x="5957888" y="5368925"/>
          <p14:tracePt t="57224" x="5919788" y="5368925"/>
          <p14:tracePt t="57232" x="5895975" y="5368925"/>
          <p14:tracePt t="57240" x="5857875" y="5368925"/>
          <p14:tracePt t="57249" x="5829300" y="5368925"/>
          <p14:tracePt t="57256" x="5805488" y="5368925"/>
          <p14:tracePt t="57264" x="5772150" y="5368925"/>
          <p14:tracePt t="57272" x="5754688" y="5368925"/>
          <p14:tracePt t="57280" x="5734050" y="5368925"/>
          <p14:tracePt t="57289" x="5722938" y="5368925"/>
          <p14:tracePt t="57296" x="5710238" y="5368925"/>
          <p14:tracePt t="57304" x="5705475" y="5368925"/>
          <p14:tracePt t="57312" x="5692775" y="5373688"/>
          <p14:tracePt t="57321" x="5681663" y="5373688"/>
          <p14:tracePt t="57328" x="5672138" y="5373688"/>
          <p14:tracePt t="57337" x="5668963" y="5373688"/>
          <p14:tracePt t="57344" x="5656263" y="5373688"/>
          <p14:tracePt t="57352" x="5648325" y="5373688"/>
          <p14:tracePt t="57359" x="5643563" y="5378450"/>
          <p14:tracePt t="57368" x="5630863" y="5378450"/>
          <p14:tracePt t="57376" x="5618163" y="5378450"/>
          <p14:tracePt t="57385" x="5607050" y="5386388"/>
          <p14:tracePt t="57394" x="5586413" y="5389563"/>
          <p14:tracePt t="57400" x="5573713" y="5389563"/>
          <p14:tracePt t="57408" x="5561013" y="5389563"/>
          <p14:tracePt t="57416" x="5545138" y="5399088"/>
          <p14:tracePt t="57424" x="5519738" y="5402263"/>
          <p14:tracePt t="57433" x="5499100" y="5410200"/>
          <p14:tracePt t="57438" x="5483225" y="5410200"/>
          <p14:tracePt t="57447" x="5462588" y="5410200"/>
          <p14:tracePt t="57454" x="5457825" y="5410200"/>
          <p14:tracePt t="57462" x="5445125" y="5410200"/>
          <p14:tracePt t="57470" x="5437188" y="5410200"/>
          <p14:tracePt t="57478" x="5432425" y="5410200"/>
          <p14:tracePt t="57488" x="5424488" y="5410200"/>
          <p14:tracePt t="57494" x="5421313" y="5410200"/>
          <p14:tracePt t="57502" x="5411788" y="5410200"/>
          <p14:tracePt t="57519" x="5408613" y="5410200"/>
          <p14:tracePt t="57534" x="5400675" y="5410200"/>
          <p14:tracePt t="57550" x="5395913" y="5410200"/>
          <p14:tracePt t="57558" x="5387975" y="5410200"/>
          <p14:tracePt t="57576" x="5383213" y="5410200"/>
          <p14:tracePt t="57583" x="5370513" y="5410200"/>
          <p14:tracePt t="57590" x="5362575" y="5410200"/>
          <p14:tracePt t="57598" x="5349875" y="5410200"/>
          <p14:tracePt t="57607" x="5338763" y="5410200"/>
          <p14:tracePt t="57614" x="5334000" y="5410200"/>
          <p14:tracePt t="57623" x="5321300" y="5410200"/>
          <p14:tracePt t="57630" x="5313363" y="5410200"/>
          <p14:tracePt t="57639" x="5308600" y="5410200"/>
          <p14:tracePt t="57646" x="5300663" y="5410200"/>
          <p14:tracePt t="57656" x="5297488" y="5410200"/>
          <p14:tracePt t="57663" x="5287963" y="5410200"/>
          <p14:tracePt t="57670" x="5284788" y="5410200"/>
          <p14:tracePt t="57686" x="5276850" y="5410200"/>
          <p14:tracePt t="57702" x="5272088" y="5410200"/>
          <p14:tracePt t="57719" x="5264150" y="5410200"/>
          <p14:tracePt t="57727" x="5259388" y="5410200"/>
          <p14:tracePt t="57743" x="5251450" y="5410200"/>
          <p14:tracePt t="57752" x="5246688" y="5410200"/>
          <p14:tracePt t="57758" x="5238750" y="5410200"/>
          <p14:tracePt t="57766" x="5235575" y="5410200"/>
          <p14:tracePt t="57774" x="5226050" y="5410200"/>
          <p14:tracePt t="57784" x="5222875" y="5410200"/>
          <p14:tracePt t="57791" x="5214938" y="5410200"/>
          <p14:tracePt t="57797" x="5210175" y="5410200"/>
          <p14:tracePt t="57814" x="5202238" y="5410200"/>
          <p14:tracePt t="57830" x="5197475" y="5410200"/>
          <p14:tracePt t="57904" x="5189538" y="5410200"/>
          <p14:tracePt t="57934" x="5184775" y="5410200"/>
          <p14:tracePt t="57942" x="5176838" y="5410200"/>
          <p14:tracePt t="57960" x="5173663" y="5410200"/>
          <p14:tracePt t="57973" x="5164138" y="5410200"/>
          <p14:tracePt t="57990" x="5160963" y="5410200"/>
          <p14:tracePt t="58005" x="5153025" y="5410200"/>
          <p14:tracePt t="58012" x="5148263" y="5410200"/>
          <p14:tracePt t="58030" x="5140325" y="5410200"/>
          <p14:tracePt t="58036" x="5135563" y="5410200"/>
          <p14:tracePt t="58044" x="5127625" y="5410200"/>
          <p14:tracePt t="58052" x="5122863" y="5410200"/>
          <p14:tracePt t="58070" x="5114925" y="5410200"/>
          <p14:tracePt t="58077" x="5111750" y="5410200"/>
          <p14:tracePt t="58086" x="5102225" y="5410200"/>
          <p14:tracePt t="58100" x="5099050" y="5410200"/>
          <p14:tracePt t="58108" x="5091113" y="5410200"/>
          <p14:tracePt t="58117" x="5086350" y="5410200"/>
          <p14:tracePt t="58125" x="5078413" y="5410200"/>
          <p14:tracePt t="58133" x="5065713" y="5410200"/>
          <p14:tracePt t="58151" x="5060950" y="5410200"/>
          <p14:tracePt t="58164" x="5053013" y="5410200"/>
          <p14:tracePt t="58269" x="5049838" y="5414963"/>
          <p14:tracePt t="58308" x="5040313" y="5414963"/>
          <p14:tracePt t="58811" x="5037138" y="5414963"/>
          <p14:tracePt t="58866" x="5029200" y="5414963"/>
          <p14:tracePt t="58882" x="5029200" y="5422900"/>
          <p14:tracePt t="58914" x="5024438" y="5422900"/>
          <p14:tracePt t="58947" x="5016500" y="5422900"/>
          <p14:tracePt t="58955" x="5016500" y="5427663"/>
          <p14:tracePt t="58962" x="5011738" y="5427663"/>
          <p14:tracePt t="58971" x="5011738" y="5435600"/>
          <p14:tracePt t="58977" x="5003800" y="5435600"/>
          <p14:tracePt t="59003" x="4999038" y="5435600"/>
          <p14:tracePt t="59011" x="4999038" y="5440363"/>
          <p14:tracePt t="59448" x="4991100" y="5440363"/>
          <p14:tracePt t="59456" x="4975225" y="5451475"/>
          <p14:tracePt t="59464" x="4949825" y="5472113"/>
          <p14:tracePt t="59472" x="4900613" y="5497513"/>
          <p14:tracePt t="59480" x="4838700" y="5546725"/>
          <p14:tracePt t="59488" x="4756150" y="5588000"/>
          <p14:tracePt t="59497" x="4665663" y="5649913"/>
          <p14:tracePt t="59504" x="4554538" y="5708650"/>
          <p14:tracePt t="59512" x="4446588" y="5770563"/>
          <p14:tracePt t="59521" x="4330700" y="5824538"/>
          <p14:tracePt t="59529" x="4206875" y="5881688"/>
          <p14:tracePt t="59536" x="4083050" y="5930900"/>
          <p14:tracePt t="59546" x="3946525" y="5992813"/>
          <p14:tracePt t="59552" x="3810000" y="6043613"/>
          <p14:tracePt t="59558" x="3678238" y="6084888"/>
          <p14:tracePt t="59566" x="3541713" y="6134100"/>
          <p14:tracePt t="59576" x="3430588" y="6178550"/>
          <p14:tracePt t="59584" x="3314700" y="6216650"/>
          <p14:tracePt t="59590" x="3228975" y="6240463"/>
          <p14:tracePt t="59598" x="3128963" y="6281738"/>
          <p14:tracePt t="59606" x="3033713" y="6315075"/>
          <p14:tracePt t="59615" x="2968625" y="6340475"/>
          <p14:tracePt t="59622" x="2898775" y="6364288"/>
          <p14:tracePt t="59633" x="2844800" y="6376988"/>
          <p14:tracePt t="59638" x="2786063" y="6394450"/>
          <p14:tracePt t="59646" x="2749550" y="6415088"/>
          <p14:tracePt t="59655" x="2720975" y="6415088"/>
          <p14:tracePt t="59662" x="2695575" y="6426200"/>
          <p14:tracePt t="59670" x="2682875" y="6430963"/>
          <p14:tracePt t="59679" x="2671763" y="6438900"/>
          <p14:tracePt t="59687" x="2659063" y="6438900"/>
          <p14:tracePt t="59696" x="2646363" y="6438900"/>
          <p14:tracePt t="59702" x="2638425" y="6438900"/>
          <p14:tracePt t="59710" x="2625725" y="6438900"/>
          <p14:tracePt t="59719" x="2613025" y="6438900"/>
          <p14:tracePt t="59726" x="2600325" y="6438900"/>
          <p14:tracePt t="59734" x="2589213" y="6438900"/>
          <p14:tracePt t="59742" x="2571750" y="6438900"/>
          <p14:tracePt t="59750" x="2559050" y="6438900"/>
          <p14:tracePt t="59759" x="2547938" y="6438900"/>
          <p14:tracePt t="59767" x="2527300" y="6435725"/>
          <p14:tracePt t="59774" x="2514600" y="6426200"/>
          <p14:tracePt t="59783" x="2497138" y="6426200"/>
          <p14:tracePt t="59790" x="2476500" y="6423025"/>
          <p14:tracePt t="59799" x="2452688" y="6415088"/>
          <p14:tracePt t="59806" x="2427288" y="6410325"/>
          <p14:tracePt t="59814" x="2411413" y="6402388"/>
          <p14:tracePt t="59822" x="2390775" y="6397625"/>
          <p14:tracePt t="59831" x="2373313" y="6389688"/>
          <p14:tracePt t="59838" x="2352675" y="6389688"/>
          <p14:tracePt t="59848" x="2336800" y="6384925"/>
          <p14:tracePt t="59854" x="2316163" y="6376988"/>
          <p14:tracePt t="59864" x="2303463" y="6373813"/>
          <p14:tracePt t="59870" x="2290763" y="6364288"/>
          <p14:tracePt t="59879" x="2266950" y="6364288"/>
          <p14:tracePt t="59886" x="2241550" y="6361113"/>
          <p14:tracePt t="59901" x="2225675" y="6353175"/>
          <p14:tracePt t="59902" x="2200275" y="6348413"/>
          <p14:tracePt t="59911" x="2166938" y="6340475"/>
          <p14:tracePt t="59918" x="2143125" y="6335713"/>
          <p14:tracePt t="59927" x="2125663" y="6335713"/>
          <p14:tracePt t="59934" x="2093913" y="6327775"/>
          <p14:tracePt t="59942" x="2068513" y="6327775"/>
          <p14:tracePt t="59950" x="2043113" y="6323013"/>
          <p14:tracePt t="59958" x="2014538" y="6323013"/>
          <p14:tracePt t="59966" x="1981200" y="6323013"/>
          <p14:tracePt t="59975" x="1939925" y="6323013"/>
          <p14:tracePt t="59983" x="1903413" y="6323013"/>
          <p14:tracePt t="59990" x="1854200" y="6323013"/>
          <p14:tracePt t="59998" x="1803400" y="6323013"/>
          <p14:tracePt t="60007" x="1746250" y="6315075"/>
          <p14:tracePt t="60014" x="1697038" y="6315075"/>
          <p14:tracePt t="60023" x="1655763" y="6315075"/>
          <p14:tracePt t="60030" x="1617663" y="6311900"/>
          <p14:tracePt t="60039" x="1568450" y="6311900"/>
          <p14:tracePt t="60047" x="1535113" y="6302375"/>
          <p14:tracePt t="60055" x="1493838" y="6302375"/>
          <p14:tracePt t="60063" x="1462088" y="6302375"/>
          <p14:tracePt t="60070" x="1436688" y="6302375"/>
          <p14:tracePt t="60079" x="1400175" y="6302375"/>
          <p14:tracePt t="60086" x="1387475" y="6299200"/>
          <p14:tracePt t="60094" x="1370013" y="6299200"/>
          <p14:tracePt t="60103" x="1358900" y="6291263"/>
          <p14:tracePt t="60110" x="1349375" y="6291263"/>
          <p14:tracePt t="60126" x="1346200" y="6286500"/>
          <p14:tracePt t="60142" x="1338263" y="6286500"/>
          <p14:tracePt t="60150" x="1338263" y="6278563"/>
          <p14:tracePt t="60166" x="1333500" y="6273800"/>
          <p14:tracePt t="60180" x="1333500" y="6265863"/>
          <p14:tracePt t="60191" x="1333500" y="6261100"/>
          <p14:tracePt t="60198" x="1325563" y="6253163"/>
          <p14:tracePt t="60214" x="1320800" y="6249988"/>
          <p14:tracePt t="60230" x="1312863" y="6240463"/>
          <p14:tracePt t="60236" x="1308100" y="6237288"/>
          <p14:tracePt t="60248" x="1308100" y="6229350"/>
          <p14:tracePt t="60254" x="1300163" y="6229350"/>
          <p14:tracePt t="60260" x="1296988" y="6216650"/>
          <p14:tracePt t="60269" x="1287463" y="6211888"/>
          <p14:tracePt t="60276" x="1287463" y="6203950"/>
          <p14:tracePt t="60285" x="1284288" y="6199188"/>
          <p14:tracePt t="60293" x="1284288" y="6191250"/>
          <p14:tracePt t="60300" x="1276350" y="6191250"/>
          <p14:tracePt t="60309" x="1276350" y="6188075"/>
          <p14:tracePt t="60317" x="1271588" y="6188075"/>
          <p14:tracePt t="60866" x="1276350" y="6188075"/>
          <p14:tracePt t="60874" x="1279525" y="6188075"/>
          <p14:tracePt t="60890" x="1287463" y="6188075"/>
          <p14:tracePt t="60898" x="1292225" y="6188075"/>
          <p14:tracePt t="60906" x="1300163" y="6188075"/>
          <p14:tracePt t="60914" x="1304925" y="6188075"/>
          <p14:tracePt t="60923" x="1312863" y="6188075"/>
          <p14:tracePt t="60938" x="1317625" y="6188075"/>
          <p14:tracePt t="60947" x="1325563" y="6188075"/>
          <p14:tracePt t="60963" x="1328738" y="6188075"/>
          <p14:tracePt t="60970" x="1341438" y="6188075"/>
          <p14:tracePt t="60987" x="1349375" y="6188075"/>
          <p14:tracePt t="60995" x="1354138" y="6188075"/>
          <p14:tracePt t="61002" x="1362075" y="6188075"/>
          <p14:tracePt t="61010" x="1366838" y="6188075"/>
          <p14:tracePt t="61027" x="1374775" y="6188075"/>
          <p14:tracePt t="61034" x="1379538" y="6188075"/>
          <p14:tracePt t="61044" x="1387475" y="6188075"/>
          <p14:tracePt t="61059" x="1400175" y="6188075"/>
          <p14:tracePt t="61075" x="1403350" y="6188075"/>
          <p14:tracePt t="61082" x="1411288" y="6188075"/>
          <p14:tracePt t="61090" x="1416050" y="6188075"/>
          <p14:tracePt t="61098" x="1423988" y="6191250"/>
          <p14:tracePt t="61107" x="1428750" y="6191250"/>
          <p14:tracePt t="61114" x="1436688" y="6191250"/>
          <p14:tracePt t="61122" x="1449388" y="6191250"/>
          <p14:tracePt t="61131" x="1452563" y="6191250"/>
          <p14:tracePt t="61138" x="1465263" y="6191250"/>
          <p14:tracePt t="61146" x="1477963" y="6191250"/>
          <p14:tracePt t="61154" x="1485900" y="6191250"/>
          <p14:tracePt t="61163" x="1490663" y="6196013"/>
          <p14:tracePt t="61171" x="1503363" y="6196013"/>
          <p14:tracePt t="61178" x="1511300" y="6196013"/>
          <p14:tracePt t="61186" x="1524000" y="6196013"/>
          <p14:tracePt t="61195" x="1527175" y="6196013"/>
          <p14:tracePt t="61202" x="1539875" y="6203950"/>
          <p14:tracePt t="61211" x="1552575" y="6203950"/>
          <p14:tracePt t="61218" x="1565275" y="6203950"/>
          <p14:tracePt t="61227" x="1585913" y="6203950"/>
          <p14:tracePt t="61234" x="1601788" y="6203950"/>
          <p14:tracePt t="61242" x="1609725" y="6203950"/>
          <p14:tracePt t="61250" x="1627188" y="6203950"/>
          <p14:tracePt t="61258" x="1638300" y="6203950"/>
          <p14:tracePt t="61266" x="1658938" y="6203950"/>
          <p14:tracePt t="61275" x="1671638" y="6203950"/>
          <p14:tracePt t="61282" x="1684338" y="6208713"/>
          <p14:tracePt t="61290" x="1700213" y="6216650"/>
          <p14:tracePt t="61298" x="1709738" y="6216650"/>
          <p14:tracePt t="61305" x="1725613" y="6216650"/>
          <p14:tracePt t="61313" x="1733550" y="6216650"/>
          <p14:tracePt t="61321" x="1746250" y="6216650"/>
          <p14:tracePt t="61328" x="1758950" y="6216650"/>
          <p14:tracePt t="61337" x="1762125" y="6216650"/>
          <p14:tracePt t="61345" x="1774825" y="6216650"/>
          <p14:tracePt t="61352" x="1782763" y="6219825"/>
          <p14:tracePt t="61361" x="1787525" y="6219825"/>
          <p14:tracePt t="61368" x="1795463" y="6219825"/>
          <p14:tracePt t="61377" x="1800225" y="6219825"/>
          <p14:tracePt t="61385" x="1808163" y="6219825"/>
          <p14:tracePt t="61392" x="1812925" y="6219825"/>
          <p14:tracePt t="61400" x="1820863" y="6219825"/>
          <p14:tracePt t="61409" x="1824038" y="6219825"/>
          <p14:tracePt t="61416" x="1833563" y="6219825"/>
          <p14:tracePt t="61424" x="1836738" y="6219825"/>
          <p14:tracePt t="61440" x="1844675" y="6229350"/>
          <p14:tracePt t="61448" x="1849438" y="6229350"/>
          <p14:tracePt t="61465" x="1857375" y="6229350"/>
          <p14:tracePt t="61472" x="1862138" y="6229350"/>
          <p14:tracePt t="61489" x="1870075" y="6229350"/>
          <p14:tracePt t="61497" x="1874838" y="6229350"/>
          <p14:tracePt t="61505" x="1887538" y="6229350"/>
          <p14:tracePt t="61512" x="1895475" y="6229350"/>
          <p14:tracePt t="61520" x="1898650" y="6229350"/>
          <p14:tracePt t="61528" x="1919288" y="6229350"/>
          <p14:tracePt t="61537" x="1931988" y="6229350"/>
          <p14:tracePt t="61545" x="1944688" y="6229350"/>
          <p14:tracePt t="61552" x="1970088" y="6229350"/>
          <p14:tracePt t="61561" x="1981200" y="6229350"/>
          <p14:tracePt t="61569" x="1993900" y="6229350"/>
          <p14:tracePt t="61577" x="2011363" y="6229350"/>
          <p14:tracePt t="61584" x="2035175" y="6229350"/>
          <p14:tracePt t="61592" x="2055813" y="6229350"/>
          <p14:tracePt t="61600" x="2073275" y="6229350"/>
          <p14:tracePt t="61609" x="2084388" y="6229350"/>
          <p14:tracePt t="61616" x="2105025" y="6229350"/>
          <p14:tracePt t="61624" x="2117725" y="6229350"/>
          <p14:tracePt t="61632" x="2130425" y="6229350"/>
          <p14:tracePt t="61640" x="2135188" y="6229350"/>
          <p14:tracePt t="61649" x="2146300" y="6229350"/>
          <p14:tracePt t="61656" x="2159000" y="6229350"/>
          <p14:tracePt t="61663" x="2166938" y="6229350"/>
          <p14:tracePt t="61672" x="2179638" y="6229350"/>
          <p14:tracePt t="61680" x="2184400" y="6229350"/>
          <p14:tracePt t="61689" x="2192338" y="6229350"/>
          <p14:tracePt t="61697" x="2197100" y="6229350"/>
          <p14:tracePt t="61705" x="2205038" y="6229350"/>
          <p14:tracePt t="61712" x="2208213" y="6229350"/>
          <p14:tracePt t="61729" x="2217738" y="6229350"/>
          <p14:tracePt t="61736" x="2220913" y="6229350"/>
          <p14:tracePt t="61745" x="2220913" y="6232525"/>
          <p14:tracePt t="61752" x="2233613" y="6232525"/>
          <p14:tracePt t="61762" x="2241550" y="6232525"/>
          <p14:tracePt t="61777" x="2246313" y="6232525"/>
          <p14:tracePt t="61784" x="2254250" y="6232525"/>
          <p14:tracePt t="61792" x="2259013" y="6232525"/>
          <p14:tracePt t="61800" x="2266950" y="6232525"/>
          <p14:tracePt t="61809" x="2270125" y="6232525"/>
          <p14:tracePt t="61816" x="2279650" y="6232525"/>
          <p14:tracePt t="61824" x="2290763" y="6232525"/>
          <p14:tracePt t="61832" x="2295525" y="6232525"/>
          <p14:tracePt t="61840" x="2308225" y="6232525"/>
          <p14:tracePt t="61848" x="2320925" y="6232525"/>
          <p14:tracePt t="61856" x="2328863" y="6232525"/>
          <p14:tracePt t="61865" x="2332038" y="6232525"/>
          <p14:tracePt t="61872" x="2341563" y="6232525"/>
          <p14:tracePt t="61879" x="2357438" y="6232525"/>
          <p14:tracePt t="61886" x="2365375" y="6232525"/>
          <p14:tracePt t="61899" x="2382838" y="6232525"/>
          <p14:tracePt t="61913" x="2427288" y="6232525"/>
          <p14:tracePt t="61918" x="2444750" y="6232525"/>
          <p14:tracePt t="61927" x="2455863" y="6232525"/>
          <p14:tracePt t="61934" x="2476500" y="6232525"/>
          <p14:tracePt t="61942" x="2493963" y="6232525"/>
          <p14:tracePt t="61951" x="2514600" y="6232525"/>
          <p14:tracePt t="61959" x="2530475" y="6232525"/>
          <p14:tracePt t="61966" x="2555875" y="6232525"/>
          <p14:tracePt t="61975" x="2568575" y="6232525"/>
          <p14:tracePt t="61982" x="2589213" y="6232525"/>
          <p14:tracePt t="61990" x="2613025" y="6232525"/>
          <p14:tracePt t="61997" x="2630488" y="6229350"/>
          <p14:tracePt t="62006" x="2651125" y="6229350"/>
          <p14:tracePt t="62016" x="2674938" y="6229350"/>
          <p14:tracePt t="62023" x="2692400" y="6229350"/>
          <p14:tracePt t="62031" x="2716213" y="6224588"/>
          <p14:tracePt t="62038" x="2741613" y="6224588"/>
          <p14:tracePt t="62048" x="2765425" y="6224588"/>
          <p14:tracePt t="62055" x="2798763" y="6224588"/>
          <p14:tracePt t="62062" x="2827338" y="6224588"/>
          <p14:tracePt t="62070" x="2852738" y="6224588"/>
          <p14:tracePt t="62078" x="2889250" y="6224588"/>
          <p14:tracePt t="62086" x="2927350" y="6224588"/>
          <p14:tracePt t="62095" x="2963863" y="6224588"/>
          <p14:tracePt t="62102" x="2989263" y="6224588"/>
          <p14:tracePt t="62110" x="3025775" y="6224588"/>
          <p14:tracePt t="62119" x="3051175" y="6224588"/>
          <p14:tracePt t="62126" x="3074988" y="6224588"/>
          <p14:tracePt t="62134" x="3100388" y="6224588"/>
          <p14:tracePt t="62145" x="3125788" y="6224588"/>
          <p14:tracePt t="62150" x="3149600" y="6224588"/>
          <p14:tracePt t="62159" x="3170238" y="6224588"/>
          <p14:tracePt t="62166" x="3187700" y="6224588"/>
          <p14:tracePt t="62174" x="3208338" y="6224588"/>
          <p14:tracePt t="62183" x="3224213" y="6224588"/>
          <p14:tracePt t="62190" x="3244850" y="6224588"/>
          <p14:tracePt t="62198" x="3270250" y="6224588"/>
          <p14:tracePt t="62206" x="3294063" y="6224588"/>
          <p14:tracePt t="62215" x="3306763" y="6224588"/>
          <p14:tracePt t="62222" x="3319463" y="6224588"/>
          <p14:tracePt t="62231" x="3332163" y="6224588"/>
          <p14:tracePt t="62238" x="3335338" y="6224588"/>
          <p14:tracePt t="62246" x="3344863" y="6229350"/>
          <p14:tracePt t="62255" x="3348038" y="6229350"/>
          <p14:tracePt t="62263" x="3355975" y="6229350"/>
          <p14:tracePt t="62270" x="3360738" y="6232525"/>
          <p14:tracePt t="62279" x="3373438" y="6232525"/>
          <p14:tracePt t="62286" x="3381375" y="6232525"/>
          <p14:tracePt t="62295" x="3386138" y="6232525"/>
          <p14:tracePt t="62302" x="3397250" y="6232525"/>
          <p14:tracePt t="62311" x="3409950" y="6232525"/>
          <p14:tracePt t="62319" x="3417888" y="6232525"/>
          <p14:tracePt t="62326" x="3422650" y="6232525"/>
          <p14:tracePt t="62334" x="3435350" y="6232525"/>
          <p14:tracePt t="62342" x="3448050" y="6232525"/>
          <p14:tracePt t="62350" x="3459163" y="6232525"/>
          <p14:tracePt t="62358" x="3468688" y="6232525"/>
          <p14:tracePt t="62366" x="3479800" y="6232525"/>
          <p14:tracePt t="62375" x="3492500" y="6232525"/>
          <p14:tracePt t="62382" x="3509963" y="6232525"/>
          <p14:tracePt t="62390" x="3517900" y="6232525"/>
          <p14:tracePt t="62399" x="3533775" y="6232525"/>
          <p14:tracePt t="62406" x="3546475" y="6232525"/>
          <p14:tracePt t="62415" x="3559175" y="6232525"/>
          <p14:tracePt t="62423" x="3571875" y="6232525"/>
          <p14:tracePt t="62432" x="3582988" y="6232525"/>
          <p14:tracePt t="62438" x="3603625" y="6232525"/>
          <p14:tracePt t="62446" x="3616325" y="6232525"/>
          <p14:tracePt t="62452" x="3629025" y="6232525"/>
          <p14:tracePt t="62461" x="3641725" y="6232525"/>
          <p14:tracePt t="62468" x="3657600" y="6229350"/>
          <p14:tracePt t="62477" x="3670300" y="6229350"/>
          <p14:tracePt t="62484" x="3690938" y="6229350"/>
          <p14:tracePt t="62492" x="3703638" y="6229350"/>
          <p14:tracePt t="62500" x="3716338" y="6229350"/>
          <p14:tracePt t="62511" x="3732213" y="6229350"/>
          <p14:tracePt t="62517" x="3744913" y="6224588"/>
          <p14:tracePt t="62524" x="3765550" y="6224588"/>
          <p14:tracePt t="62531" x="3781425" y="6216650"/>
          <p14:tracePt t="62540" x="3802063" y="6216650"/>
          <p14:tracePt t="62547" x="3814763" y="6211888"/>
          <p14:tracePt t="62557" x="3830638" y="6211888"/>
          <p14:tracePt t="62565" x="3856038" y="6211888"/>
          <p14:tracePt t="62573" x="3876675" y="6211888"/>
          <p14:tracePt t="62582" x="3892550" y="6203950"/>
          <p14:tracePt t="62590" x="3917950" y="6203950"/>
          <p14:tracePt t="62597" x="3954463" y="6199188"/>
          <p14:tracePt t="62606" x="3979863" y="6191250"/>
          <p14:tracePt t="62612" x="4013200" y="6191250"/>
          <p14:tracePt t="62623" x="4041775" y="6191250"/>
          <p14:tracePt t="62650" x="4067175" y="6191250"/>
          <p14:tracePt t="62667" x="4214813" y="6188075"/>
          <p14:tracePt t="62682" x="4273550" y="6175375"/>
          <p14:tracePt t="62698" x="4322763" y="6162675"/>
          <p14:tracePt t="62711" x="4346575" y="6162675"/>
          <p14:tracePt t="62718" x="4359275" y="6162675"/>
          <p14:tracePt t="62724" x="4371975" y="6162675"/>
          <p14:tracePt t="62733" x="4376738" y="6154738"/>
          <p14:tracePt t="62745" x="4384675" y="6154738"/>
          <p14:tracePt t="62756" x="4410075" y="6149975"/>
          <p14:tracePt t="62766" x="4421188" y="6149975"/>
          <p14:tracePt t="62773" x="4425950" y="6142038"/>
          <p14:tracePt t="62782" x="4446588" y="6137275"/>
          <p14:tracePt t="62790" x="4459288" y="6137275"/>
          <p14:tracePt t="62799" x="4471988" y="6129338"/>
          <p14:tracePt t="62804" x="4495800" y="6129338"/>
          <p14:tracePt t="62813" x="4513263" y="6126163"/>
          <p14:tracePt t="62822" x="4533900" y="6116638"/>
          <p14:tracePt t="62829" x="4583113" y="6116638"/>
          <p14:tracePt t="62836" x="4611688" y="6116638"/>
          <p14:tracePt t="62844" x="4648200" y="6116638"/>
          <p14:tracePt t="62853" x="4681538" y="6116638"/>
          <p14:tracePt t="62861" x="4706938" y="6116638"/>
          <p14:tracePt t="62868" x="4730750" y="6116638"/>
          <p14:tracePt t="62877" x="4748213" y="6116638"/>
          <p14:tracePt t="62884" x="4768850" y="6116638"/>
          <p14:tracePt t="62900" x="4797425" y="6116638"/>
          <p14:tracePt t="62908" x="4805363" y="6116638"/>
          <p14:tracePt t="62916" x="4810125" y="6116638"/>
          <p14:tracePt t="62926" x="4818063" y="6116638"/>
          <p14:tracePt t="62956" x="4822825" y="6116638"/>
          <p14:tracePt t="62980" x="4830763" y="6116638"/>
          <p14:tracePt t="62988" x="4830763" y="6121400"/>
          <p14:tracePt t="63004" x="4833938" y="6129338"/>
          <p14:tracePt t="63012" x="4833938" y="6134100"/>
          <p14:tracePt t="63026" x="4843463" y="6134100"/>
          <p14:tracePt t="63050" x="4843463" y="6142038"/>
          <p14:tracePt t="63194" x="4846638" y="6142038"/>
          <p14:tracePt t="63212" x="4854575" y="6146800"/>
          <p14:tracePt t="63226" x="4854575" y="6154738"/>
          <p14:tracePt t="63234" x="4859338" y="6154738"/>
          <p14:tracePt t="64486" x="4867275" y="6154738"/>
          <p14:tracePt t="64494" x="4872038" y="6154738"/>
          <p14:tracePt t="64502" x="4895850" y="6149975"/>
          <p14:tracePt t="64510" x="4929188" y="6129338"/>
          <p14:tracePt t="64519" x="4983163" y="6105525"/>
          <p14:tracePt t="64526" x="5065713" y="6080125"/>
          <p14:tracePt t="64535" x="5168900" y="6054725"/>
          <p14:tracePt t="64542" x="5276850" y="6030913"/>
          <p14:tracePt t="64550" x="5403850" y="6005513"/>
          <p14:tracePt t="64558" x="5527675" y="5980113"/>
          <p14:tracePt t="64567" x="5672138" y="5943600"/>
          <p14:tracePt t="64574" x="5837238" y="5907088"/>
          <p14:tracePt t="64583" x="5981700" y="5876925"/>
          <p14:tracePt t="64590" x="6122988" y="5845175"/>
          <p14:tracePt t="64599" x="6267450" y="5791200"/>
          <p14:tracePt t="64606" x="6391275" y="5753100"/>
          <p14:tracePt t="64615" x="6507163" y="5716588"/>
          <p14:tracePt t="64622" x="6600825" y="5680075"/>
          <p14:tracePt t="64630" x="6692900" y="5641975"/>
          <p14:tracePt t="64638" x="6786563" y="5592763"/>
          <p14:tracePt t="64647" x="6886575" y="5543550"/>
          <p14:tracePt t="64654" x="6973888" y="5497513"/>
          <p14:tracePt t="64662" x="7051675" y="5461000"/>
          <p14:tracePt t="64670" x="7134225" y="5422900"/>
          <p14:tracePt t="64678" x="7200900" y="5394325"/>
          <p14:tracePt t="64686" x="7250113" y="5373688"/>
          <p14:tracePt t="64694" x="7283450" y="5357813"/>
          <p14:tracePt t="64702" x="7312025" y="5337175"/>
          <p14:tracePt t="64710" x="7335838" y="5332413"/>
          <p14:tracePt t="64718" x="7361238" y="5311775"/>
          <p14:tracePt t="64726" x="7373938" y="5311775"/>
          <p14:tracePt t="64733" x="7386638" y="5299075"/>
          <p14:tracePt t="64743" x="7397750" y="5295900"/>
          <p14:tracePt t="64751" x="7407275" y="5286375"/>
          <p14:tracePt t="64756" x="7418388" y="5286375"/>
          <p14:tracePt t="64767" x="7423150" y="5283200"/>
          <p14:tracePt t="64774" x="7435850" y="5275263"/>
          <p14:tracePt t="64783" x="7448550" y="5270500"/>
          <p14:tracePt t="64790" x="7472363" y="5262563"/>
          <p14:tracePt t="64799" x="7505700" y="5257800"/>
          <p14:tracePt t="64806" x="7546975" y="5249863"/>
          <p14:tracePt t="64812" x="7604125" y="5245100"/>
          <p14:tracePt t="64822" x="7683500" y="5237163"/>
          <p14:tracePt t="64830" x="7766050" y="5233988"/>
          <p14:tracePt t="64836" x="7843838" y="5224463"/>
          <p14:tracePt t="64844" x="7918450" y="5224463"/>
          <p14:tracePt t="64852" x="8005763" y="5224463"/>
          <p14:tracePt t="64860" x="8091488" y="5224463"/>
          <p14:tracePt t="64869" x="8186738" y="5221288"/>
          <p14:tracePt t="64876" x="8261350" y="5213350"/>
          <p14:tracePt t="64885" x="8335963" y="5200650"/>
          <p14:tracePt t="64902" x="8421688" y="5183188"/>
          <p14:tracePt t="64909" x="8447088" y="5175250"/>
          <p14:tracePt t="64918" x="8462963" y="5162550"/>
          <p14:tracePt t="64925" x="8488363" y="5151438"/>
          <p14:tracePt t="64933" x="8509000" y="5133975"/>
          <p14:tracePt t="64940" x="8521700" y="5121275"/>
          <p14:tracePt t="64948" x="8545513" y="5097463"/>
          <p14:tracePt t="64956" x="8558213" y="5084763"/>
          <p14:tracePt t="64964" x="8575675" y="5059363"/>
          <p14:tracePt t="64972" x="8586788" y="5046663"/>
          <p14:tracePt t="64980" x="8596313" y="5035550"/>
          <p14:tracePt t="64988" x="8599488" y="5022850"/>
          <p14:tracePt t="64996" x="8607425" y="5014913"/>
          <p14:tracePt t="65004" x="8612188" y="5010150"/>
          <p14:tracePt t="65012" x="8612188" y="4997450"/>
          <p14:tracePt t="65020" x="8612188" y="4989513"/>
          <p14:tracePt t="65036" x="8612188" y="4984750"/>
          <p14:tracePt t="65052" x="8620125" y="4984750"/>
          <p14:tracePt t="65546" x="8616950" y="4984750"/>
          <p14:tracePt t="65594" x="8607425" y="4984750"/>
          <p14:tracePt t="65634" x="8604250" y="4984750"/>
          <p14:tracePt t="65659" x="8596313" y="4984750"/>
          <p14:tracePt t="65674" x="8591550" y="4989513"/>
          <p14:tracePt t="65691" x="8583613" y="4989513"/>
          <p14:tracePt t="65699" x="8583613" y="4994275"/>
          <p14:tracePt t="65706" x="8578850" y="4994275"/>
          <p14:tracePt t="65715" x="8570913" y="4994275"/>
          <p14:tracePt t="65722" x="8566150" y="5002213"/>
          <p14:tracePt t="65730" x="8558213" y="5002213"/>
          <p14:tracePt t="65738" x="8555038" y="5005388"/>
          <p14:tracePt t="65746" x="8545513" y="5014913"/>
          <p14:tracePt t="65754" x="8542338" y="5018088"/>
          <p14:tracePt t="65763" x="8534400" y="5018088"/>
          <p14:tracePt t="65770" x="8529638" y="5018088"/>
          <p14:tracePt t="65785" x="8521700" y="5026025"/>
          <p14:tracePt t="65803" x="8516938" y="5026025"/>
          <p14:tracePt t="65811" x="8509000" y="5030788"/>
          <p14:tracePt t="65826" x="8504238" y="5030788"/>
          <p14:tracePt t="65835" x="8496300" y="5030788"/>
          <p14:tracePt t="65842" x="8493125" y="5038725"/>
          <p14:tracePt t="65851" x="8483600" y="5038725"/>
          <p14:tracePt t="65859" x="8483600" y="5043488"/>
          <p14:tracePt t="65868" x="8480425" y="5043488"/>
          <p14:tracePt t="65874" x="8472488" y="5043488"/>
          <p14:tracePt t="65882" x="8467725" y="5043488"/>
          <p14:tracePt t="65890" x="8459788" y="5043488"/>
          <p14:tracePt t="65918" x="8442325" y="5043488"/>
          <p14:tracePt t="65922" x="8434388" y="5043488"/>
          <p14:tracePt t="65930" x="8431213" y="5043488"/>
          <p14:tracePt t="65939" x="8421688" y="5043488"/>
          <p14:tracePt t="65946" x="8410575" y="5043488"/>
          <p14:tracePt t="65954" x="8405813" y="5051425"/>
          <p14:tracePt t="65962" x="8397875" y="5051425"/>
          <p14:tracePt t="65971" x="8393113" y="5051425"/>
          <p14:tracePt t="65978" x="8380413" y="5051425"/>
          <p14:tracePt t="65986" x="8372475" y="5051425"/>
          <p14:tracePt t="65992" x="8369300" y="5051425"/>
          <p14:tracePt t="66003" x="8356600" y="5051425"/>
          <p14:tracePt t="66008" x="8348663" y="5051425"/>
          <p14:tracePt t="66017" x="8335963" y="5051425"/>
          <p14:tracePt t="66024" x="8323263" y="5051425"/>
          <p14:tracePt t="66032" x="8310563" y="5051425"/>
          <p14:tracePt t="66040" x="8307388" y="5056188"/>
          <p14:tracePt t="66048" x="8294688" y="5056188"/>
          <p14:tracePt t="66056" x="8281988" y="5056188"/>
          <p14:tracePt t="66065" x="8269288" y="5064125"/>
          <p14:tracePt t="66072" x="8256588" y="5064125"/>
          <p14:tracePt t="66080" x="8245475" y="5067300"/>
          <p14:tracePt t="66088" x="8235950" y="5067300"/>
          <p14:tracePt t="66096" x="8220075" y="5067300"/>
          <p14:tracePt t="66104" x="8212138" y="5076825"/>
          <p14:tracePt t="66112" x="8194675" y="5076825"/>
          <p14:tracePt t="66120" x="8186738" y="5076825"/>
          <p14:tracePt t="66128" x="8174038" y="5076825"/>
          <p14:tracePt t="66137" x="8162925" y="5076825"/>
          <p14:tracePt t="66145" x="8145463" y="5080000"/>
          <p14:tracePt t="66152" x="8132763" y="5080000"/>
          <p14:tracePt t="66160" x="8120063" y="5080000"/>
          <p14:tracePt t="66168" x="8108950" y="5080000"/>
          <p14:tracePt t="66177" x="8099425" y="5080000"/>
          <p14:tracePt t="66185" x="8088313" y="5080000"/>
          <p14:tracePt t="66193" x="8075613" y="5080000"/>
          <p14:tracePt t="66202" x="8062913" y="5080000"/>
          <p14:tracePt t="66208" x="8050213" y="5080000"/>
          <p14:tracePt t="66217" x="8034338" y="5087938"/>
          <p14:tracePt t="66224" x="8021638" y="5087938"/>
          <p14:tracePt t="66233" x="8008938" y="5092700"/>
          <p14:tracePt t="66240" x="7996238" y="5092700"/>
          <p14:tracePt t="66248" x="7985125" y="5092700"/>
          <p14:tracePt t="66256" x="7972425" y="5092700"/>
          <p14:tracePt t="66264" x="7964488" y="5092700"/>
          <p14:tracePt t="66272" x="7951788" y="5092700"/>
          <p14:tracePt t="66280" x="7939088" y="5092700"/>
          <p14:tracePt t="66288" x="7934325" y="5092700"/>
          <p14:tracePt t="66296" x="7923213" y="5092700"/>
          <p14:tracePt t="66304" x="7910513" y="5092700"/>
          <p14:tracePt t="66313" x="7897813" y="5092700"/>
          <p14:tracePt t="66320" x="7889875" y="5092700"/>
          <p14:tracePt t="66328" x="7877175" y="5092700"/>
          <p14:tracePt t="66336" x="7864475" y="5092700"/>
          <p14:tracePt t="66344" x="7851775" y="5092700"/>
          <p14:tracePt t="66353" x="7840663" y="5092700"/>
          <p14:tracePt t="66360" x="7827963" y="5092700"/>
          <p14:tracePt t="66369" x="7815263" y="5092700"/>
          <p14:tracePt t="66376" x="7802563" y="5092700"/>
          <p14:tracePt t="66385" x="7789863" y="5092700"/>
          <p14:tracePt t="66392" x="7778750" y="5092700"/>
          <p14:tracePt t="66402" x="7766050" y="5092700"/>
          <p14:tracePt t="66408" x="7761288" y="5092700"/>
          <p14:tracePt t="66417" x="7740650" y="5092700"/>
          <p14:tracePt t="66424" x="7737475" y="5092700"/>
          <p14:tracePt t="66432" x="7712075" y="5092700"/>
          <p14:tracePt t="66440" x="7704138" y="5092700"/>
          <p14:tracePt t="66449" x="7686675" y="5092700"/>
          <p14:tracePt t="66456" x="7666038" y="5092700"/>
          <p14:tracePt t="66464" x="7654925" y="5087938"/>
          <p14:tracePt t="66472" x="7637463" y="5087938"/>
          <p14:tracePt t="66481" x="7616825" y="5087938"/>
          <p14:tracePt t="66488" x="7593013" y="5087938"/>
          <p14:tracePt t="66496" x="7575550" y="5087938"/>
          <p14:tracePt t="66504" x="7551738" y="5087938"/>
          <p14:tracePt t="66513" x="7531100" y="5087938"/>
          <p14:tracePt t="66520" x="7505700" y="5087938"/>
          <p14:tracePt t="66529" x="7480300" y="5087938"/>
          <p14:tracePt t="66536" x="7464425" y="5087938"/>
          <p14:tracePt t="66545" x="7439025" y="5087938"/>
          <p14:tracePt t="66553" x="7415213" y="5087938"/>
          <p14:tracePt t="66559" x="7394575" y="5087938"/>
          <p14:tracePt t="66567" x="7381875" y="5087938"/>
          <p14:tracePt t="66576" x="7356475" y="5087938"/>
          <p14:tracePt t="66585" x="7340600" y="5087938"/>
          <p14:tracePt t="66590" x="7319963" y="5087938"/>
          <p14:tracePt t="66599" x="7304088" y="5087938"/>
          <p14:tracePt t="66606" x="7291388" y="5087938"/>
          <p14:tracePt t="66615" x="7278688" y="5087938"/>
          <p14:tracePt t="66622" x="7258050" y="5087938"/>
          <p14:tracePt t="66630" x="7245350" y="5087938"/>
          <p14:tracePt t="66638" x="7232650" y="5087938"/>
          <p14:tracePt t="66647" x="7221538" y="5087938"/>
          <p14:tracePt t="66654" x="7204075" y="5087938"/>
          <p14:tracePt t="66662" x="7191375" y="5087938"/>
          <p14:tracePt t="66670" x="7180263" y="5087938"/>
          <p14:tracePt t="66678" x="7159625" y="5087938"/>
          <p14:tracePt t="66687" x="7142163" y="5087938"/>
          <p14:tracePt t="66694" x="7121525" y="5087938"/>
          <p14:tracePt t="66703" x="7105650" y="5087938"/>
          <p14:tracePt t="66711" x="7085013" y="5087938"/>
          <p14:tracePt t="66718" x="7067550" y="5087938"/>
          <p14:tracePt t="66726" x="7046913" y="5084763"/>
          <p14:tracePt t="66736" x="7018338" y="5084763"/>
          <p14:tracePt t="66743" x="6994525" y="5084763"/>
          <p14:tracePt t="66750" x="6969125" y="5084763"/>
          <p14:tracePt t="66758" x="6935788" y="5084763"/>
          <p14:tracePt t="66767" x="6907213" y="5084763"/>
          <p14:tracePt t="66775" x="6881813" y="5084763"/>
          <p14:tracePt t="66782" x="6848475" y="5084763"/>
          <p14:tracePt t="66790" x="6819900" y="5087938"/>
          <p14:tracePt t="66799" x="6796088" y="5087938"/>
          <p14:tracePt t="66806" x="6762750" y="5092700"/>
          <p14:tracePt t="66814" x="6737350" y="5100638"/>
          <p14:tracePt t="66822" x="6700838" y="5105400"/>
          <p14:tracePt t="66830" x="6675438" y="5105400"/>
          <p14:tracePt t="66838" x="6651625" y="5105400"/>
          <p14:tracePt t="66846" x="6626225" y="5113338"/>
          <p14:tracePt t="66855" x="6610350" y="5118100"/>
          <p14:tracePt t="66863" x="6584950" y="5118100"/>
          <p14:tracePt t="66870" x="6559550" y="5118100"/>
          <p14:tracePt t="66878" x="6538913" y="5126038"/>
          <p14:tracePt t="66887" x="6510338" y="5126038"/>
          <p14:tracePt t="66904" x="6461125" y="5130800"/>
          <p14:tracePt t="66910" x="6435725" y="5138738"/>
          <p14:tracePt t="66918" x="6411913" y="5141913"/>
          <p14:tracePt t="66927" x="6378575" y="5141913"/>
          <p14:tracePt t="66935" x="6353175" y="5151438"/>
          <p14:tracePt t="66943" x="6316663" y="5162550"/>
          <p14:tracePt t="66951" x="6288088" y="5162550"/>
          <p14:tracePt t="66958" x="6262688" y="5167313"/>
          <p14:tracePt t="66967" x="6238875" y="5175250"/>
          <p14:tracePt t="66974" x="6213475" y="5175250"/>
          <p14:tracePt t="66984" x="6188075" y="5180013"/>
          <p14:tracePt t="66990" x="6164263" y="5187950"/>
          <p14:tracePt t="66999" x="6143625" y="5187950"/>
          <p14:tracePt t="67006" x="6118225" y="5187950"/>
          <p14:tracePt t="67014" x="6102350" y="5192713"/>
          <p14:tracePt t="67022" x="6081713" y="5200650"/>
          <p14:tracePt t="67031" x="6069013" y="5200650"/>
          <p14:tracePt t="67038" x="6053138" y="5203825"/>
          <p14:tracePt t="67047" x="6040438" y="5203825"/>
          <p14:tracePt t="67051" x="6019800" y="5213350"/>
          <p14:tracePt t="67062" x="6002338" y="5213350"/>
          <p14:tracePt t="67069" x="5991225" y="5216525"/>
          <p14:tracePt t="67076" x="5978525" y="5216525"/>
          <p14:tracePt t="67084" x="5957888" y="5216525"/>
          <p14:tracePt t="67095" x="5940425" y="5224463"/>
          <p14:tracePt t="67100" x="5929313" y="5224463"/>
          <p14:tracePt t="67108" x="5908675" y="5224463"/>
          <p14:tracePt t="67119" x="5895975" y="5229225"/>
          <p14:tracePt t="67126" x="5883275" y="5229225"/>
          <p14:tracePt t="67134" x="5870575" y="5237163"/>
          <p14:tracePt t="67140" x="5857875" y="5237163"/>
          <p14:tracePt t="67148" x="5854700" y="5237163"/>
          <p14:tracePt t="67156" x="5842000" y="5241925"/>
          <p14:tracePt t="67164" x="5834063" y="5241925"/>
          <p14:tracePt t="67175" x="5829300" y="5241925"/>
          <p14:tracePt t="67181" x="5821363" y="5241925"/>
          <p14:tracePt t="67188" x="5808663" y="5241925"/>
          <p14:tracePt t="67196" x="5805488" y="5241925"/>
          <p14:tracePt t="67204" x="5795963" y="5241925"/>
          <p14:tracePt t="67215" x="5784850" y="5241925"/>
          <p14:tracePt t="67220" x="5780088" y="5241925"/>
          <p14:tracePt t="67231" x="5767388" y="5241925"/>
          <p14:tracePt t="67236" x="5754688" y="5241925"/>
          <p14:tracePt t="67244" x="5743575" y="5249863"/>
          <p14:tracePt t="67255" x="5730875" y="5249863"/>
          <p14:tracePt t="67261" x="5705475" y="5254625"/>
          <p14:tracePt t="67270" x="5684838" y="5254625"/>
          <p14:tracePt t="67277" x="5661025" y="5254625"/>
          <p14:tracePt t="67285" x="5635625" y="5254625"/>
          <p14:tracePt t="67293" x="5618163" y="5254625"/>
          <p14:tracePt t="67304" x="5597525" y="5254625"/>
          <p14:tracePt t="67317" x="5524500" y="5254625"/>
          <p14:tracePt t="67325" x="5507038" y="5254625"/>
          <p14:tracePt t="67333" x="5483225" y="5254625"/>
          <p14:tracePt t="67344" x="5462588" y="5254625"/>
          <p14:tracePt t="67356" x="5395913" y="5254625"/>
          <p14:tracePt t="67369" x="5362575" y="5254625"/>
          <p14:tracePt t="67380" x="5287963" y="5254625"/>
          <p14:tracePt t="67388" x="5259388" y="5254625"/>
          <p14:tracePt t="67396" x="5238750" y="5254625"/>
          <p14:tracePt t="67406" x="5210175" y="5254625"/>
          <p14:tracePt t="67413" x="5164138" y="5254625"/>
          <p14:tracePt t="67420" x="5135563" y="5254625"/>
          <p14:tracePt t="67432" x="5102225" y="5254625"/>
          <p14:tracePt t="67445" x="5003800" y="5254625"/>
          <p14:tracePt t="67452" x="4954588" y="5254625"/>
          <p14:tracePt t="67475" x="4916488" y="5254625"/>
          <p14:tracePt t="67494" x="4781550" y="5254625"/>
          <p14:tracePt t="67500" x="4776788" y="5254625"/>
          <p14:tracePt t="67509" x="4768850" y="5254625"/>
          <p14:tracePt t="67516" x="4764088" y="5249863"/>
          <p14:tracePt t="67524" x="4756150" y="5249863"/>
          <p14:tracePt t="67540" x="4751388" y="5249863"/>
          <p14:tracePt t="67802" x="4756150" y="5245100"/>
          <p14:tracePt t="67819" x="4760913" y="5245100"/>
          <p14:tracePt t="67826" x="4760913" y="5237163"/>
          <p14:tracePt t="67835" x="4768850" y="5237163"/>
          <p14:tracePt t="67867" x="4772025" y="5237163"/>
          <p14:tracePt t="67908" x="4781550" y="5237163"/>
          <p14:tracePt t="67922" x="4781550" y="5233988"/>
          <p14:tracePt t="67938" x="4792663" y="5233988"/>
          <p14:tracePt t="67946" x="4792663" y="5224463"/>
          <p14:tracePt t="67954" x="4797425" y="5224463"/>
          <p14:tracePt t="67963" x="4805363" y="5224463"/>
          <p14:tracePt t="67978" x="4810125" y="5221288"/>
          <p14:tracePt t="68120" x="4818063" y="5221288"/>
          <p14:tracePt t="68136" x="4822825" y="5221288"/>
          <p14:tracePt t="68264" x="4830763" y="5221288"/>
          <p14:tracePt t="68288" x="4833938" y="5221288"/>
          <p14:tracePt t="68296" x="4843463" y="5221288"/>
          <p14:tracePt t="68304" x="4846638" y="5221288"/>
          <p14:tracePt t="68313" x="4854575" y="5221288"/>
          <p14:tracePt t="68322" x="4859338" y="5221288"/>
          <p14:tracePt t="68345" x="4867275" y="5221288"/>
          <p14:tracePt t="68354" x="4867275" y="5213350"/>
          <p14:tracePt t="68370" x="4872038" y="5213350"/>
          <p14:tracePt t="68376" x="4879975" y="5213350"/>
          <p14:tracePt t="68392" x="4884738" y="5213350"/>
          <p14:tracePt t="68408" x="4892675" y="5213350"/>
          <p14:tracePt t="68424" x="4895850" y="5213350"/>
          <p14:tracePt t="68456" x="4895850" y="5208588"/>
          <p14:tracePt t="68526" x="4905375" y="5208588"/>
          <p14:tracePt t="70496" x="4900613" y="5208588"/>
          <p14:tracePt t="70550" x="4892675" y="5208588"/>
          <p14:tracePt t="70574" x="4892675" y="5213350"/>
          <p14:tracePt t="72824" x="4887913" y="5213350"/>
          <p14:tracePt t="72921" x="4887913" y="5183188"/>
          <p14:tracePt t="72929" x="4887913" y="5133975"/>
          <p14:tracePt t="72936" x="4887913" y="5097463"/>
          <p14:tracePt t="72944" x="4887913" y="5051425"/>
          <p14:tracePt t="72953" x="4887913" y="5002213"/>
          <p14:tracePt t="72960" x="4887913" y="4935538"/>
          <p14:tracePt t="72969" x="4887913" y="4886325"/>
          <p14:tracePt t="72976" x="4887913" y="4840288"/>
          <p14:tracePt t="72984" x="4879975" y="4791075"/>
          <p14:tracePt t="72994" x="4879975" y="4754563"/>
          <p14:tracePt t="73000" x="4879975" y="4716463"/>
          <p14:tracePt t="73009" x="4879975" y="4692650"/>
          <p14:tracePt t="73017" x="4879975" y="4675188"/>
          <p14:tracePt t="73026" x="4879975" y="4651375"/>
          <p14:tracePt t="73033" x="4879975" y="4630738"/>
          <p14:tracePt t="73042" x="4879975" y="4605338"/>
          <p14:tracePt t="73048" x="4884738" y="4579938"/>
          <p14:tracePt t="73057" x="4884738" y="4568825"/>
          <p14:tracePt t="73064" x="4892675" y="4551363"/>
          <p14:tracePt t="73072" x="4895850" y="4530725"/>
          <p14:tracePt t="73080" x="4895850" y="4518025"/>
          <p14:tracePt t="73088" x="4895850" y="4506913"/>
          <p14:tracePt t="73096" x="4905375" y="4494213"/>
          <p14:tracePt t="73104" x="4905375" y="4481513"/>
          <p14:tracePt t="73113" x="4905375" y="4468813"/>
          <p14:tracePt t="73120" x="4905375" y="4465638"/>
          <p14:tracePt t="73128" x="4905375" y="4456113"/>
          <p14:tracePt t="73137" x="4905375" y="4452938"/>
          <p14:tracePt t="73144" x="4905375" y="4445000"/>
          <p14:tracePt t="73160" x="4905375" y="4440238"/>
          <p14:tracePt t="73168" x="4905375" y="4432300"/>
          <p14:tracePt t="73176" x="4905375" y="4427538"/>
          <p14:tracePt t="73185" x="4905375" y="4419600"/>
          <p14:tracePt t="73192" x="4905375" y="4406900"/>
          <p14:tracePt t="73200" x="4908550" y="4403725"/>
          <p14:tracePt t="73208" x="4908550" y="4391025"/>
          <p14:tracePt t="73216" x="4908550" y="4383088"/>
          <p14:tracePt t="73224" x="4908550" y="4370388"/>
          <p14:tracePt t="73232" x="4916488" y="4352925"/>
          <p14:tracePt t="73242" x="4916488" y="4341813"/>
          <p14:tracePt t="73249" x="4916488" y="4332288"/>
          <p14:tracePt t="73256" x="4921250" y="4316413"/>
          <p14:tracePt t="73265" x="4921250" y="4303713"/>
          <p14:tracePt t="73272" x="4929188" y="4291013"/>
          <p14:tracePt t="73280" x="4929188" y="4279900"/>
          <p14:tracePt t="73288" x="4929188" y="4270375"/>
          <p14:tracePt t="73296" x="4929188" y="4267200"/>
          <p14:tracePt t="73305" x="4929188" y="4259263"/>
          <p14:tracePt t="73312" x="4929188" y="4246563"/>
          <p14:tracePt t="73321" x="4929188" y="4241800"/>
          <p14:tracePt t="73329" x="4929188" y="4233863"/>
          <p14:tracePt t="73337" x="4929188" y="4229100"/>
          <p14:tracePt t="73352" x="4929188" y="4221163"/>
          <p14:tracePt t="73560" x="4929188" y="4216400"/>
          <p14:tracePt t="73568" x="4926013" y="4216400"/>
          <p14:tracePt t="73592" x="4916488" y="4216400"/>
          <p14:tracePt t="73608" x="4913313" y="4208463"/>
          <p14:tracePt t="73625" x="4905375" y="4205288"/>
          <p14:tracePt t="73641" x="4900613" y="4205288"/>
          <p14:tracePt t="73656" x="4892675" y="4205288"/>
          <p14:tracePt t="73662" x="4892675" y="4195763"/>
          <p14:tracePt t="73686" x="4887913" y="4195763"/>
          <p14:tracePt t="73694" x="4887913" y="4192588"/>
          <p14:tracePt t="82245" x="4887913" y="4184650"/>
          <p14:tracePt t="83130" x="4916488" y="4195763"/>
          <p14:tracePt t="83138" x="4978400" y="4213225"/>
          <p14:tracePt t="83146" x="5045075" y="4238625"/>
          <p14:tracePt t="83155" x="5127625" y="4249738"/>
          <p14:tracePt t="83162" x="5205413" y="4262438"/>
          <p14:tracePt t="83171" x="5300663" y="4275138"/>
          <p14:tracePt t="83180" x="5380038" y="4283075"/>
          <p14:tracePt t="83186" x="5478463" y="4287838"/>
          <p14:tracePt t="83194" x="5553075" y="4295775"/>
          <p14:tracePt t="83203" x="5635625" y="4300538"/>
          <p14:tracePt t="83212" x="5710238" y="4308475"/>
          <p14:tracePt t="83218" x="5772150" y="4311650"/>
          <p14:tracePt t="83226" x="5834063" y="4311650"/>
          <p14:tracePt t="83235" x="5883275" y="4321175"/>
          <p14:tracePt t="83243" x="5919788" y="4321175"/>
          <p14:tracePt t="83251" x="5949950" y="4321175"/>
          <p14:tracePt t="83258" x="5986463" y="4321175"/>
          <p14:tracePt t="83267" x="6011863" y="4321175"/>
          <p14:tracePt t="83274" x="6035675" y="4321175"/>
          <p14:tracePt t="83282" x="6048375" y="4321175"/>
          <p14:tracePt t="83290" x="6061075" y="4316413"/>
          <p14:tracePt t="83298" x="6073775" y="4316413"/>
          <p14:tracePt t="83306" x="6084888" y="4308475"/>
          <p14:tracePt t="83315" x="6097588" y="4303713"/>
          <p14:tracePt t="83322" x="6110288" y="4291013"/>
          <p14:tracePt t="83330" x="6122988" y="4283075"/>
          <p14:tracePt t="83338" x="6143625" y="4270375"/>
          <p14:tracePt t="83346" x="6156325" y="4259263"/>
          <p14:tracePt t="83354" x="6167438" y="4254500"/>
          <p14:tracePt t="83362" x="6184900" y="4241800"/>
          <p14:tracePt t="83370" x="6192838" y="4233863"/>
          <p14:tracePt t="83378" x="6205538" y="4216400"/>
          <p14:tracePt t="83386" x="6218238" y="4205288"/>
          <p14:tracePt t="83395" x="6229350" y="4192588"/>
          <p14:tracePt t="83404" x="6242050" y="4171950"/>
          <p14:tracePt t="83410" x="6254750" y="4154488"/>
          <p14:tracePt t="83419" x="6267450" y="4133850"/>
          <p14:tracePt t="83426" x="6270625" y="4122738"/>
          <p14:tracePt t="83435" x="6283325" y="4105275"/>
          <p14:tracePt t="83443" x="6291263" y="4092575"/>
          <p14:tracePt t="83451" x="6296025" y="4071938"/>
          <p14:tracePt t="83458" x="6303963" y="4068763"/>
          <p14:tracePt t="83468" x="6303963" y="4060825"/>
          <p14:tracePt t="83474" x="6308725" y="4056063"/>
          <p14:tracePt t="83586" x="6308725" y="4060825"/>
          <p14:tracePt t="83594" x="6308725" y="4064000"/>
          <p14:tracePt t="83603" x="6308725" y="4076700"/>
          <p14:tracePt t="83610" x="6316663" y="4084638"/>
          <p14:tracePt t="83619" x="6316663" y="4097338"/>
          <p14:tracePt t="83627" x="6316663" y="4110038"/>
          <p14:tracePt t="83636" x="6321425" y="4113213"/>
          <p14:tracePt t="83642" x="6321425" y="4122738"/>
          <p14:tracePt t="83652" x="6329363" y="4125913"/>
          <p14:tracePt t="83658" x="6329363" y="4133850"/>
          <p14:tracePt t="83666" x="6329363" y="4138613"/>
          <p14:tracePt t="83674" x="6329363" y="4146550"/>
          <p14:tracePt t="83690" x="6329363" y="4151313"/>
          <p14:tracePt t="83698" x="6332538" y="4151313"/>
          <p14:tracePt t="83715" x="6332538" y="4159250"/>
          <p14:tracePt t="83912" x="6332538" y="4164013"/>
          <p14:tracePt t="83920" x="6329363" y="4171950"/>
          <p14:tracePt t="83928" x="6324600" y="4175125"/>
          <p14:tracePt t="83936" x="6316663" y="4184650"/>
          <p14:tracePt t="83992" x="6311900" y="4184650"/>
          <p14:tracePt t="84056" x="6316663" y="4171950"/>
          <p14:tracePt t="84064" x="6332538" y="4159250"/>
          <p14:tracePt t="84072" x="6342063" y="4143375"/>
          <p14:tracePt t="84080" x="6345238" y="4133850"/>
          <p14:tracePt t="84088" x="6353175" y="4122738"/>
          <p14:tracePt t="84096" x="6357938" y="4110038"/>
          <p14:tracePt t="84104" x="6365875" y="4097338"/>
          <p14:tracePt t="84112" x="6370638" y="4084638"/>
          <p14:tracePt t="84120" x="6378575" y="4081463"/>
          <p14:tracePt t="84128" x="6383338" y="4071938"/>
          <p14:tracePt t="84137" x="6383338" y="4068763"/>
          <p14:tracePt t="84145" x="6391275" y="4060825"/>
          <p14:tracePt t="84153" x="6391275" y="4056063"/>
          <p14:tracePt t="84160" x="6394450" y="4048125"/>
          <p14:tracePt t="84186" x="6403975" y="4030663"/>
          <p14:tracePt t="84193" x="6407150" y="4022725"/>
          <p14:tracePt t="84202" x="6407150" y="4010025"/>
          <p14:tracePt t="84208" x="6415088" y="4006850"/>
          <p14:tracePt t="84217" x="6419850" y="3998913"/>
          <p14:tracePt t="84225" x="6419850" y="3994150"/>
          <p14:tracePt t="84232" x="6427788" y="3981450"/>
          <p14:tracePt t="84241" x="6432550" y="3968750"/>
          <p14:tracePt t="84249" x="6440488" y="3960813"/>
          <p14:tracePt t="84256" x="6440488" y="3948113"/>
          <p14:tracePt t="84265" x="6445250" y="3932238"/>
          <p14:tracePt t="84272" x="6453188" y="3924300"/>
          <p14:tracePt t="84281" x="6453188" y="3911600"/>
          <p14:tracePt t="84288" x="6456363" y="3906838"/>
          <p14:tracePt t="84296" x="6456363" y="3898900"/>
          <p14:tracePt t="84304" x="6456363" y="3895725"/>
          <p14:tracePt t="84312" x="6469063" y="3886200"/>
          <p14:tracePt t="84320" x="6469063" y="3883025"/>
          <p14:tracePt t="84328" x="6469063" y="3875088"/>
          <p14:tracePt t="84337" x="6469063" y="3870325"/>
          <p14:tracePt t="84344" x="6477000" y="3862388"/>
          <p14:tracePt t="84353" x="6477000" y="3857625"/>
          <p14:tracePt t="84369" x="6481763" y="3844925"/>
          <p14:tracePt t="84376" x="6481763" y="3836988"/>
          <p14:tracePt t="84386" x="6481763" y="3833813"/>
          <p14:tracePt t="84393" x="6481763" y="3821113"/>
          <p14:tracePt t="84400" x="6489700" y="3813175"/>
          <p14:tracePt t="84417" x="6494463" y="3808413"/>
          <p14:tracePt t="84424" x="6494463" y="3800475"/>
          <p14:tracePt t="84440" x="6494463" y="3795713"/>
          <p14:tracePt t="84464" x="6494463" y="3787775"/>
          <p14:tracePt t="84624" x="6494463" y="3783013"/>
          <p14:tracePt t="84641" x="6494463" y="3775075"/>
          <p14:tracePt t="84649" x="6494463" y="3770313"/>
          <p14:tracePt t="84656" x="6494463" y="3762375"/>
          <p14:tracePt t="84664" x="6489700" y="3762375"/>
          <p14:tracePt t="84672" x="6489700" y="3749675"/>
          <p14:tracePt t="84681" x="6486525" y="3749675"/>
          <p14:tracePt t="84688" x="6486525" y="3738563"/>
          <p14:tracePt t="84696" x="6477000" y="3733800"/>
          <p14:tracePt t="84704" x="6477000" y="3725863"/>
          <p14:tracePt t="84720" x="6473825" y="3713163"/>
          <p14:tracePt t="84728" x="6473825" y="3708400"/>
          <p14:tracePt t="84737" x="6465888" y="3700463"/>
          <p14:tracePt t="84744" x="6465888" y="3697288"/>
          <p14:tracePt t="84753" x="6465888" y="3687763"/>
          <p14:tracePt t="84760" x="6465888" y="3684588"/>
          <p14:tracePt t="84769" x="6461125" y="3676650"/>
          <p14:tracePt t="84777" x="6461125" y="3671888"/>
          <p14:tracePt t="84786" x="6461125" y="3663950"/>
          <p14:tracePt t="85183" x="6453188" y="3663950"/>
          <p14:tracePt t="85200" x="6448425" y="3663950"/>
          <p14:tracePt t="85217" x="6440488" y="3663950"/>
          <p14:tracePt t="85224" x="6435725" y="3663950"/>
          <p14:tracePt t="85233" x="6427788" y="3663950"/>
          <p14:tracePt t="85240" x="6415088" y="3667125"/>
          <p14:tracePt t="85248" x="6411913" y="3676650"/>
          <p14:tracePt t="85256" x="6403975" y="3679825"/>
          <p14:tracePt t="85264" x="6391275" y="3679825"/>
          <p14:tracePt t="85272" x="6378575" y="3687763"/>
          <p14:tracePt t="85280" x="6373813" y="3692525"/>
          <p14:tracePt t="85288" x="6353175" y="3705225"/>
          <p14:tracePt t="85296" x="6342063" y="3705225"/>
          <p14:tracePt t="85306" x="6329363" y="3713163"/>
          <p14:tracePt t="85313" x="6316663" y="3717925"/>
          <p14:tracePt t="85321" x="6303963" y="3725863"/>
          <p14:tracePt t="85326" x="6291263" y="3725863"/>
          <p14:tracePt t="85337" x="6280150" y="3729038"/>
          <p14:tracePt t="85344" x="6262688" y="3738563"/>
          <p14:tracePt t="85353" x="6254750" y="3741738"/>
          <p14:tracePt t="85360" x="6242050" y="3749675"/>
          <p14:tracePt t="85366" x="6229350" y="3749675"/>
          <p14:tracePt t="85374" x="6226175" y="3754438"/>
          <p14:tracePt t="85383" x="6213475" y="3762375"/>
          <p14:tracePt t="85390" x="6205538" y="3762375"/>
          <p14:tracePt t="85400" x="6192838" y="3767138"/>
          <p14:tracePt t="85406" x="6180138" y="3775075"/>
          <p14:tracePt t="85414" x="6176963" y="3775075"/>
          <p14:tracePt t="85422" x="6164263" y="3775075"/>
          <p14:tracePt t="85430" x="6156325" y="3779838"/>
          <p14:tracePt t="85438" x="6151563" y="3779838"/>
          <p14:tracePt t="85447" x="6138863" y="3779838"/>
          <p14:tracePt t="85455" x="6126163" y="3787775"/>
          <p14:tracePt t="85462" x="6118225" y="3792538"/>
          <p14:tracePt t="85470" x="6105525" y="3792538"/>
          <p14:tracePt t="85478" x="6102350" y="3800475"/>
          <p14:tracePt t="85490" x="6081713" y="3803650"/>
          <p14:tracePt t="85494" x="6069013" y="3813175"/>
          <p14:tracePt t="85503" x="6056313" y="3816350"/>
          <p14:tracePt t="85511" x="6043613" y="3824288"/>
          <p14:tracePt t="85518" x="6027738" y="3836988"/>
          <p14:tracePt t="85526" x="6007100" y="3836988"/>
          <p14:tracePt t="85534" x="5981700" y="3849688"/>
          <p14:tracePt t="85542" x="5957888" y="3854450"/>
          <p14:tracePt t="85551" x="5929313" y="3875088"/>
          <p14:tracePt t="85558" x="5903913" y="3878263"/>
          <p14:tracePt t="85566" x="5878513" y="3890963"/>
          <p14:tracePt t="85574" x="5846763" y="3911600"/>
          <p14:tracePt t="85582" x="5821363" y="3916363"/>
          <p14:tracePt t="85590" x="5805488" y="3924300"/>
          <p14:tracePt t="85598" x="5784850" y="3937000"/>
          <p14:tracePt t="85606" x="5759450" y="3952875"/>
          <p14:tracePt t="85614" x="5743575" y="3952875"/>
          <p14:tracePt t="85622" x="5730875" y="3960813"/>
          <p14:tracePt t="85630" x="5710238" y="3965575"/>
          <p14:tracePt t="85639" x="5692775" y="3973513"/>
          <p14:tracePt t="85646" x="5672138" y="3978275"/>
          <p14:tracePt t="85655" x="5661025" y="3978275"/>
          <p14:tracePt t="85662" x="5643563" y="3978275"/>
          <p14:tracePt t="85670" x="5630863" y="3986213"/>
          <p14:tracePt t="85678" x="5618163" y="3989388"/>
          <p14:tracePt t="85687" x="5597525" y="3998913"/>
          <p14:tracePt t="85694" x="5594350" y="3998913"/>
          <p14:tracePt t="85704" x="5573713" y="4002088"/>
          <p14:tracePt t="85710" x="5561013" y="4010025"/>
          <p14:tracePt t="85719" x="5548313" y="4010025"/>
          <p14:tracePt t="85726" x="5545138" y="4010025"/>
          <p14:tracePt t="85735" x="5532438" y="4010025"/>
          <p14:tracePt t="85742" x="5519738" y="4014788"/>
          <p14:tracePt t="85750" x="5507038" y="4022725"/>
          <p14:tracePt t="85758" x="5499100" y="4022725"/>
          <p14:tracePt t="85766" x="5494338" y="4022725"/>
          <p14:tracePt t="85774" x="5483225" y="4022725"/>
          <p14:tracePt t="85783" x="5470525" y="4022725"/>
          <p14:tracePt t="85790" x="5457825" y="4022725"/>
          <p14:tracePt t="85799" x="5445125" y="4022725"/>
          <p14:tracePt t="85806" x="5424488" y="4022725"/>
          <p14:tracePt t="85816" x="5411788" y="4022725"/>
          <p14:tracePt t="85822" x="5395913" y="4022725"/>
          <p14:tracePt t="85830" x="5375275" y="4027488"/>
          <p14:tracePt t="85838" x="5359400" y="4035425"/>
          <p14:tracePt t="85847" x="5346700" y="4035425"/>
          <p14:tracePt t="85854" x="5326063" y="4035425"/>
          <p14:tracePt t="85862" x="5313363" y="4035425"/>
          <p14:tracePt t="85870" x="5300663" y="4035425"/>
          <p14:tracePt t="85878" x="5297488" y="4035425"/>
          <p14:tracePt t="85887" x="5284788" y="4035425"/>
          <p14:tracePt t="85894" x="5272088" y="4035425"/>
          <p14:tracePt t="85904" x="5259388" y="4035425"/>
          <p14:tracePt t="85911" x="5246688" y="4040188"/>
          <p14:tracePt t="85918" x="5238750" y="4040188"/>
          <p14:tracePt t="85926" x="5226050" y="4040188"/>
          <p14:tracePt t="85934" x="5222875" y="4040188"/>
          <p14:tracePt t="85942" x="5202238" y="4040188"/>
          <p14:tracePt t="85950" x="5197475" y="4040188"/>
          <p14:tracePt t="85958" x="5189538" y="4040188"/>
          <p14:tracePt t="85967" x="5184775" y="4040188"/>
          <p14:tracePt t="85975" x="5173663" y="4040188"/>
          <p14:tracePt t="85983" x="5164138" y="4040188"/>
          <p14:tracePt t="85992" x="5160963" y="4040188"/>
          <p14:tracePt t="85998" x="5153025" y="4040188"/>
          <p14:tracePt t="86006" x="5148263" y="4040188"/>
          <p14:tracePt t="86014" x="5140325" y="4040188"/>
          <p14:tracePt t="86022" x="5127625" y="4040188"/>
          <p14:tracePt t="86030" x="5122863" y="4040188"/>
          <p14:tracePt t="86038" x="5114925" y="4040188"/>
          <p14:tracePt t="86046" x="5111750" y="4040188"/>
          <p14:tracePt t="86055" x="5102225" y="4040188"/>
          <p14:tracePt t="86063" x="5091113" y="4040188"/>
          <p14:tracePt t="86070" x="5086350" y="4040188"/>
          <p14:tracePt t="86078" x="5073650" y="4048125"/>
          <p14:tracePt t="86087" x="5065713" y="4048125"/>
          <p14:tracePt t="86094" x="5053013" y="4048125"/>
          <p14:tracePt t="86104" x="5040313" y="4048125"/>
          <p14:tracePt t="86120" x="5024438" y="4051300"/>
          <p14:tracePt t="86126" x="5016500" y="4051300"/>
          <p14:tracePt t="86143" x="5011738" y="4051300"/>
          <p14:tracePt t="86151" x="5003800" y="4051300"/>
          <p14:tracePt t="86158" x="4999038" y="4051300"/>
          <p14:tracePt t="86167" x="4991100" y="4051300"/>
          <p14:tracePt t="86183" x="4987925" y="4051300"/>
          <p14:tracePt t="86190" x="4978400" y="4060825"/>
          <p14:tracePt t="86215" x="4975225" y="4064000"/>
          <p14:tracePt t="86222" x="4967288" y="4064000"/>
          <p14:tracePt t="86230" x="4967288" y="4071938"/>
          <p14:tracePt t="86238" x="4962525" y="4071938"/>
          <p14:tracePt t="86254" x="4954588" y="4071938"/>
          <p14:tracePt t="86270" x="4949825" y="4076700"/>
          <p14:tracePt t="86278" x="4941888" y="4076700"/>
          <p14:tracePt t="86287" x="4937125" y="4084638"/>
          <p14:tracePt t="86295" x="4929188" y="4089400"/>
          <p14:tracePt t="86303" x="4926013" y="4089400"/>
          <p14:tracePt t="86311" x="4916488" y="4097338"/>
          <p14:tracePt t="86318" x="4913313" y="4097338"/>
          <p14:tracePt t="86327" x="4913313" y="4102100"/>
          <p14:tracePt t="86334" x="4905375" y="4110038"/>
          <p14:tracePt t="86342" x="4900613" y="4110038"/>
          <p14:tracePt t="86359" x="4892675" y="4113213"/>
          <p14:tracePt t="86374" x="4887913" y="4122738"/>
          <p14:tracePt t="86391" x="4879975" y="4122738"/>
          <p14:tracePt t="86398" x="4879975" y="4125913"/>
          <p14:tracePt t="86406" x="4875213" y="4125913"/>
          <p14:tracePt t="86422" x="4875213" y="4133850"/>
          <p14:tracePt t="86431" x="4867275" y="4133850"/>
          <p14:tracePt t="86446" x="4864100" y="4138613"/>
          <p14:tracePt t="86462" x="4854575" y="4138613"/>
          <p14:tracePt t="86471" x="4854575" y="4146550"/>
          <p14:tracePt t="86487" x="4851400" y="4151313"/>
          <p14:tracePt t="86503" x="4843463" y="4159250"/>
          <p14:tracePt t="86518" x="4838700" y="4159250"/>
          <p14:tracePt t="86534" x="4838700" y="4164013"/>
          <p14:tracePt t="86551" x="4830763" y="4164013"/>
          <p14:tracePt t="87252" x="4826000" y="4171950"/>
          <p14:tracePt t="87268" x="4818063" y="4171950"/>
          <p14:tracePt t="87276" x="4813300" y="4175125"/>
          <p14:tracePt t="87293" x="4805363" y="4175125"/>
          <p14:tracePt t="87300" x="4805363" y="4184650"/>
          <p14:tracePt t="87660" x="4802188" y="4184650"/>
          <p14:tracePt t="87668" x="4792663" y="4187825"/>
          <p14:tracePt t="87676" x="4789488" y="4195763"/>
          <p14:tracePt t="87684" x="4781550" y="4200525"/>
          <p14:tracePt t="87692" x="4768850" y="4208463"/>
          <p14:tracePt t="87703" x="4756150" y="4213225"/>
          <p14:tracePt t="87708" x="4740275" y="4221163"/>
          <p14:tracePt t="87716" x="4727575" y="4225925"/>
          <p14:tracePt t="87724" x="4702175" y="4238625"/>
          <p14:tracePt t="87732" x="4689475" y="4249738"/>
          <p14:tracePt t="87740" x="4668838" y="4259263"/>
          <p14:tracePt t="87748" x="4657725" y="4262438"/>
          <p14:tracePt t="87757" x="4632325" y="4283075"/>
          <p14:tracePt t="87765" x="4616450" y="4295775"/>
          <p14:tracePt t="87773" x="4595813" y="4295775"/>
          <p14:tracePt t="87780" x="4578350" y="4300538"/>
          <p14:tracePt t="87789" x="4557713" y="4311650"/>
          <p14:tracePt t="87796" x="4545013" y="4321175"/>
          <p14:tracePt t="87805" x="4533900" y="4324350"/>
          <p14:tracePt t="87812" x="4508500" y="4332288"/>
          <p14:tracePt t="87820" x="4503738" y="4332288"/>
          <p14:tracePt t="87828" x="4492625" y="4337050"/>
          <p14:tracePt t="87837" x="4479925" y="4337050"/>
          <p14:tracePt t="87844" x="4471988" y="4337050"/>
          <p14:tracePt t="87852" x="4459288" y="4344988"/>
          <p14:tracePt t="87860" x="4454525" y="4349750"/>
          <p14:tracePt t="87868" x="4446588" y="4349750"/>
          <p14:tracePt t="87906" x="4433888" y="4357688"/>
          <p14:tracePt t="87925" x="4430713" y="4357688"/>
          <p14:tracePt t="87940" x="4421188" y="4362450"/>
          <p14:tracePt t="87957" x="4418013" y="4362450"/>
          <p14:tracePt t="87964" x="4418013" y="4370388"/>
          <p14:tracePt t="87972" x="4410075" y="4370388"/>
          <p14:tracePt t="87980" x="4405313" y="4370388"/>
          <p14:tracePt t="87989" x="4397375" y="4373563"/>
          <p14:tracePt t="88007" x="4392613" y="4383088"/>
          <p14:tracePt t="88012" x="4379913" y="4386263"/>
          <p14:tracePt t="88021" x="4371975" y="4386263"/>
          <p14:tracePt t="88028" x="4359275" y="4394200"/>
          <p14:tracePt t="88036" x="4346575" y="4406900"/>
          <p14:tracePt t="88044" x="4343400" y="4411663"/>
          <p14:tracePt t="88052" x="4322763" y="4424363"/>
          <p14:tracePt t="88060" x="4310063" y="4432300"/>
          <p14:tracePt t="88068" x="4294188" y="4445000"/>
          <p14:tracePt t="88076" x="4273550" y="4456113"/>
          <p14:tracePt t="88085" x="4256088" y="4468813"/>
          <p14:tracePt t="88092" x="4232275" y="4486275"/>
          <p14:tracePt t="88100" x="4206875" y="4497388"/>
          <p14:tracePt t="88108" x="4181475" y="4518025"/>
          <p14:tracePt t="88116" x="4160838" y="4530725"/>
          <p14:tracePt t="88124" x="4137025" y="4543425"/>
          <p14:tracePt t="88133" x="4111625" y="4548188"/>
          <p14:tracePt t="88140" x="4087813" y="4559300"/>
          <p14:tracePt t="88148" x="4075113" y="4568825"/>
          <p14:tracePt t="88156" x="4057650" y="4579938"/>
          <p14:tracePt t="88164" x="4046538" y="4579938"/>
          <p14:tracePt t="88173" x="4037013" y="4584700"/>
          <p14:tracePt t="88180" x="4025900" y="4592638"/>
          <p14:tracePt t="88190" x="4013200" y="4592638"/>
          <p14:tracePt t="88196" x="4000500" y="4597400"/>
          <p14:tracePt t="88206" x="3995738" y="4597400"/>
          <p14:tracePt t="88212" x="3995738" y="4605338"/>
          <p14:tracePt t="88220" x="3987800" y="4605338"/>
          <p14:tracePt t="88237" x="3984625" y="4605338"/>
          <p14:tracePt t="88260" x="3975100" y="4605338"/>
          <p14:tracePt t="88268" x="3975100" y="4610100"/>
          <p14:tracePt t="88276" x="3971925" y="4610100"/>
          <p14:tracePt t="88300" x="3963988" y="4610100"/>
          <p14:tracePt t="88306" x="3963988" y="4618038"/>
          <p14:tracePt t="88325" x="3959225" y="4618038"/>
          <p14:tracePt t="88348" x="3951288" y="4618038"/>
          <p14:tracePt t="88356" x="3951288" y="4621213"/>
          <p14:tracePt t="88362" x="3946525" y="4621213"/>
          <p14:tracePt t="88380" x="3938588" y="4621213"/>
          <p14:tracePt t="88390" x="3933825" y="4630738"/>
          <p14:tracePt t="88396" x="3925888" y="4630738"/>
          <p14:tracePt t="88405" x="3922713" y="4630738"/>
          <p14:tracePt t="88410" x="3913188" y="4633913"/>
          <p14:tracePt t="88420" x="3902075" y="4641850"/>
          <p14:tracePt t="88436" x="3897313" y="4641850"/>
          <p14:tracePt t="88444" x="3884613" y="4641850"/>
          <p14:tracePt t="88453" x="3876675" y="4646613"/>
          <p14:tracePt t="88460" x="3871913" y="4646613"/>
          <p14:tracePt t="88466" x="3863975" y="4646613"/>
          <p14:tracePt t="88476" x="3851275" y="4654550"/>
          <p14:tracePt t="88484" x="3848100" y="4654550"/>
          <p14:tracePt t="88492" x="3840163" y="4659313"/>
          <p14:tracePt t="88500" x="3835400" y="4659313"/>
          <p14:tracePt t="88507" x="3827463" y="4667250"/>
          <p14:tracePt t="88515" x="3822700" y="4672013"/>
          <p14:tracePt t="88525" x="3814763" y="4672013"/>
          <p14:tracePt t="88530" x="3810000" y="4672013"/>
          <p14:tracePt t="88540" x="3802063" y="4679950"/>
          <p14:tracePt t="88548" x="3798888" y="4679950"/>
          <p14:tracePt t="88562" x="3789363" y="4684713"/>
          <p14:tracePt t="88573" x="3786188" y="4684713"/>
          <p14:tracePt t="88579" x="3778250" y="4684713"/>
          <p14:tracePt t="88586" x="3773488" y="4692650"/>
          <p14:tracePt t="88594" x="3765550" y="4692650"/>
          <p14:tracePt t="88602" x="3752850" y="4692650"/>
          <p14:tracePt t="88612" x="3752850" y="4695825"/>
          <p14:tracePt t="88621" x="3748088" y="4695825"/>
          <p14:tracePt t="88628" x="3740150" y="4695825"/>
          <p14:tracePt t="88642" x="3736975" y="4705350"/>
          <p14:tracePt t="88917" x="3740150" y="4705350"/>
          <p14:tracePt t="88931" x="3744913" y="4700588"/>
          <p14:tracePt t="88939" x="3752850" y="4700588"/>
          <p14:tracePt t="88954" x="3757613" y="4692650"/>
          <p14:tracePt t="88971" x="3765550" y="4692650"/>
          <p14:tracePt t="88979" x="3765550" y="4687888"/>
          <p14:tracePt t="89130" x="3760788" y="4687888"/>
          <p14:tracePt t="89147" x="3752850" y="4687888"/>
          <p14:tracePt t="89155" x="3748088" y="4687888"/>
          <p14:tracePt t="89162" x="3748088" y="4692650"/>
          <p14:tracePt t="89170" x="3740150" y="4692650"/>
          <p14:tracePt t="89178" x="3736975" y="4692650"/>
          <p14:tracePt t="89194" x="3727450" y="4692650"/>
          <p14:tracePt t="89250" x="3724275" y="4692650"/>
          <p14:tracePt t="90058" x="3732213" y="4692650"/>
          <p14:tracePt t="90068" x="3740150" y="4687888"/>
          <p14:tracePt t="90074" x="3744913" y="4687888"/>
          <p14:tracePt t="90084" x="3757613" y="4679950"/>
          <p14:tracePt t="90091" x="3768725" y="4679950"/>
          <p14:tracePt t="90098" x="3781425" y="4667250"/>
          <p14:tracePt t="90108" x="3794125" y="4662488"/>
          <p14:tracePt t="90115" x="3802063" y="4654550"/>
          <p14:tracePt t="90120" x="3814763" y="4651375"/>
          <p14:tracePt t="90129" x="3827463" y="4641850"/>
          <p14:tracePt t="90139" x="3830638" y="4638675"/>
          <p14:tracePt t="90154" x="3840163" y="4638675"/>
          <p14:tracePt t="90162" x="3840163" y="4630738"/>
          <p14:tracePt t="90168" x="3843338" y="4630738"/>
          <p14:tracePt t="90186" x="3843338" y="4625975"/>
          <p14:tracePt t="90200" x="3851275" y="4625975"/>
          <p14:tracePt t="90224" x="3856038" y="4625975"/>
          <p14:tracePt t="90241" x="3863975" y="4618038"/>
          <p14:tracePt t="90250" x="3868738" y="4618038"/>
          <p14:tracePt t="90264" x="3876675" y="4613275"/>
          <p14:tracePt t="90280" x="3889375" y="4613275"/>
          <p14:tracePt t="90291" x="3889375" y="4605338"/>
          <p14:tracePt t="90296" x="3892550" y="4605338"/>
          <p14:tracePt t="90304" x="3902075" y="4600575"/>
          <p14:tracePt t="90312" x="3905250" y="4600575"/>
          <p14:tracePt t="90320" x="3913188" y="4592638"/>
          <p14:tracePt t="90328" x="3917950" y="4592638"/>
          <p14:tracePt t="90337" x="3930650" y="4589463"/>
          <p14:tracePt t="90344" x="3938588" y="4589463"/>
          <p14:tracePt t="90353" x="3943350" y="4576763"/>
          <p14:tracePt t="90360" x="3951288" y="4576763"/>
          <p14:tracePt t="90369" x="3954463" y="4576763"/>
          <p14:tracePt t="90376" x="3967163" y="4568825"/>
          <p14:tracePt t="90385" x="3975100" y="4568825"/>
          <p14:tracePt t="90393" x="3975100" y="4564063"/>
          <p14:tracePt t="90400" x="3979863" y="4564063"/>
          <p14:tracePt t="90408" x="3987800" y="4556125"/>
          <p14:tracePt t="90416" x="3992563" y="4556125"/>
          <p14:tracePt t="90425" x="4000500" y="4556125"/>
          <p14:tracePt t="90433" x="4000500" y="4551363"/>
          <p14:tracePt t="90441" x="4005263" y="4551363"/>
          <p14:tracePt t="90450" x="4013200" y="4551363"/>
          <p14:tracePt t="90458" x="4016375" y="4543425"/>
          <p14:tracePt t="90465" x="4025900" y="4543425"/>
          <p14:tracePt t="90472" x="4029075" y="4538663"/>
          <p14:tracePt t="90489" x="4037013" y="4530725"/>
          <p14:tracePt t="90496" x="4041775" y="4530725"/>
          <p14:tracePt t="90505" x="4049713" y="4527550"/>
          <p14:tracePt t="90512" x="4054475" y="4527550"/>
          <p14:tracePt t="90528" x="4062413" y="4518025"/>
          <p14:tracePt t="90537" x="4067175" y="4518025"/>
          <p14:tracePt t="90544" x="4078288" y="4514850"/>
          <p14:tracePt t="90552" x="4087813" y="4514850"/>
          <p14:tracePt t="90560" x="4090988" y="4506913"/>
          <p14:tracePt t="90568" x="4103688" y="4502150"/>
          <p14:tracePt t="90576" x="4111625" y="4502150"/>
          <p14:tracePt t="90584" x="4116388" y="4502150"/>
          <p14:tracePt t="90591" x="4129088" y="4489450"/>
          <p14:tracePt t="90600" x="4137025" y="4489450"/>
          <p14:tracePt t="90609" x="4149725" y="4481513"/>
          <p14:tracePt t="90617" x="4152900" y="4481513"/>
          <p14:tracePt t="90625" x="4173538" y="4476750"/>
          <p14:tracePt t="90633" x="4178300" y="4476750"/>
          <p14:tracePt t="90641" x="4186238" y="4468813"/>
          <p14:tracePt t="90649" x="4191000" y="4465638"/>
          <p14:tracePt t="90656" x="4198938" y="4465638"/>
          <p14:tracePt t="90664" x="4202113" y="4456113"/>
          <p14:tracePt t="90672" x="4214813" y="4456113"/>
          <p14:tracePt t="90680" x="4222750" y="4452938"/>
          <p14:tracePt t="90689" x="4227513" y="4452938"/>
          <p14:tracePt t="90696" x="4227513" y="4445000"/>
          <p14:tracePt t="90706" x="4235450" y="4445000"/>
          <p14:tracePt t="90712" x="4240213" y="4445000"/>
          <p14:tracePt t="90722" x="4248150" y="4440238"/>
          <p14:tracePt t="90728" x="4252913" y="4440238"/>
          <p14:tracePt t="90737" x="4264025" y="4432300"/>
          <p14:tracePt t="90744" x="4273550" y="4432300"/>
          <p14:tracePt t="90753" x="4276725" y="4427538"/>
          <p14:tracePt t="90760" x="4284663" y="4427538"/>
          <p14:tracePt t="90768" x="4289425" y="4419600"/>
          <p14:tracePt t="90776" x="4302125" y="4419600"/>
          <p14:tracePt t="90784" x="4310063" y="4414838"/>
          <p14:tracePt t="90793" x="4314825" y="4406900"/>
          <p14:tracePt t="90800" x="4325938" y="4406900"/>
          <p14:tracePt t="90809" x="4335463" y="4403725"/>
          <p14:tracePt t="90816" x="4338638" y="4403725"/>
          <p14:tracePt t="90825" x="4351338" y="4403725"/>
          <p14:tracePt t="90833" x="4359275" y="4394200"/>
          <p14:tracePt t="90842" x="4371975" y="4383088"/>
          <p14:tracePt t="90848" x="4389438" y="4383088"/>
          <p14:tracePt t="90856" x="4397375" y="4378325"/>
          <p14:tracePt t="90865" x="4410075" y="4370388"/>
          <p14:tracePt t="90873" x="4413250" y="4370388"/>
          <p14:tracePt t="90880" x="4425950" y="4365625"/>
          <p14:tracePt t="90889" x="4438650" y="4357688"/>
          <p14:tracePt t="90896" x="4451350" y="4352925"/>
          <p14:tracePt t="90905" x="4459288" y="4352925"/>
          <p14:tracePt t="90913" x="4471988" y="4352925"/>
          <p14:tracePt t="90921" x="4483100" y="4344988"/>
          <p14:tracePt t="90928" x="4495800" y="4332288"/>
          <p14:tracePt t="90937" x="4508500" y="4332288"/>
          <p14:tracePt t="90944" x="4521200" y="4329113"/>
          <p14:tracePt t="90952" x="4537075" y="4316413"/>
          <p14:tracePt t="90960" x="4557713" y="4308475"/>
          <p14:tracePt t="90968" x="4562475" y="4308475"/>
          <p14:tracePt t="90976" x="4583113" y="4303713"/>
          <p14:tracePt t="90985" x="4595813" y="4295775"/>
          <p14:tracePt t="90993" x="4606925" y="4295775"/>
          <p14:tracePt t="91000" x="4619625" y="4295775"/>
          <p14:tracePt t="91008" x="4624388" y="4291013"/>
          <p14:tracePt t="91017" x="4632325" y="4291013"/>
          <p14:tracePt t="91025" x="4637088" y="4291013"/>
          <p14:tracePt t="91033" x="4645025" y="4283075"/>
          <p14:tracePt t="91046" x="4657725" y="4283075"/>
          <p14:tracePt t="91064" x="4660900" y="4279900"/>
          <p14:tracePt t="91079" x="4668838" y="4279900"/>
          <p14:tracePt t="91112" x="4673600" y="4279900"/>
          <p14:tracePt t="91134" x="4681538" y="4279900"/>
          <p14:tracePt t="91247" x="4678363" y="4279900"/>
          <p14:tracePt t="91254" x="4657725" y="4283075"/>
          <p14:tracePt t="91263" x="4632325" y="4295775"/>
          <p14:tracePt t="91270" x="4603750" y="4308475"/>
          <p14:tracePt t="91278" x="4570413" y="4324350"/>
          <p14:tracePt t="91288" x="4533900" y="4344988"/>
          <p14:tracePt t="91294" x="4483100" y="4357688"/>
          <p14:tracePt t="91302" x="4433888" y="4373563"/>
          <p14:tracePt t="91310" x="4397375" y="4394200"/>
          <p14:tracePt t="91319" x="4359275" y="4398963"/>
          <p14:tracePt t="91326" x="4335463" y="4406900"/>
          <p14:tracePt t="91336" x="4310063" y="4419600"/>
          <p14:tracePt t="91342" x="4294188" y="4419600"/>
          <p14:tracePt t="91350" x="4281488" y="4424363"/>
          <p14:tracePt t="91360" x="4268788" y="4432300"/>
          <p14:tracePt t="91366" x="4260850" y="4432300"/>
          <p14:tracePt t="91390" x="4256088" y="4432300"/>
          <p14:tracePt t="91534" x="4260850" y="4432300"/>
          <p14:tracePt t="91542" x="4289425" y="4419600"/>
          <p14:tracePt t="91550" x="4335463" y="4403725"/>
          <p14:tracePt t="91559" x="4397375" y="4370388"/>
          <p14:tracePt t="91566" x="4462463" y="4341813"/>
          <p14:tracePt t="91576" x="4549775" y="4308475"/>
          <p14:tracePt t="91582" x="4632325" y="4283075"/>
          <p14:tracePt t="91590" x="4710113" y="4259263"/>
          <p14:tracePt t="91598" x="4784725" y="4246563"/>
          <p14:tracePt t="91609" x="4859338" y="4233863"/>
          <p14:tracePt t="91614" x="4921250" y="4229100"/>
          <p14:tracePt t="91623" x="4983163" y="4229100"/>
          <p14:tracePt t="91630" x="5019675" y="4221163"/>
          <p14:tracePt t="91639" x="5045075" y="4221163"/>
          <p14:tracePt t="91646" x="5065713" y="4221163"/>
          <p14:tracePt t="91655" x="5078413" y="4221163"/>
          <p14:tracePt t="91663" x="5081588" y="4221163"/>
          <p14:tracePt t="91678" x="5081588" y="4216400"/>
          <p14:tracePt t="91806" x="5078413" y="4216400"/>
          <p14:tracePt t="91822" x="5073650" y="4216400"/>
          <p14:tracePt t="91839" x="5065713" y="4216400"/>
          <p14:tracePt t="91855" x="5060950" y="4216400"/>
          <p14:tracePt t="91894" x="5053013" y="4216400"/>
          <p14:tracePt t="91902" x="5049838" y="4216400"/>
          <p14:tracePt t="91908" x="5040313" y="4208463"/>
          <p14:tracePt t="91917" x="5037138" y="4205288"/>
          <p14:tracePt t="91926" x="5029200" y="4192588"/>
          <p14:tracePt t="91935" x="5024438" y="4184650"/>
          <p14:tracePt t="91943" x="5016500" y="4171950"/>
          <p14:tracePt t="91950" x="5011738" y="4167188"/>
          <p14:tracePt t="91958" x="5003800" y="4159250"/>
          <p14:tracePt t="91964" x="5003800" y="4154488"/>
          <p14:tracePt t="91973" x="4999038" y="4146550"/>
          <p14:tracePt t="92068" x="4991100" y="4146550"/>
          <p14:tracePt t="92093" x="4987925" y="4146550"/>
          <p14:tracePt t="92109" x="4978400" y="4146550"/>
          <p14:tracePt t="92125" x="4975225" y="4146550"/>
          <p14:tracePt t="92134" x="4967288" y="4151313"/>
          <p14:tracePt t="92142" x="4954588" y="4159250"/>
          <p14:tracePt t="92150" x="4949825" y="4164013"/>
          <p14:tracePt t="92159" x="4941888" y="4164013"/>
          <p14:tracePt t="92164" x="4937125" y="4171950"/>
          <p14:tracePt t="92173" x="4929188" y="4171950"/>
          <p14:tracePt t="92180" x="4926013" y="4171950"/>
          <p14:tracePt t="92340" x="4916488" y="4171950"/>
          <p14:tracePt t="92517" x="4913313" y="4175125"/>
          <p14:tracePt t="92533" x="4905375" y="4175125"/>
          <p14:tracePt t="92869" x="4905375" y="4184650"/>
          <p14:tracePt t="92876" x="4887913" y="4195763"/>
          <p14:tracePt t="92882" x="4854575" y="4213225"/>
          <p14:tracePt t="92909" x="4681538" y="4332288"/>
          <p14:tracePt t="92916" x="4606925" y="4373563"/>
          <p14:tracePt t="92922" x="4508500" y="4411663"/>
          <p14:tracePt t="92932" x="4410075" y="4456113"/>
          <p14:tracePt t="92940" x="4305300" y="4494213"/>
          <p14:tracePt t="92948" x="4211638" y="4530725"/>
          <p14:tracePt t="92956" x="4124325" y="4548188"/>
          <p14:tracePt t="92962" x="4037013" y="4568825"/>
          <p14:tracePt t="92972" x="3971925" y="4592638"/>
          <p14:tracePt t="92980" x="3933825" y="4597400"/>
          <p14:tracePt t="92988" x="3902075" y="4610100"/>
          <p14:tracePt t="92996" x="3876675" y="4618038"/>
          <p14:tracePt t="93004" x="3871913" y="4621213"/>
          <p14:tracePt t="93012" x="3863975" y="4621213"/>
          <p14:tracePt t="93018" x="3860800" y="4630738"/>
          <p14:tracePt t="93202" x="3851275" y="4630738"/>
          <p14:tracePt t="93226" x="3848100" y="4630738"/>
          <p14:tracePt t="93234" x="3840163" y="4630738"/>
          <p14:tracePt t="93243" x="3835400" y="4630738"/>
          <p14:tracePt t="93250" x="3827463" y="4633913"/>
          <p14:tracePt t="93259" x="3810000" y="4641850"/>
          <p14:tracePt t="93266" x="3789363" y="4646613"/>
          <p14:tracePt t="93275" x="3773488" y="4654550"/>
          <p14:tracePt t="93282" x="3736975" y="4672013"/>
          <p14:tracePt t="93290" x="3711575" y="4684713"/>
          <p14:tracePt t="93299" x="3686175" y="4705350"/>
          <p14:tracePt t="93306" x="3665538" y="4716463"/>
          <p14:tracePt t="93314" x="3636963" y="4741863"/>
          <p14:tracePt t="93322" x="3613150" y="4757738"/>
          <p14:tracePt t="93330" x="3592513" y="4770438"/>
          <p14:tracePt t="93339" x="3562350" y="4795838"/>
          <p14:tracePt t="93346" x="3541713" y="4803775"/>
          <p14:tracePt t="93355" x="3530600" y="4816475"/>
          <p14:tracePt t="93363" x="3517900" y="4819650"/>
          <p14:tracePt t="93370" x="3517900" y="4829175"/>
          <p14:tracePt t="93379" x="3513138" y="4832350"/>
          <p14:tracePt t="93506" x="3513138" y="4829175"/>
          <p14:tracePt t="93515" x="3513138" y="4824413"/>
          <p14:tracePt t="93522" x="3513138" y="4816475"/>
          <p14:tracePt t="93530" x="3513138" y="4811713"/>
          <p14:tracePt t="93538" x="3513138" y="4803775"/>
          <p14:tracePt t="93554" x="3513138" y="4799013"/>
          <p14:tracePt t="93570" x="3517900" y="4799013"/>
          <p14:tracePt t="93674" x="3517900" y="4803775"/>
          <p14:tracePt t="93690" x="3517900" y="4808538"/>
          <p14:tracePt t="93698" x="3517900" y="4816475"/>
          <p14:tracePt t="93715" x="3517900" y="4819650"/>
          <p14:tracePt t="93818" x="3521075" y="4816475"/>
          <p14:tracePt t="93827" x="3530600" y="4811713"/>
          <p14:tracePt t="93843" x="3533775" y="4803775"/>
          <p14:tracePt t="93850" x="3533775" y="4799013"/>
          <p14:tracePt t="93866" x="3541713" y="4791075"/>
          <p14:tracePt t="93970" x="3541713" y="4795838"/>
          <p14:tracePt t="93978" x="3541713" y="4803775"/>
          <p14:tracePt t="93986" x="3541713" y="4808538"/>
          <p14:tracePt t="93994" x="3541713" y="4816475"/>
          <p14:tracePt t="94011" x="3541713" y="4819650"/>
          <p14:tracePt t="94123" x="3546475" y="4819650"/>
          <p14:tracePt t="94129" x="3546475" y="4816475"/>
          <p14:tracePt t="94138" x="3554413" y="4803775"/>
          <p14:tracePt t="94144" x="3559175" y="4799013"/>
          <p14:tracePt t="94152" x="3559175" y="4787900"/>
          <p14:tracePt t="94170" x="3559175" y="4778375"/>
          <p14:tracePt t="94256" x="3559175" y="4783138"/>
          <p14:tracePt t="94264" x="3559175" y="4795838"/>
          <p14:tracePt t="94272" x="3559175" y="4808538"/>
          <p14:tracePt t="94280" x="3559175" y="4816475"/>
          <p14:tracePt t="94288" x="3559175" y="4819650"/>
          <p14:tracePt t="94296" x="3559175" y="4829175"/>
          <p14:tracePt t="94312" x="3559175" y="4832350"/>
          <p14:tracePt t="94392" x="3559175" y="4829175"/>
          <p14:tracePt t="94400" x="3559175" y="4816475"/>
          <p14:tracePt t="94408" x="3567113" y="4803775"/>
          <p14:tracePt t="94416" x="3571875" y="4791075"/>
          <p14:tracePt t="94424" x="3571875" y="4787900"/>
          <p14:tracePt t="94432" x="3579813" y="4778375"/>
          <p14:tracePt t="94440" x="3579813" y="4775200"/>
          <p14:tracePt t="94536" x="3579813" y="4783138"/>
          <p14:tracePt t="94544" x="3579813" y="4795838"/>
          <p14:tracePt t="94552" x="3579813" y="4803775"/>
          <p14:tracePt t="94562" x="3579813" y="4808538"/>
          <p14:tracePt t="94568" x="3579813" y="4816475"/>
          <p14:tracePt t="94576" x="3579813" y="4819650"/>
          <p14:tracePt t="94664" x="3579813" y="4816475"/>
          <p14:tracePt t="94672" x="3582988" y="4803775"/>
          <p14:tracePt t="94680" x="3582988" y="4799013"/>
          <p14:tracePt t="94688" x="3592513" y="4778375"/>
          <p14:tracePt t="94696" x="3592513" y="4775200"/>
          <p14:tracePt t="94704" x="3592513" y="4767263"/>
          <p14:tracePt t="94720" x="3592513" y="4762500"/>
          <p14:tracePt t="94785" x="3592513" y="4767263"/>
          <p14:tracePt t="94793" x="3592513" y="4770438"/>
          <p14:tracePt t="94800" x="3592513" y="4783138"/>
          <p14:tracePt t="94807" x="3592513" y="4795838"/>
          <p14:tracePt t="94816" x="3592513" y="4808538"/>
          <p14:tracePt t="94825" x="3592513" y="4816475"/>
          <p14:tracePt t="94832" x="3592513" y="4819650"/>
          <p14:tracePt t="94921" x="3592513" y="4816475"/>
          <p14:tracePt t="94930" x="3592513" y="4811713"/>
          <p14:tracePt t="96654" x="3592513" y="4803775"/>
          <p14:tracePt t="96686" x="3592513" y="4799013"/>
          <p14:tracePt t="96711" x="3592513" y="4791075"/>
          <p14:tracePt t="96782" x="3592513" y="4787900"/>
          <p14:tracePt t="96807" x="3592513" y="4778375"/>
          <p14:tracePt t="96814" x="3592513" y="4775200"/>
          <p14:tracePt t="96830" x="3592513" y="4767263"/>
          <p14:tracePt t="96838" x="3592513" y="4762500"/>
          <p14:tracePt t="96848" x="3592513" y="4749800"/>
          <p14:tracePt t="96854" x="3592513" y="4741863"/>
          <p14:tracePt t="96862" x="3592513" y="4737100"/>
          <p14:tracePt t="96871" x="3592513" y="4725988"/>
          <p14:tracePt t="96884" x="3592513" y="4713288"/>
          <p14:tracePt t="96902" x="3592513" y="4705350"/>
          <p14:tracePt t="96942" x="3592513" y="4700588"/>
          <p14:tracePt t="97028" x="3592513" y="4692650"/>
          <p14:tracePt t="97046" x="3592513" y="4687888"/>
          <p14:tracePt t="97070" x="3592513" y="4679950"/>
          <p14:tracePt t="97086" x="3592513" y="4675188"/>
          <p14:tracePt t="97102" x="3592513" y="4667250"/>
          <p14:tracePt t="97135" x="3595688" y="4662488"/>
          <p14:tracePt t="97148" x="3595688" y="4654550"/>
          <p14:tracePt t="97175" x="3595688" y="4651375"/>
          <p14:tracePt t="97188" x="3595688" y="4641850"/>
          <p14:tracePt t="97213" x="3595688" y="4638675"/>
          <p14:tracePt t="97231" x="3595688" y="4630738"/>
          <p14:tracePt t="97244" x="3595688" y="4625975"/>
          <p14:tracePt t="97260" x="3603625" y="4618038"/>
          <p14:tracePt t="97268" x="3603625" y="4613275"/>
          <p14:tracePt t="97276" x="3603625" y="4605338"/>
          <p14:tracePt t="97300" x="3603625" y="4600575"/>
          <p14:tracePt t="97380" x="3603625" y="4592638"/>
          <p14:tracePt t="97397" x="3608388" y="4592638"/>
          <p14:tracePt t="97413" x="3608388" y="4589463"/>
          <p14:tracePt t="97460" x="3608388" y="4579938"/>
          <p14:tracePt t="97540" x="3608388" y="4576763"/>
          <p14:tracePt t="97581" x="3608388" y="4568825"/>
          <p14:tracePt t="97989" x="3616325" y="4568825"/>
          <p14:tracePt t="98004" x="3616325" y="4564063"/>
          <p14:tracePt t="98013" x="3621088" y="4564063"/>
          <p14:tracePt t="98028" x="3629025" y="4564063"/>
          <p14:tracePt t="98037" x="3633788" y="4556125"/>
          <p14:tracePt t="98052" x="3641725" y="4551363"/>
          <p14:tracePt t="98061" x="3654425" y="4551363"/>
          <p14:tracePt t="98068" x="3657600" y="4543425"/>
          <p14:tracePt t="98077" x="3665538" y="4543425"/>
          <p14:tracePt t="98084" x="3678238" y="4543425"/>
          <p14:tracePt t="98092" x="3683000" y="4538663"/>
          <p14:tracePt t="98100" x="3695700" y="4538663"/>
          <p14:tracePt t="98108" x="3703638" y="4538663"/>
          <p14:tracePt t="98115" x="3706813" y="4538663"/>
          <p14:tracePt t="98125" x="3706813" y="4530725"/>
          <p14:tracePt t="98132" x="3716338" y="4530725"/>
          <p14:tracePt t="98141" x="3719513" y="4530725"/>
          <p14:tracePt t="98156" x="3727450" y="4530725"/>
          <p14:tracePt t="98173" x="3732213" y="4530725"/>
          <p14:tracePt t="98197" x="3740150" y="4530725"/>
          <p14:tracePt t="98229" x="3744913" y="4530725"/>
          <p14:tracePt t="98253" x="3752850" y="4530725"/>
          <p14:tracePt t="98260" x="3752850" y="4527550"/>
          <p14:tracePt t="98284" x="3757613" y="4527550"/>
          <p14:tracePt t="98309" x="3765550" y="4527550"/>
          <p14:tracePt t="98325" x="3768725" y="4527550"/>
          <p14:tracePt t="98333" x="3778250" y="4518025"/>
          <p14:tracePt t="98349" x="3781425" y="4518025"/>
          <p14:tracePt t="98358" x="3789363" y="4514850"/>
          <p14:tracePt t="98366" x="3794125" y="4514850"/>
          <p14:tracePt t="98381" x="3802063" y="4506913"/>
          <p14:tracePt t="98396" x="3814763" y="4506913"/>
          <p14:tracePt t="98412" x="3819525" y="4502150"/>
          <p14:tracePt t="98420" x="3827463" y="4494213"/>
          <p14:tracePt t="98428" x="3830638" y="4494213"/>
          <p14:tracePt t="98436" x="3840163" y="4494213"/>
          <p14:tracePt t="98444" x="3843338" y="4489450"/>
          <p14:tracePt t="98453" x="3856038" y="4489450"/>
          <p14:tracePt t="98459" x="3863975" y="4481513"/>
          <p14:tracePt t="98467" x="3868738" y="4481513"/>
          <p14:tracePt t="98476" x="3876675" y="4476750"/>
          <p14:tracePt t="98484" x="3889375" y="4468813"/>
          <p14:tracePt t="98492" x="3892550" y="4468813"/>
          <p14:tracePt t="98501" x="3902075" y="4468813"/>
          <p14:tracePt t="98506" x="3913188" y="4468813"/>
          <p14:tracePt t="98516" x="3917950" y="4468813"/>
          <p14:tracePt t="98525" x="3930650" y="4468813"/>
          <p14:tracePt t="98533" x="3938588" y="4465638"/>
          <p14:tracePt t="98540" x="3951288" y="4465638"/>
          <p14:tracePt t="98547" x="3954463" y="4465638"/>
          <p14:tracePt t="98554" x="3963988" y="4456113"/>
          <p14:tracePt t="98562" x="3967163" y="4456113"/>
          <p14:tracePt t="98572" x="3975100" y="4452938"/>
          <p14:tracePt t="98579" x="3987800" y="4445000"/>
          <p14:tracePt t="98589" x="3992563" y="4445000"/>
          <p14:tracePt t="98594" x="4005263" y="4440238"/>
          <p14:tracePt t="98605" x="4013200" y="4440238"/>
          <p14:tracePt t="98612" x="4025900" y="4432300"/>
          <p14:tracePt t="98618" x="4029075" y="4432300"/>
          <p14:tracePt t="98628" x="4037013" y="4427538"/>
          <p14:tracePt t="98636" x="4041775" y="4427538"/>
          <p14:tracePt t="98643" x="4049713" y="4419600"/>
          <p14:tracePt t="98652" x="4054475" y="4419600"/>
          <p14:tracePt t="98662" x="4062413" y="4414838"/>
          <p14:tracePt t="98667" x="4075113" y="4414838"/>
          <p14:tracePt t="98674" x="4078288" y="4406900"/>
          <p14:tracePt t="98681" x="4087813" y="4403725"/>
          <p14:tracePt t="98692" x="4098925" y="4403725"/>
          <p14:tracePt t="98700" x="4111625" y="4394200"/>
          <p14:tracePt t="98709" x="4116388" y="4391025"/>
          <p14:tracePt t="98716" x="4124325" y="4391025"/>
          <p14:tracePt t="98722" x="4137025" y="4383088"/>
          <p14:tracePt t="98732" x="4140200" y="4383088"/>
          <p14:tracePt t="98740" x="4149725" y="4378325"/>
          <p14:tracePt t="98746" x="4152900" y="4378325"/>
          <p14:tracePt t="98755" x="4165600" y="4370388"/>
          <p14:tracePt t="98763" x="4173538" y="4370388"/>
          <p14:tracePt t="98773" x="4178300" y="4370388"/>
          <p14:tracePt t="98778" x="4186238" y="4357688"/>
          <p14:tracePt t="98786" x="4198938" y="4352925"/>
          <p14:tracePt t="98802" x="4211638" y="4352925"/>
          <p14:tracePt t="98820" x="4214813" y="4344988"/>
          <p14:tracePt t="98828" x="4222750" y="4344988"/>
          <p14:tracePt t="98835" x="4235450" y="4344988"/>
          <p14:tracePt t="98842" x="4240213" y="4344988"/>
          <p14:tracePt t="98852" x="4248150" y="4341813"/>
          <p14:tracePt t="98860" x="4252913" y="4341813"/>
          <p14:tracePt t="98868" x="4260850" y="4341813"/>
          <p14:tracePt t="98876" x="4273550" y="4329113"/>
          <p14:tracePt t="98882" x="4289425" y="4329113"/>
          <p14:tracePt t="98900" x="4302125" y="4321175"/>
          <p14:tracePt t="98906" x="4351338" y="4308475"/>
          <p14:tracePt t="98918" x="4371975" y="4308475"/>
          <p14:tracePt t="98923" x="4397375" y="4295775"/>
          <p14:tracePt t="98933" x="4410075" y="4295775"/>
          <p14:tracePt t="98940" x="4425950" y="4291013"/>
          <p14:tracePt t="98950" x="4446588" y="4291013"/>
          <p14:tracePt t="98962" x="4471988" y="4291013"/>
          <p14:tracePt t="98970" x="4475163" y="4283075"/>
          <p14:tracePt t="98980" x="4483100" y="4283075"/>
          <p14:tracePt t="98987" x="4487863" y="4283075"/>
          <p14:tracePt t="98994" x="4495800" y="4279900"/>
          <p14:tracePt t="99004" x="4500563" y="4270375"/>
          <p14:tracePt t="99034" x="4508500" y="4270375"/>
          <p14:tracePt t="99058" x="4513263" y="4270375"/>
          <p14:tracePt t="99068" x="4521200" y="4270375"/>
          <p14:tracePt t="99074" x="4521200" y="4267200"/>
          <p14:tracePt t="99083" x="4524375" y="4267200"/>
          <p14:tracePt t="99090" x="4533900" y="4267200"/>
          <p14:tracePt t="99099" x="4537075" y="4267200"/>
          <p14:tracePt t="99114" x="4545013" y="4259263"/>
          <p14:tracePt t="99122" x="4549775" y="4259263"/>
          <p14:tracePt t="99133" x="4557713" y="4259263"/>
          <p14:tracePt t="99138" x="4570413" y="4259263"/>
          <p14:tracePt t="99150" x="4583113" y="4259263"/>
          <p14:tracePt t="99162" x="4606925" y="4259263"/>
          <p14:tracePt t="99171" x="4619625" y="4259263"/>
          <p14:tracePt t="99183" x="4624388" y="4259263"/>
          <p14:tracePt t="99194" x="4648200" y="4259263"/>
          <p14:tracePt t="99202" x="4657725" y="4254500"/>
          <p14:tracePt t="99210" x="4660900" y="4254500"/>
          <p14:tracePt t="99218" x="4668838" y="4254500"/>
          <p14:tracePt t="99227" x="4673600" y="4254500"/>
          <p14:tracePt t="99251" x="4681538" y="4254500"/>
          <p14:tracePt t="99284" x="4686300" y="4254500"/>
          <p14:tracePt t="99306" x="4694238" y="4254500"/>
          <p14:tracePt t="99331" x="4699000" y="4254500"/>
          <p14:tracePt t="99356" x="4706938" y="4254500"/>
          <p14:tracePt t="99386" x="4710113" y="4254500"/>
          <p14:tracePt t="99410" x="4719638" y="4254500"/>
          <p14:tracePt t="99420" x="4719638" y="4246563"/>
          <p14:tracePt t="99426" x="4722813" y="4246563"/>
          <p14:tracePt t="99450" x="4730750" y="4246563"/>
          <p14:tracePt t="99477" x="4735513" y="4246563"/>
          <p14:tracePt t="99490" x="4743450" y="4241800"/>
          <p14:tracePt t="99514" x="4748213" y="4241800"/>
          <p14:tracePt t="99554" x="4748213" y="4233863"/>
          <p14:tracePt t="99570" x="4756150" y="4233863"/>
          <p14:tracePt t="99683" x="4760913" y="4233863"/>
          <p14:tracePt t="99714" x="4768850" y="4229100"/>
          <p14:tracePt t="99730" x="4772025" y="4229100"/>
          <p14:tracePt t="99746" x="4781550" y="4229100"/>
          <p14:tracePt t="99756" x="4781550" y="4221163"/>
          <p14:tracePt t="99763" x="4784725" y="4221163"/>
          <p14:tracePt t="99787" x="4792663" y="4221163"/>
          <p14:tracePt t="99834" x="4792663" y="4216400"/>
          <p14:tracePt t="100648" x="4789488" y="4216400"/>
          <p14:tracePt t="103794" x="4797425" y="4216400"/>
          <p14:tracePt t="103803" x="4805363" y="4216400"/>
          <p14:tracePt t="103811" x="4810125" y="4216400"/>
          <p14:tracePt t="103820" x="4822825" y="4216400"/>
          <p14:tracePt t="103826" x="4843463" y="4208463"/>
          <p14:tracePt t="103834" x="4854575" y="4208463"/>
          <p14:tracePt t="103842" x="4872038" y="4208463"/>
          <p14:tracePt t="103850" x="4892675" y="4208463"/>
          <p14:tracePt t="103858" x="4916488" y="4205288"/>
          <p14:tracePt t="103867" x="4941888" y="4195763"/>
          <p14:tracePt t="103874" x="4970463" y="4192588"/>
          <p14:tracePt t="103891" x="5032375" y="4171950"/>
          <p14:tracePt t="103898" x="5065713" y="4167188"/>
          <p14:tracePt t="103907" x="5106988" y="4159250"/>
          <p14:tracePt t="103916" x="5140325" y="4154488"/>
          <p14:tracePt t="103924" x="5164138" y="4143375"/>
          <p14:tracePt t="103930" x="5189538" y="4133850"/>
          <p14:tracePt t="103938" x="5214938" y="4133850"/>
          <p14:tracePt t="103946" x="5238750" y="4130675"/>
          <p14:tracePt t="103954" x="5251450" y="4122738"/>
          <p14:tracePt t="103962" x="5267325" y="4117975"/>
          <p14:tracePt t="103971" x="5280025" y="4117975"/>
          <p14:tracePt t="103979" x="5292725" y="4110038"/>
          <p14:tracePt t="103987" x="5305425" y="4110038"/>
          <p14:tracePt t="103993" x="5313363" y="4097338"/>
          <p14:tracePt t="104002" x="5318125" y="4097338"/>
          <p14:tracePt t="104020" x="5326063" y="4092575"/>
          <p14:tracePt t="104130" x="5329238" y="4092575"/>
          <p14:tracePt t="104138" x="5341938" y="4092575"/>
          <p14:tracePt t="104146" x="5349875" y="4084638"/>
          <p14:tracePt t="104155" x="5362575" y="4084638"/>
          <p14:tracePt t="104162" x="5375275" y="4081463"/>
          <p14:tracePt t="104171" x="5387975" y="4071938"/>
          <p14:tracePt t="104179" x="5400675" y="4071938"/>
          <p14:tracePt t="104188" x="5416550" y="4068763"/>
          <p14:tracePt t="104194" x="5437188" y="4060825"/>
          <p14:tracePt t="104204" x="5462588" y="4056063"/>
          <p14:tracePt t="104210" x="5478463" y="4048125"/>
          <p14:tracePt t="104218" x="5511800" y="4043363"/>
          <p14:tracePt t="104226" x="5540375" y="4030663"/>
          <p14:tracePt t="104235" x="5576888" y="4019550"/>
          <p14:tracePt t="104243" x="5602288" y="4010025"/>
          <p14:tracePt t="104250" x="5635625" y="3998913"/>
          <p14:tracePt t="104258" x="5664200" y="3994150"/>
          <p14:tracePt t="104266" x="5689600" y="3981450"/>
          <p14:tracePt t="104274" x="5722938" y="3968750"/>
          <p14:tracePt t="104282" x="5746750" y="3960813"/>
          <p14:tracePt t="104290" x="5772150" y="3957638"/>
          <p14:tracePt t="104298" x="5795963" y="3948113"/>
          <p14:tracePt t="104306" x="5813425" y="3937000"/>
          <p14:tracePt t="104314" x="5834063" y="3932238"/>
          <p14:tracePt t="104323" x="5849938" y="3932238"/>
          <p14:tracePt t="104331" x="5862638" y="3919538"/>
          <p14:tracePt t="104338" x="5883275" y="3911600"/>
          <p14:tracePt t="104346" x="5888038" y="3911600"/>
          <p14:tracePt t="104355" x="5899150" y="3906838"/>
          <p14:tracePt t="104362" x="5911850" y="3906838"/>
          <p14:tracePt t="104369" x="5924550" y="3906838"/>
          <p14:tracePt t="104378" x="5937250" y="3898900"/>
          <p14:tracePt t="104384" x="5945188" y="3895725"/>
          <p14:tracePt t="104393" x="5957888" y="3895725"/>
          <p14:tracePt t="104402" x="5961063" y="3895725"/>
          <p14:tracePt t="104408" x="5970588" y="3886200"/>
          <p14:tracePt t="104416" x="5973763" y="3886200"/>
          <p14:tracePt t="104424" x="5986463" y="3886200"/>
          <p14:tracePt t="104434" x="5994400" y="3886200"/>
          <p14:tracePt t="104440" x="6007100" y="3886200"/>
          <p14:tracePt t="104448" x="6011863" y="3886200"/>
          <p14:tracePt t="104456" x="6032500" y="3883025"/>
          <p14:tracePt t="104464" x="6043613" y="3875088"/>
          <p14:tracePt t="104473" x="6056313" y="3875088"/>
          <p14:tracePt t="104482" x="6073775" y="3875088"/>
          <p14:tracePt t="104489" x="6084888" y="3870325"/>
          <p14:tracePt t="104496" x="6105525" y="3862388"/>
          <p14:tracePt t="104504" x="6122988" y="3857625"/>
          <p14:tracePt t="104512" x="6143625" y="3857625"/>
          <p14:tracePt t="104520" x="6159500" y="3849688"/>
          <p14:tracePt t="104529" x="6180138" y="3836988"/>
          <p14:tracePt t="104538" x="6197600" y="3836988"/>
          <p14:tracePt t="104544" x="6208713" y="3833813"/>
          <p14:tracePt t="104552" x="6221413" y="3833813"/>
          <p14:tracePt t="104560" x="6242050" y="3824288"/>
          <p14:tracePt t="104568" x="6254750" y="3824288"/>
          <p14:tracePt t="104576" x="6267450" y="3821113"/>
          <p14:tracePt t="104584" x="6291263" y="3808413"/>
          <p14:tracePt t="104592" x="6296025" y="3800475"/>
          <p14:tracePt t="104600" x="6316663" y="3800475"/>
          <p14:tracePt t="104608" x="6329363" y="3795713"/>
          <p14:tracePt t="104616" x="6345238" y="3787775"/>
          <p14:tracePt t="104624" x="6365875" y="3783013"/>
          <p14:tracePt t="104632" x="6378575" y="3775075"/>
          <p14:tracePt t="104641" x="6391275" y="3775075"/>
          <p14:tracePt t="104649" x="6407150" y="3770313"/>
          <p14:tracePt t="104656" x="6419850" y="3762375"/>
          <p14:tracePt t="104664" x="6440488" y="3762375"/>
          <p14:tracePt t="104672" x="6456363" y="3762375"/>
          <p14:tracePt t="104680" x="6465888" y="3759200"/>
          <p14:tracePt t="104687" x="6477000" y="3759200"/>
          <p14:tracePt t="104696" x="6489700" y="3749675"/>
          <p14:tracePt t="104705" x="6502400" y="3746500"/>
          <p14:tracePt t="104713" x="6507163" y="3746500"/>
          <p14:tracePt t="104721" x="6515100" y="3738563"/>
          <p14:tracePt t="104728" x="6518275" y="3738563"/>
          <p14:tracePt t="104745" x="6527800" y="3738563"/>
          <p14:tracePt t="104753" x="6530975" y="3733800"/>
          <p14:tracePt t="104760" x="6538913" y="3733800"/>
          <p14:tracePt t="104768" x="6543675" y="3725863"/>
          <p14:tracePt t="104776" x="6551613" y="3725863"/>
          <p14:tracePt t="104784" x="6556375" y="3725863"/>
          <p14:tracePt t="104792" x="6569075" y="3725863"/>
          <p14:tracePt t="104801" x="6577013" y="3721100"/>
          <p14:tracePt t="104808" x="6580188" y="3721100"/>
          <p14:tracePt t="104816" x="6589713" y="3721100"/>
          <p14:tracePt t="104824" x="6592888" y="3721100"/>
          <p14:tracePt t="104832" x="6600825" y="3713163"/>
          <p14:tracePt t="104840" x="6605588" y="3713163"/>
          <p14:tracePt t="104848" x="6618288" y="3708400"/>
          <p14:tracePt t="104856" x="6626225" y="3700463"/>
          <p14:tracePt t="104864" x="6630988" y="3700463"/>
          <p14:tracePt t="104873" x="6642100" y="3697288"/>
          <p14:tracePt t="104881" x="6651625" y="3697288"/>
          <p14:tracePt t="104889" x="6662738" y="3687763"/>
          <p14:tracePt t="104896" x="6667500" y="3687763"/>
          <p14:tracePt t="104906" x="6680200" y="3687763"/>
          <p14:tracePt t="104914" x="6688138" y="3684588"/>
          <p14:tracePt t="104922" x="6692900" y="3676650"/>
          <p14:tracePt t="104928" x="6704013" y="3676650"/>
          <p14:tracePt t="104938" x="6713538" y="3676650"/>
          <p14:tracePt t="104956" x="6724650" y="3676650"/>
          <p14:tracePt t="104960" x="6729413" y="3671888"/>
          <p14:tracePt t="104976" x="6737350" y="3671888"/>
          <p14:tracePt t="104992" x="6742113" y="3671888"/>
          <p14:tracePt t="105000" x="6750050" y="3671888"/>
          <p14:tracePt t="105016" x="6754813" y="3663950"/>
          <p14:tracePt t="105024" x="6762750" y="3663950"/>
          <p14:tracePt t="105032" x="6775450" y="3659188"/>
          <p14:tracePt t="105040" x="6778625" y="3659188"/>
          <p14:tracePt t="105049" x="6786563" y="3659188"/>
          <p14:tracePt t="105056" x="6791325" y="3651250"/>
          <p14:tracePt t="105072" x="6799263" y="3651250"/>
          <p14:tracePt t="105080" x="6804025" y="3651250"/>
          <p14:tracePt t="105096" x="6811963" y="3651250"/>
          <p14:tracePt t="105105" x="6816725" y="3646488"/>
          <p14:tracePt t="105122" x="6824663" y="3646488"/>
          <p14:tracePt t="105127" x="6827838" y="3638550"/>
          <p14:tracePt t="105137" x="6840538" y="3635375"/>
          <p14:tracePt t="105144" x="6853238" y="3635375"/>
          <p14:tracePt t="105153" x="6853238" y="3625850"/>
          <p14:tracePt t="105160" x="6861175" y="3625850"/>
          <p14:tracePt t="105168" x="6873875" y="3622675"/>
          <p14:tracePt t="105176" x="6878638" y="3622675"/>
          <p14:tracePt t="105184" x="6886575" y="3622675"/>
          <p14:tracePt t="105192" x="6891338" y="3622675"/>
          <p14:tracePt t="105200" x="6902450" y="3622675"/>
          <p14:tracePt t="105208" x="6911975" y="3622675"/>
          <p14:tracePt t="105217" x="6915150" y="3622675"/>
          <p14:tracePt t="105224" x="6923088" y="3614738"/>
          <p14:tracePt t="105232" x="6927850" y="3614738"/>
          <p14:tracePt t="105240" x="6927850" y="3609975"/>
          <p14:tracePt t="105248" x="6935788" y="3609975"/>
          <p14:tracePt t="105272" x="6940550" y="3609975"/>
          <p14:tracePt t="105313" x="6948488" y="3609975"/>
          <p14:tracePt t="105440" x="6943725" y="3609975"/>
          <p14:tracePt t="105448" x="6932613" y="3609975"/>
          <p14:tracePt t="105456" x="6911975" y="3614738"/>
          <p14:tracePt t="105465" x="6894513" y="3617913"/>
          <p14:tracePt t="105473" x="6861175" y="3625850"/>
          <p14:tracePt t="105480" x="6837363" y="3625850"/>
          <p14:tracePt t="105489" x="6807200" y="3625850"/>
          <p14:tracePt t="105496" x="6783388" y="3638550"/>
          <p14:tracePt t="105506" x="6745288" y="3643313"/>
          <p14:tracePt t="105510" x="6708775" y="3651250"/>
          <p14:tracePt t="105519" x="6696075" y="3651250"/>
          <p14:tracePt t="105528" x="6683375" y="3651250"/>
          <p14:tracePt t="105552" x="6675438" y="3651250"/>
          <p14:tracePt t="106286" x="6675438" y="3646488"/>
          <p14:tracePt t="106294" x="6672263" y="3638550"/>
          <p14:tracePt t="106303" x="6672263" y="3635375"/>
          <p14:tracePt t="106311" x="6662738" y="3625850"/>
          <p14:tracePt t="106319" x="6662738" y="3614738"/>
          <p14:tracePt t="106326" x="6659563" y="3609975"/>
          <p14:tracePt t="106335" x="6659563" y="3597275"/>
          <p14:tracePt t="106342" x="6651625" y="3597275"/>
          <p14:tracePt t="106351" x="6651625" y="3589338"/>
          <p14:tracePt t="106358" x="6646863" y="3584575"/>
          <p14:tracePt t="106366" x="6646863" y="3576638"/>
          <p14:tracePt t="106375" x="6638925" y="3576638"/>
          <p14:tracePt t="106382" x="6638925" y="3573463"/>
          <p14:tracePt t="106390" x="6638925" y="3563938"/>
          <p14:tracePt t="106398" x="6634163" y="3552825"/>
          <p14:tracePt t="106414" x="6634163" y="3540125"/>
          <p14:tracePt t="106421" x="6634163" y="3527425"/>
          <p14:tracePt t="106428" x="6626225" y="3522663"/>
          <p14:tracePt t="106440" x="6626225" y="3514725"/>
          <p14:tracePt t="106444" x="6626225" y="3511550"/>
          <p14:tracePt t="106452" x="6626225" y="3498850"/>
          <p14:tracePt t="106461" x="6626225" y="3486150"/>
          <p14:tracePt t="106468" x="6621463" y="3478213"/>
          <p14:tracePt t="106478" x="6621463" y="3465513"/>
          <p14:tracePt t="106485" x="6613525" y="3460750"/>
          <p14:tracePt t="106492" x="6613525" y="3452813"/>
          <p14:tracePt t="106500" x="6613525" y="3449638"/>
          <p14:tracePt t="106509" x="6613525" y="3436938"/>
          <p14:tracePt t="106517" x="6613525" y="3429000"/>
          <p14:tracePt t="106524" x="6610350" y="3424238"/>
          <p14:tracePt t="106532" x="6610350" y="3416300"/>
          <p14:tracePt t="106548" x="6610350" y="3411538"/>
          <p14:tracePt t="106556" x="6610350" y="3403600"/>
          <p14:tracePt t="106589" x="6600825" y="3398838"/>
          <p14:tracePt t="106620" x="6600825" y="3390900"/>
          <p14:tracePt t="106636" x="6597650" y="3387725"/>
          <p14:tracePt t="106645" x="6597650" y="3378200"/>
          <p14:tracePt t="106668" x="6597650" y="3375025"/>
          <p14:tracePt t="107236" x="6589713" y="3375025"/>
          <p14:tracePt t="107260" x="6584950" y="3375025"/>
          <p14:tracePt t="107276" x="6577013" y="3375025"/>
          <p14:tracePt t="107292" x="6572250" y="3375025"/>
          <p14:tracePt t="107300" x="6564313" y="3375025"/>
          <p14:tracePt t="107317" x="6564313" y="3378200"/>
          <p14:tracePt t="107332" x="6559550" y="3378200"/>
          <p14:tracePt t="107436" x="6551613" y="3378200"/>
          <p14:tracePt t="107444" x="6551613" y="3382963"/>
          <p14:tracePt t="107460" x="6548438" y="3382963"/>
          <p14:tracePt t="107476" x="6538913" y="3382963"/>
          <p14:tracePt t="107485" x="6538913" y="3390900"/>
          <p14:tracePt t="107492" x="6535738" y="3390900"/>
          <p14:tracePt t="107501" x="6527800" y="3390900"/>
          <p14:tracePt t="107508" x="6523038" y="3395663"/>
          <p14:tracePt t="107516" x="6515100" y="3403600"/>
          <p14:tracePt t="107524" x="6502400" y="3403600"/>
          <p14:tracePt t="107532" x="6489700" y="3408363"/>
          <p14:tracePt t="107540" x="6477000" y="3416300"/>
          <p14:tracePt t="107548" x="6461125" y="3419475"/>
          <p14:tracePt t="107557" x="6440488" y="3432175"/>
          <p14:tracePt t="107564" x="6411913" y="3444875"/>
          <p14:tracePt t="107572" x="6378575" y="3465513"/>
          <p14:tracePt t="107581" x="6342063" y="3481388"/>
          <p14:tracePt t="107586" x="6291263" y="3494088"/>
          <p14:tracePt t="107594" x="6242050" y="3519488"/>
          <p14:tracePt t="107605" x="6188075" y="3543300"/>
          <p14:tracePt t="107610" x="6118225" y="3576638"/>
          <p14:tracePt t="107618" x="6064250" y="3602038"/>
          <p14:tracePt t="107628" x="6007100" y="3617913"/>
          <p14:tracePt t="107637" x="5932488" y="3651250"/>
          <p14:tracePt t="107642" x="5854700" y="3679825"/>
          <p14:tracePt t="107650" x="5772150" y="3717925"/>
          <p14:tracePt t="107658" x="5697538" y="3749675"/>
          <p14:tracePt t="107666" x="5622925" y="3767138"/>
          <p14:tracePt t="107676" x="5568950" y="3787775"/>
          <p14:tracePt t="107682" x="5507038" y="3803650"/>
          <p14:tracePt t="107692" x="5449888" y="3816350"/>
          <p14:tracePt t="107699" x="5400675" y="3836988"/>
          <p14:tracePt t="107708" x="5375275" y="3849688"/>
          <p14:tracePt t="107715" x="5349875" y="3862388"/>
          <p14:tracePt t="107723" x="5338763" y="3865563"/>
          <p14:tracePt t="107730" x="5334000" y="3865563"/>
          <p14:tracePt t="107922" x="5326063" y="3875088"/>
          <p14:tracePt t="107930" x="5313363" y="3878263"/>
          <p14:tracePt t="107938" x="5300663" y="3886200"/>
          <p14:tracePt t="107946" x="5276850" y="3898900"/>
          <p14:tracePt t="107955" x="5246688" y="3916363"/>
          <p14:tracePt t="107962" x="5214938" y="3937000"/>
          <p14:tracePt t="107971" x="5164138" y="3965575"/>
          <p14:tracePt t="107978" x="5127625" y="3998913"/>
          <p14:tracePt t="107986" x="5078413" y="4014788"/>
          <p14:tracePt t="107994" x="5029200" y="4040188"/>
          <p14:tracePt t="108002" x="4987925" y="4064000"/>
          <p14:tracePt t="108010" x="4937125" y="4089400"/>
          <p14:tracePt t="108018" x="4900613" y="4110038"/>
          <p14:tracePt t="108026" x="4867275" y="4125913"/>
          <p14:tracePt t="108034" x="4851400" y="4138613"/>
          <p14:tracePt t="108043" x="4830763" y="4151313"/>
          <p14:tracePt t="108050" x="4818063" y="4159250"/>
          <p14:tracePt t="108066" x="4813300" y="4159250"/>
          <p14:tracePt t="108075" x="4813300" y="4164013"/>
          <p14:tracePt t="108098" x="4813300" y="4171950"/>
          <p14:tracePt t="108108" x="4813300" y="4175125"/>
          <p14:tracePt t="108114" x="4813300" y="4184650"/>
          <p14:tracePt t="108123" x="4813300" y="4195763"/>
          <p14:tracePt t="108130" x="4813300" y="4200525"/>
          <p14:tracePt t="108139" x="4813300" y="4221163"/>
          <p14:tracePt t="108147" x="4818063" y="4233863"/>
          <p14:tracePt t="108156" x="4818063" y="4246563"/>
          <p14:tracePt t="108162" x="4822825" y="4270375"/>
          <p14:tracePt t="108171" x="4833938" y="4295775"/>
          <p14:tracePt t="108179" x="4843463" y="4332288"/>
          <p14:tracePt t="108187" x="4859338" y="4373563"/>
          <p14:tracePt t="108194" x="4879975" y="4432300"/>
          <p14:tracePt t="108203" x="4905375" y="4506913"/>
          <p14:tracePt t="108210" x="4946650" y="4535488"/>
          <p14:tracePt t="108218" x="4983163" y="4633913"/>
          <p14:tracePt t="108226" x="5029200" y="4729163"/>
          <p14:tracePt t="108235" x="5070475" y="4819650"/>
          <p14:tracePt t="108243" x="5106988" y="4927600"/>
          <p14:tracePt t="108250" x="5153025" y="5030788"/>
          <p14:tracePt t="108259" x="5189538" y="5130800"/>
          <p14:tracePt t="108266" x="5214938" y="5229225"/>
          <p14:tracePt t="108275" x="5243513" y="5316538"/>
          <p14:tracePt t="108282" x="5267325" y="5399088"/>
          <p14:tracePt t="108290" x="5287963" y="5472113"/>
          <p14:tracePt t="108298" x="5300663" y="5522913"/>
          <p14:tracePt t="108306" x="5318125" y="5551488"/>
          <p14:tracePt t="108315" x="5326063" y="5576888"/>
          <p14:tracePt t="108322" x="5329238" y="5588000"/>
          <p14:tracePt t="108330" x="5338763" y="5597525"/>
          <p14:tracePt t="108387" x="5338763" y="5584825"/>
          <p14:tracePt t="108394" x="5338763" y="5572125"/>
          <p14:tracePt t="108402" x="5338763" y="5546725"/>
          <p14:tracePt t="108410" x="5326063" y="5534025"/>
          <p14:tracePt t="108418" x="5308600" y="5530850"/>
          <p14:tracePt t="108426" x="5297488" y="5518150"/>
          <p14:tracePt t="108434" x="5287963" y="5505450"/>
          <p14:tracePt t="108443" x="5284788" y="5497513"/>
          <p14:tracePt t="108458" x="5284788" y="5492750"/>
          <p14:tracePt t="109056" x="5284788" y="5497513"/>
          <p14:tracePt t="109064" x="5284788" y="5502275"/>
          <p14:tracePt t="109072" x="5284788" y="5510213"/>
          <p14:tracePt t="109081" x="5287963" y="5513388"/>
          <p14:tracePt t="109089" x="5292725" y="5522913"/>
          <p14:tracePt t="109096" x="5300663" y="5526088"/>
          <p14:tracePt t="109104" x="5305425" y="5534025"/>
          <p14:tracePt t="109112" x="5313363" y="5538788"/>
          <p14:tracePt t="109121" x="5318125" y="5546725"/>
          <p14:tracePt t="109128" x="5326063" y="5546725"/>
          <p14:tracePt t="109136" x="5329238" y="5551488"/>
          <p14:tracePt t="109144" x="5338763" y="5551488"/>
          <p14:tracePt t="109152" x="5341938" y="5551488"/>
          <p14:tracePt t="109160" x="5341938" y="5559425"/>
          <p14:tracePt t="109168" x="5354638" y="5559425"/>
          <p14:tracePt t="109184" x="5362575" y="5559425"/>
          <p14:tracePt t="109200" x="5367338" y="5559425"/>
          <p14:tracePt t="109216" x="5375275" y="5559425"/>
          <p14:tracePt t="109233" x="5380038" y="5559425"/>
          <p14:tracePt t="109249" x="5387975" y="5559425"/>
          <p14:tracePt t="109288" x="5387975" y="5554663"/>
          <p14:tracePt t="122076" x="5387975" y="5534025"/>
          <p14:tracePt t="122084" x="5391150" y="5481638"/>
          <p14:tracePt t="122092" x="5391150" y="5422900"/>
          <p14:tracePt t="122100" x="5391150" y="5373688"/>
          <p14:tracePt t="122108" x="5391150" y="5324475"/>
          <p14:tracePt t="122116" x="5387975" y="5275263"/>
          <p14:tracePt t="122124" x="5383213" y="5233988"/>
          <p14:tracePt t="122132" x="5362575" y="5200650"/>
          <p14:tracePt t="122140" x="5349875" y="5183188"/>
          <p14:tracePt t="122148" x="5346700" y="5162550"/>
          <p14:tracePt t="122157" x="5326063" y="5138738"/>
          <p14:tracePt t="122164" x="5308600" y="5126038"/>
          <p14:tracePt t="122172" x="5287963" y="5121275"/>
          <p14:tracePt t="122180" x="5264150" y="5108575"/>
          <p14:tracePt t="122189" x="5238750" y="5097463"/>
          <p14:tracePt t="122198" x="5214938" y="5084763"/>
          <p14:tracePt t="122204" x="5176838" y="5076825"/>
          <p14:tracePt t="122212" x="5127625" y="5072063"/>
          <p14:tracePt t="122222" x="5086350" y="5059363"/>
          <p14:tracePt t="122228" x="5049838" y="5051425"/>
          <p14:tracePt t="122238" x="5003800" y="5051425"/>
          <p14:tracePt t="122244" x="4967288" y="5051425"/>
          <p14:tracePt t="122253" x="4929188" y="5051425"/>
          <p14:tracePt t="122260" x="4905375" y="5051425"/>
          <p14:tracePt t="122269" x="4879975" y="5051425"/>
          <p14:tracePt t="122276" x="4864100" y="5051425"/>
          <p14:tracePt t="122284" x="4843463" y="5051425"/>
          <p14:tracePt t="122292" x="4826000" y="5051425"/>
          <p14:tracePt t="122300" x="4805363" y="5051425"/>
          <p14:tracePt t="122308" x="4789488" y="5051425"/>
          <p14:tracePt t="122317" x="4768850" y="5051425"/>
          <p14:tracePt t="122324" x="4756150" y="5051425"/>
          <p14:tracePt t="122332" x="4743450" y="5051425"/>
          <p14:tracePt t="122340" x="4730750" y="5051425"/>
          <p14:tracePt t="122356" x="4727575" y="5051425"/>
          <p14:tracePt t="122565" x="4719638" y="5051425"/>
          <p14:tracePt t="122572" x="4706938" y="5051425"/>
          <p14:tracePt t="122580" x="4681538" y="5051425"/>
          <p14:tracePt t="122588" x="4640263" y="5056188"/>
          <p14:tracePt t="122596" x="4570413" y="5056188"/>
          <p14:tracePt t="122605" x="4471988" y="5056188"/>
          <p14:tracePt t="122612" x="4356100" y="5064125"/>
          <p14:tracePt t="122621" x="4206875" y="5064125"/>
          <p14:tracePt t="122628" x="4057650" y="5064125"/>
          <p14:tracePt t="122638" x="3889375" y="5067300"/>
          <p14:tracePt t="122644" x="3727450" y="5067300"/>
          <p14:tracePt t="122653" x="3562350" y="5067300"/>
          <p14:tracePt t="122660" x="3402013" y="5067300"/>
          <p14:tracePt t="122668" x="3252788" y="5067300"/>
          <p14:tracePt t="122676" x="3121025" y="5064125"/>
          <p14:tracePt t="122684" x="3005138" y="5051425"/>
          <p14:tracePt t="122692" x="2886075" y="5035550"/>
          <p14:tracePt t="122700" x="2786063" y="5014913"/>
          <p14:tracePt t="122708" x="2682875" y="5002213"/>
          <p14:tracePt t="122716" x="2584450" y="4989513"/>
          <p14:tracePt t="122724" x="2489200" y="4976813"/>
          <p14:tracePt t="122732" x="2390775" y="4964113"/>
          <p14:tracePt t="122740" x="2303463" y="4960938"/>
          <p14:tracePt t="122748" x="2228850" y="4948238"/>
          <p14:tracePt t="122756" x="2176463" y="4948238"/>
          <p14:tracePt t="122764" x="2130425" y="4940300"/>
          <p14:tracePt t="122772" x="2101850" y="4927600"/>
          <p14:tracePt t="122780" x="2081213" y="4927600"/>
          <p14:tracePt t="122789" x="2063750" y="4927600"/>
          <p14:tracePt t="122796" x="2055813" y="4922838"/>
          <p14:tracePt t="122805" x="2052638" y="4922838"/>
          <p14:tracePt t="122823" x="2043113" y="4922838"/>
          <p14:tracePt t="122827" x="2043113" y="4914900"/>
          <p14:tracePt t="122844" x="2039938" y="4914900"/>
          <p14:tracePt t="122860" x="2039938" y="4911725"/>
          <p14:tracePt t="122868" x="2032000" y="4911725"/>
          <p14:tracePt t="122884" x="2027238" y="4902200"/>
          <p14:tracePt t="122905" x="2014538" y="4899025"/>
          <p14:tracePt t="122910" x="2006600" y="4891088"/>
          <p14:tracePt t="122918" x="1993900" y="4886325"/>
          <p14:tracePt t="122924" x="1981200" y="4878388"/>
          <p14:tracePt t="122932" x="1965325" y="4873625"/>
          <p14:tracePt t="122941" x="1957388" y="4865688"/>
          <p14:tracePt t="122948" x="1944688" y="4865688"/>
          <p14:tracePt t="122956" x="1931988" y="4865688"/>
          <p14:tracePt t="122964" x="1931988" y="4860925"/>
          <p14:tracePt t="123084" x="1931988" y="4865688"/>
          <p14:tracePt t="123092" x="1936750" y="4870450"/>
          <p14:tracePt t="123100" x="1944688" y="4881563"/>
          <p14:tracePt t="123109" x="1949450" y="4894263"/>
          <p14:tracePt t="123116" x="1957388" y="4906963"/>
          <p14:tracePt t="123124" x="1960563" y="4914900"/>
          <p14:tracePt t="123132" x="1970088" y="4919663"/>
          <p14:tracePt t="123140" x="1973263" y="4927600"/>
          <p14:tracePt t="123148" x="1981200" y="4932363"/>
          <p14:tracePt t="123155" x="1985963" y="4932363"/>
          <p14:tracePt t="123164" x="1993900" y="4932363"/>
          <p14:tracePt t="123172" x="1998663" y="4932363"/>
          <p14:tracePt t="123189" x="2006600" y="4932363"/>
          <p14:tracePt t="123206" x="2011363" y="4932363"/>
          <p14:tracePt t="123228" x="2019300" y="4932363"/>
          <p14:tracePt t="123245" x="2022475" y="4932363"/>
          <p14:tracePt t="123261" x="2032000" y="4932363"/>
          <p14:tracePt t="123276" x="2035175" y="4932363"/>
          <p14:tracePt t="123300" x="2043113" y="4932363"/>
          <p14:tracePt t="123324" x="2047875" y="4932363"/>
          <p14:tracePt t="123348" x="2055813" y="4932363"/>
          <p14:tracePt t="123373" x="2060575" y="4932363"/>
          <p14:tracePt t="123381" x="2068513" y="4932363"/>
          <p14:tracePt t="123396" x="2081213" y="4940300"/>
          <p14:tracePt t="123406" x="2081213" y="4943475"/>
          <p14:tracePt t="123413" x="2093913" y="4953000"/>
          <p14:tracePt t="123429" x="2097088" y="4956175"/>
          <p14:tracePt t="123445" x="2105025" y="4964113"/>
          <p14:tracePt t="124452" x="2109788" y="4964113"/>
          <p14:tracePt t="124467" x="2109788" y="4968875"/>
          <p14:tracePt t="124499" x="2109788" y="4976813"/>
          <p14:tracePt t="124506" x="2117725" y="4976813"/>
          <p14:tracePt t="124602" x="2122488" y="4976813"/>
          <p14:tracePt t="124618" x="2122488" y="4981575"/>
          <p14:tracePt t="124658" x="2130425" y="4981575"/>
          <p14:tracePt t="126170" x="2135188" y="4989513"/>
          <p14:tracePt t="126176" x="2171700" y="5014913"/>
          <p14:tracePt t="126186" x="2241550" y="5051425"/>
          <p14:tracePt t="126194" x="2332038" y="5126038"/>
          <p14:tracePt t="126202" x="2468563" y="5187950"/>
          <p14:tracePt t="126210" x="2630488" y="5265738"/>
          <p14:tracePt t="126218" x="2811463" y="5348288"/>
          <p14:tracePt t="126227" x="3001963" y="5414963"/>
          <p14:tracePt t="126235" x="3211513" y="5489575"/>
          <p14:tracePt t="126243" x="3417888" y="5572125"/>
          <p14:tracePt t="126250" x="3603625" y="5626100"/>
          <p14:tracePt t="126259" x="3789363" y="5683250"/>
          <p14:tracePt t="126267" x="3963988" y="5724525"/>
          <p14:tracePt t="126275" x="4103688" y="5762625"/>
          <p14:tracePt t="126283" x="4240213" y="5794375"/>
          <p14:tracePt t="126292" x="4364038" y="5799138"/>
          <p14:tracePt t="126298" x="4462463" y="5819775"/>
          <p14:tracePt t="126304" x="4545013" y="5819775"/>
          <p14:tracePt t="126315" x="4611688" y="5819775"/>
          <p14:tracePt t="126322" x="4645025" y="5819775"/>
          <p14:tracePt t="126330" x="4660900" y="5819775"/>
          <p14:tracePt t="126339" x="4673600" y="5819775"/>
          <p14:tracePt t="126344" x="4681538" y="5815013"/>
          <p14:tracePt t="126352" x="4686300" y="5815013"/>
          <p14:tracePt t="126458" x="4694238" y="5815013"/>
          <p14:tracePt t="126472" x="4706938" y="5815013"/>
          <p14:tracePt t="126480" x="4719638" y="5819775"/>
          <p14:tracePt t="126489" x="4735513" y="5835650"/>
          <p14:tracePt t="126496" x="4772025" y="5861050"/>
          <p14:tracePt t="126505" x="4830763" y="5894388"/>
          <p14:tracePt t="126512" x="4905375" y="5935663"/>
          <p14:tracePt t="126520" x="5008563" y="5972175"/>
          <p14:tracePt t="126528" x="5119688" y="6022975"/>
          <p14:tracePt t="126538" x="5243513" y="6072188"/>
          <p14:tracePt t="126544" x="5387975" y="6116638"/>
          <p14:tracePt t="126552" x="5535613" y="6146800"/>
          <p14:tracePt t="126561" x="5676900" y="6178550"/>
          <p14:tracePt t="126568" x="5813425" y="6203950"/>
          <p14:tracePt t="126578" x="5937250" y="6219825"/>
          <p14:tracePt t="126584" x="6043613" y="6253163"/>
          <p14:tracePt t="126592" x="6122988" y="6281738"/>
          <p14:tracePt t="126600" x="6197600" y="6302375"/>
          <p14:tracePt t="126607" x="6246813" y="6319838"/>
          <p14:tracePt t="126616" x="6291263" y="6332538"/>
          <p14:tracePt t="126626" x="6308725" y="6340475"/>
          <p14:tracePt t="126632" x="6321425" y="6343650"/>
          <p14:tracePt t="126681" x="6321425" y="6353175"/>
          <p14:tracePt t="126688" x="6316663" y="6353175"/>
          <p14:tracePt t="126696" x="6311900" y="6353175"/>
          <p14:tracePt t="126704" x="6303963" y="6353175"/>
          <p14:tracePt t="126712" x="6300788" y="6353175"/>
          <p14:tracePt t="126720" x="6291263" y="6348413"/>
          <p14:tracePt t="126728" x="6288088" y="6348413"/>
          <p14:tracePt t="126737" x="6280150" y="6340475"/>
          <p14:tracePt t="126744" x="6267450" y="6335713"/>
          <p14:tracePt t="126752" x="6249988" y="6323013"/>
          <p14:tracePt t="126760" x="6229350" y="6311900"/>
          <p14:tracePt t="126769" x="6205538" y="6302375"/>
          <p14:tracePt t="126775" x="6167438" y="6291263"/>
          <p14:tracePt t="126784" x="6130925" y="6273800"/>
          <p14:tracePt t="126792" x="6089650" y="6265863"/>
          <p14:tracePt t="126800" x="6040438" y="6249988"/>
          <p14:tracePt t="126809" x="5981700" y="6229350"/>
          <p14:tracePt t="126816" x="5916613" y="6216650"/>
          <p14:tracePt t="126825" x="5842000" y="6199188"/>
          <p14:tracePt t="126832" x="5767388" y="6178550"/>
          <p14:tracePt t="126842" x="5697538" y="6154738"/>
          <p14:tracePt t="126851" x="5622925" y="6137275"/>
          <p14:tracePt t="126857" x="5548313" y="6116638"/>
          <p14:tracePt t="126864" x="5483225" y="6100763"/>
          <p14:tracePt t="126872" x="5432425" y="6088063"/>
          <p14:tracePt t="126893" x="5349875" y="6064250"/>
          <p14:tracePt t="126896" x="5321300" y="6038850"/>
          <p14:tracePt t="126904" x="5297488" y="6018213"/>
          <p14:tracePt t="126913" x="5264150" y="6000750"/>
          <p14:tracePt t="126920" x="5246688" y="5989638"/>
          <p14:tracePt t="126928" x="5235575" y="5976938"/>
          <p14:tracePt t="126937" x="5214938" y="5964238"/>
          <p14:tracePt t="126945" x="5202238" y="5956300"/>
          <p14:tracePt t="126952" x="5197475" y="5951538"/>
          <p14:tracePt t="126960" x="5189538" y="5943600"/>
          <p14:tracePt t="126968" x="5176838" y="5938838"/>
          <p14:tracePt t="126975" x="5173663" y="5930900"/>
          <p14:tracePt t="126985" x="5164138" y="5930900"/>
          <p14:tracePt t="126992" x="5160963" y="5930900"/>
          <p14:tracePt t="127000" x="5153025" y="5927725"/>
          <p14:tracePt t="127010" x="5148263" y="5927725"/>
          <p14:tracePt t="127016" x="5135563" y="5927725"/>
          <p14:tracePt t="127027" x="5122863" y="5927725"/>
          <p14:tracePt t="127032" x="5111750" y="5918200"/>
          <p14:tracePt t="127040" x="5091113" y="5918200"/>
          <p14:tracePt t="127048" x="5073650" y="5918200"/>
          <p14:tracePt t="127056" x="5060950" y="5918200"/>
          <p14:tracePt t="127065" x="5049838" y="5915025"/>
          <p14:tracePt t="127072" x="5024438" y="5915025"/>
          <p14:tracePt t="127082" x="5011738" y="5915025"/>
          <p14:tracePt t="127089" x="4991100" y="5907088"/>
          <p14:tracePt t="127097" x="4975225" y="5902325"/>
          <p14:tracePt t="127104" x="4954588" y="5902325"/>
          <p14:tracePt t="127112" x="4929188" y="5902325"/>
          <p14:tracePt t="127121" x="4913313" y="5894388"/>
          <p14:tracePt t="127128" x="4892675" y="5894388"/>
          <p14:tracePt t="127136" x="4875213" y="5894388"/>
          <p14:tracePt t="127144" x="4864100" y="5894388"/>
          <p14:tracePt t="127152" x="4843463" y="5894388"/>
          <p14:tracePt t="127160" x="4830763" y="5894388"/>
          <p14:tracePt t="127169" x="4818063" y="5894388"/>
          <p14:tracePt t="127176" x="4805363" y="5894388"/>
          <p14:tracePt t="127184" x="4792663" y="5894388"/>
          <p14:tracePt t="127193" x="4781550" y="5894388"/>
          <p14:tracePt t="127200" x="4776788" y="5894388"/>
          <p14:tracePt t="127209" x="4768850" y="5894388"/>
          <p14:tracePt t="127216" x="4756150" y="5894388"/>
          <p14:tracePt t="127225" x="4751388" y="5894388"/>
          <p14:tracePt t="127233" x="4740275" y="5894388"/>
          <p14:tracePt t="127240" x="4727575" y="5894388"/>
          <p14:tracePt t="127248" x="4714875" y="5894388"/>
          <p14:tracePt t="127256" x="4702175" y="5894388"/>
          <p14:tracePt t="127265" x="4681538" y="5894388"/>
          <p14:tracePt t="127272" x="4668838" y="5894388"/>
          <p14:tracePt t="127281" x="4652963" y="5894388"/>
          <p14:tracePt t="127288" x="4632325" y="5894388"/>
          <p14:tracePt t="127298" x="4616450" y="5894388"/>
          <p14:tracePt t="127304" x="4591050" y="5894388"/>
          <p14:tracePt t="127312" x="4565650" y="5894388"/>
          <p14:tracePt t="127321" x="4541838" y="5894388"/>
          <p14:tracePt t="127328" x="4508500" y="5894388"/>
          <p14:tracePt t="127336" x="4467225" y="5894388"/>
          <p14:tracePt t="127344" x="4430713" y="5894388"/>
          <p14:tracePt t="127352" x="4384675" y="5894388"/>
          <p14:tracePt t="127360" x="4346575" y="5894388"/>
          <p14:tracePt t="127368" x="4305300" y="5894388"/>
          <p14:tracePt t="127378" x="4268788" y="5894388"/>
          <p14:tracePt t="127385" x="4222750" y="5894388"/>
          <p14:tracePt t="127393" x="4173538" y="5894388"/>
          <p14:tracePt t="127400" x="4144963" y="5894388"/>
          <p14:tracePt t="127409" x="4098925" y="5894388"/>
          <p14:tracePt t="127416" x="4062413" y="5894388"/>
          <p14:tracePt t="127425" x="4033838" y="5894388"/>
          <p14:tracePt t="127432" x="3987800" y="5894388"/>
          <p14:tracePt t="127440" x="3951288" y="5894388"/>
          <p14:tracePt t="127449" x="3913188" y="5894388"/>
          <p14:tracePt t="127456" x="3876675" y="5894388"/>
          <p14:tracePt t="127464" x="3848100" y="5894388"/>
          <p14:tracePt t="127472" x="3810000" y="5894388"/>
          <p14:tracePt t="127480" x="3778250" y="5894388"/>
          <p14:tracePt t="127489" x="3752850" y="5894388"/>
          <p14:tracePt t="127496" x="3724275" y="5894388"/>
          <p14:tracePt t="127505" x="3698875" y="5894388"/>
          <p14:tracePt t="127512" x="3675063" y="5894388"/>
          <p14:tracePt t="127520" x="3641725" y="5894388"/>
          <p14:tracePt t="127528" x="3616325" y="5894388"/>
          <p14:tracePt t="127536" x="3592513" y="5894388"/>
          <p14:tracePt t="127544" x="3567113" y="5889625"/>
          <p14:tracePt t="127552" x="3541713" y="5881688"/>
          <p14:tracePt t="127561" x="3530600" y="5881688"/>
          <p14:tracePt t="127568" x="3500438" y="5881688"/>
          <p14:tracePt t="127575" x="3489325" y="5881688"/>
          <p14:tracePt t="127584" x="3468688" y="5881688"/>
          <p14:tracePt t="127592" x="3455988" y="5881688"/>
          <p14:tracePt t="127600" x="3443288" y="5881688"/>
          <p14:tracePt t="127610" x="3430588" y="5881688"/>
          <p14:tracePt t="127616" x="3417888" y="5881688"/>
          <p14:tracePt t="127626" x="3406775" y="5881688"/>
          <p14:tracePt t="127633" x="3394075" y="5881688"/>
          <p14:tracePt t="127640" x="3381375" y="5881688"/>
          <p14:tracePt t="127649" x="3368675" y="5881688"/>
          <p14:tracePt t="127656" x="3352800" y="5881688"/>
          <p14:tracePt t="127665" x="3340100" y="5881688"/>
          <p14:tracePt t="127672" x="3319463" y="5881688"/>
          <p14:tracePt t="127680" x="3303588" y="5881688"/>
          <p14:tracePt t="127689" x="3282950" y="5881688"/>
          <p14:tracePt t="127696" x="3265488" y="5881688"/>
          <p14:tracePt t="127705" x="3241675" y="5881688"/>
          <p14:tracePt t="127712" x="3221038" y="5881688"/>
          <p14:tracePt t="127721" x="3195638" y="5881688"/>
          <p14:tracePt t="127728" x="3170238" y="5881688"/>
          <p14:tracePt t="127737" x="3133725" y="5881688"/>
          <p14:tracePt t="127744" x="3108325" y="5881688"/>
          <p14:tracePt t="127752" x="3084513" y="5881688"/>
          <p14:tracePt t="127760" x="3054350" y="5881688"/>
          <p14:tracePt t="127768" x="3033713" y="5881688"/>
          <p14:tracePt t="127776" x="3009900" y="5881688"/>
          <p14:tracePt t="127784" x="2992438" y="5881688"/>
          <p14:tracePt t="127792" x="2960688" y="5881688"/>
          <p14:tracePt t="127800" x="2935288" y="5881688"/>
          <p14:tracePt t="127809" x="2922588" y="5881688"/>
          <p14:tracePt t="127816" x="2898775" y="5881688"/>
          <p14:tracePt t="127824" x="2881313" y="5881688"/>
          <p14:tracePt t="127832" x="2860675" y="5881688"/>
          <p14:tracePt t="127840" x="2836863" y="5881688"/>
          <p14:tracePt t="127849" x="2819400" y="5881688"/>
          <p14:tracePt t="127856" x="2806700" y="5881688"/>
          <p14:tracePt t="127864" x="2795588" y="5881688"/>
          <p14:tracePt t="127873" x="2774950" y="5881688"/>
          <p14:tracePt t="127880" x="2762250" y="5881688"/>
          <p14:tracePt t="127890" x="2749550" y="5881688"/>
          <p14:tracePt t="127895" x="2736850" y="5881688"/>
          <p14:tracePt t="127912" x="2713038" y="5881688"/>
          <p14:tracePt t="127922" x="2700338" y="5881688"/>
          <p14:tracePt t="127928" x="2687638" y="5881688"/>
          <p14:tracePt t="127937" x="2682875" y="5881688"/>
          <p14:tracePt t="127944" x="2671763" y="5881688"/>
          <p14:tracePt t="127952" x="2662238" y="5881688"/>
          <p14:tracePt t="127960" x="2651125" y="5881688"/>
          <p14:tracePt t="127968" x="2638425" y="5881688"/>
          <p14:tracePt t="127976" x="2633663" y="5881688"/>
          <p14:tracePt t="127984" x="2625725" y="5881688"/>
          <p14:tracePt t="127992" x="2613025" y="5881688"/>
          <p14:tracePt t="128000" x="2600325" y="5881688"/>
          <p14:tracePt t="128009" x="2589213" y="5881688"/>
          <p14:tracePt t="128016" x="2576513" y="5881688"/>
          <p14:tracePt t="128024" x="2559050" y="5886450"/>
          <p14:tracePt t="128033" x="2538413" y="5886450"/>
          <p14:tracePt t="128040" x="2527300" y="5886450"/>
          <p14:tracePt t="128049" x="2509838" y="5894388"/>
          <p14:tracePt t="128057" x="2489200" y="5894388"/>
          <p14:tracePt t="128064" x="2473325" y="5894388"/>
          <p14:tracePt t="128073" x="2460625" y="5894388"/>
          <p14:tracePt t="128080" x="2435225" y="5897563"/>
          <p14:tracePt t="128088" x="2414588" y="5907088"/>
          <p14:tracePt t="128096" x="2403475" y="5907088"/>
          <p14:tracePt t="128105" x="2386013" y="5907088"/>
          <p14:tracePt t="128112" x="2365375" y="5907088"/>
          <p14:tracePt t="128121" x="2352675" y="5907088"/>
          <p14:tracePt t="128128" x="2341563" y="5907088"/>
          <p14:tracePt t="128136" x="2328863" y="5910263"/>
          <p14:tracePt t="128144" x="2316163" y="5910263"/>
          <p14:tracePt t="128152" x="2311400" y="5910263"/>
          <p14:tracePt t="128161" x="2300288" y="5910263"/>
          <p14:tracePt t="128169" x="2290763" y="5910263"/>
          <p14:tracePt t="128184" x="2287588" y="5910263"/>
          <p14:tracePt t="128224" x="2279650" y="5910263"/>
          <p14:tracePt t="128264" x="2274888" y="5910263"/>
          <p14:tracePt t="128320" x="2274888" y="5918200"/>
          <p14:tracePt t="129022" x="2266950" y="5918200"/>
          <p14:tracePt t="129030" x="2254250" y="5918200"/>
          <p14:tracePt t="129039" x="2241550" y="5918200"/>
          <p14:tracePt t="129046" x="2225675" y="5918200"/>
          <p14:tracePt t="129054" x="2205038" y="5918200"/>
          <p14:tracePt t="129062" x="2192338" y="5918200"/>
          <p14:tracePt t="129070" x="2176463" y="5918200"/>
          <p14:tracePt t="129078" x="2155825" y="5918200"/>
          <p14:tracePt t="129086" x="2143125" y="5907088"/>
          <p14:tracePt t="129094" x="2125663" y="5894388"/>
          <p14:tracePt t="129102" x="2105025" y="5889625"/>
          <p14:tracePt t="129110" x="2076450" y="5868988"/>
          <p14:tracePt t="129118" x="2052638" y="5865813"/>
          <p14:tracePt t="129127" x="2027238" y="5853113"/>
          <p14:tracePt t="129134" x="1990725" y="5840413"/>
          <p14:tracePt t="129141" x="1957388" y="5827713"/>
          <p14:tracePt t="129150" x="1931988" y="5815013"/>
          <p14:tracePt t="129158" x="1908175" y="5803900"/>
          <p14:tracePt t="129166" x="1882775" y="5791200"/>
          <p14:tracePt t="129174" x="1865313" y="5778500"/>
          <p14:tracePt t="129182" x="1854200" y="5765800"/>
          <p14:tracePt t="129191" x="1844675" y="5753100"/>
          <p14:tracePt t="129198" x="1841500" y="5732463"/>
          <p14:tracePt t="129207" x="1833563" y="5716588"/>
          <p14:tracePt t="129214" x="1828800" y="5680075"/>
          <p14:tracePt t="129222" x="1816100" y="5634038"/>
          <p14:tracePt t="129229" x="1803400" y="5592763"/>
          <p14:tracePt t="129239" x="1782763" y="5530850"/>
          <p14:tracePt t="129246" x="1758950" y="5461000"/>
          <p14:tracePt t="129255" x="1733550" y="5410200"/>
          <p14:tracePt t="129262" x="1709738" y="5337175"/>
          <p14:tracePt t="129270" x="1692275" y="5283200"/>
          <p14:tracePt t="129278" x="1668463" y="5224463"/>
          <p14:tracePt t="129286" x="1643063" y="5175250"/>
          <p14:tracePt t="129293" x="1617663" y="5113338"/>
          <p14:tracePt t="129303" x="1585913" y="5064125"/>
          <p14:tracePt t="129310" x="1560513" y="5010150"/>
          <p14:tracePt t="129319" x="1544638" y="4953000"/>
          <p14:tracePt t="129327" x="1519238" y="4891088"/>
          <p14:tracePt t="129335" x="1498600" y="4837113"/>
          <p14:tracePt t="129342" x="1485900" y="4787900"/>
          <p14:tracePt t="129350" x="1470025" y="4749800"/>
          <p14:tracePt t="129358" x="1462088" y="4713288"/>
          <p14:tracePt t="129366" x="1449388" y="4687888"/>
          <p14:tracePt t="129375" x="1436688" y="4675188"/>
          <p14:tracePt t="129383" x="1423988" y="4651375"/>
          <p14:tracePt t="129390" x="1423988" y="4630738"/>
          <p14:tracePt t="129398" x="1420813" y="4613275"/>
          <p14:tracePt t="129407" x="1411288" y="4600575"/>
          <p14:tracePt t="129414" x="1411288" y="4579938"/>
          <p14:tracePt t="129422" x="1411288" y="4564063"/>
          <p14:tracePt t="129430" x="1411288" y="4556125"/>
          <p14:tracePt t="129438" x="1411288" y="4551363"/>
          <p14:tracePt t="129446" x="1408113" y="4543425"/>
          <p14:tracePt t="129454" x="1408113" y="4538663"/>
          <p14:tracePt t="129471" x="1408113" y="4530725"/>
          <p14:tracePt t="129478" x="1400175" y="4527550"/>
          <p14:tracePt t="129486" x="1400175" y="4518025"/>
          <p14:tracePt t="129493" x="1400175" y="4514850"/>
          <p14:tracePt t="129510" x="1400175" y="4502150"/>
          <p14:tracePt t="129519" x="1395413" y="4502150"/>
          <p14:tracePt t="129526" x="1395413" y="4489450"/>
          <p14:tracePt t="129534" x="1395413" y="4481513"/>
          <p14:tracePt t="129542" x="1395413" y="4476750"/>
          <p14:tracePt t="129550" x="1387475" y="4465638"/>
          <p14:tracePt t="129559" x="1387475" y="4456113"/>
          <p14:tracePt t="129566" x="1382713" y="4445000"/>
          <p14:tracePt t="129575" x="1382713" y="4440238"/>
          <p14:tracePt t="129582" x="1374775" y="4432300"/>
          <p14:tracePt t="129590" x="1370013" y="4419600"/>
          <p14:tracePt t="129598" x="1362075" y="4419600"/>
          <p14:tracePt t="129606" x="1362075" y="4414838"/>
          <p14:tracePt t="129614" x="1358900" y="4406900"/>
          <p14:tracePt t="129622" x="1358900" y="4403725"/>
          <p14:tracePt t="129630" x="1349375" y="4394200"/>
          <p14:tracePt t="129646" x="1346200" y="4391025"/>
          <p14:tracePt t="129655" x="1338263" y="4383088"/>
          <p14:tracePt t="129662" x="1338263" y="4370388"/>
          <p14:tracePt t="129671" x="1333500" y="4370388"/>
          <p14:tracePt t="129678" x="1325563" y="4365625"/>
          <p14:tracePt t="129686" x="1320800" y="4357688"/>
          <p14:tracePt t="129694" x="1312863" y="4357688"/>
          <p14:tracePt t="129702" x="1308100" y="4352925"/>
          <p14:tracePt t="129710" x="1308100" y="4344988"/>
          <p14:tracePt t="129718" x="1300163" y="4344988"/>
          <p14:tracePt t="129725" x="1296988" y="4341813"/>
          <p14:tracePt t="129735" x="1287463" y="4341813"/>
          <p14:tracePt t="129742" x="1287463" y="4332288"/>
          <p14:tracePt t="129751" x="1284288" y="4321175"/>
          <p14:tracePt t="129758" x="1276350" y="4321175"/>
          <p14:tracePt t="129767" x="1271588" y="4316413"/>
          <p14:tracePt t="129783" x="1263650" y="4316413"/>
          <p14:tracePt t="129790" x="1263650" y="4308475"/>
          <p14:tracePt t="129798" x="1258888" y="4308475"/>
          <p14:tracePt t="129806" x="1250950" y="4303713"/>
          <p14:tracePt t="129814" x="1246188" y="4303713"/>
          <p14:tracePt t="129823" x="1238250" y="4303713"/>
          <p14:tracePt t="129830" x="1238250" y="4295775"/>
          <p14:tracePt t="129839" x="1235075" y="4295775"/>
          <p14:tracePt t="129847" x="1225550" y="4291013"/>
          <p14:tracePt t="129854" x="1222375" y="4283075"/>
          <p14:tracePt t="129862" x="1214438" y="4283075"/>
          <p14:tracePt t="129870" x="1214438" y="4279900"/>
          <p14:tracePt t="129879" x="1201738" y="4270375"/>
          <p14:tracePt t="129886" x="1196975" y="4270375"/>
          <p14:tracePt t="129895" x="1189038" y="4267200"/>
          <p14:tracePt t="129902" x="1184275" y="4259263"/>
          <p14:tracePt t="129912" x="1176338" y="4259263"/>
          <p14:tracePt t="129920" x="1173163" y="4259263"/>
          <p14:tracePt t="129927" x="1163638" y="4254500"/>
          <p14:tracePt t="129943" x="1160463" y="4254500"/>
          <p14:tracePt t="129950" x="1152525" y="4254500"/>
          <p14:tracePt t="129959" x="1152525" y="4246563"/>
          <p14:tracePt t="129966" x="1147763" y="4246563"/>
          <p14:tracePt t="129982" x="1139825" y="4246563"/>
          <p14:tracePt t="129998" x="1139825" y="4241800"/>
          <p14:tracePt t="130006" x="1135063" y="4241800"/>
          <p14:tracePt t="130023" x="1127125" y="4241800"/>
          <p14:tracePt t="130038" x="1127125" y="4233863"/>
          <p14:tracePt t="130438" x="1127125" y="4238625"/>
          <p14:tracePt t="130455" x="1127125" y="4246563"/>
          <p14:tracePt t="130470" x="1127125" y="4249738"/>
          <p14:tracePt t="130503" x="1127125" y="4259263"/>
          <p14:tracePt t="130510" x="1127125" y="4262438"/>
          <p14:tracePt t="130535" x="1127125" y="4270375"/>
          <p14:tracePt t="130558" x="1127125" y="4275138"/>
          <p14:tracePt t="130574" x="1127125" y="4283075"/>
          <p14:tracePt t="130591" x="1127125" y="4287838"/>
          <p14:tracePt t="130598" x="1127125" y="4295775"/>
          <p14:tracePt t="130606" x="1127125" y="4300538"/>
          <p14:tracePt t="130614" x="1127125" y="4308475"/>
          <p14:tracePt t="130630" x="1127125" y="4311650"/>
          <p14:tracePt t="130646" x="1127125" y="4321175"/>
          <p14:tracePt t="130661" x="1127125" y="4324350"/>
          <p14:tracePt t="130678" x="1127125" y="4332288"/>
          <p14:tracePt t="130695" x="1127125" y="4337050"/>
          <p14:tracePt t="130711" x="1127125" y="4344988"/>
          <p14:tracePt t="130741" x="1127125" y="4349750"/>
          <p14:tracePt t="130764" x="1127125" y="4357688"/>
          <p14:tracePt t="130788" x="1127125" y="4362450"/>
          <p14:tracePt t="130804" x="1127125" y="4370388"/>
          <p14:tracePt t="130820" x="1127125" y="4373563"/>
          <p14:tracePt t="130828" x="1127125" y="4383088"/>
          <p14:tracePt t="130845" x="1127125" y="4386263"/>
          <p14:tracePt t="130855" x="1127125" y="4394200"/>
          <p14:tracePt t="130869" x="1127125" y="4398963"/>
          <p14:tracePt t="130884" x="1127125" y="4406900"/>
          <p14:tracePt t="130896" x="1127125" y="4411663"/>
          <p14:tracePt t="130910" x="1127125" y="4419600"/>
          <p14:tracePt t="130916" x="1127125" y="4424363"/>
          <p14:tracePt t="130924" x="1122363" y="4424363"/>
          <p14:tracePt t="130932" x="1122363" y="4432300"/>
          <p14:tracePt t="130948" x="1122363" y="4435475"/>
          <p14:tracePt t="130956" x="1114425" y="4445000"/>
          <p14:tracePt t="130972" x="1114425" y="4456113"/>
          <p14:tracePt t="130989" x="1114425" y="4460875"/>
          <p14:tracePt t="130997" x="1114425" y="4468813"/>
          <p14:tracePt t="131020" x="1114425" y="4473575"/>
          <p14:tracePt t="131036" x="1111250" y="4481513"/>
          <p14:tracePt t="131060" x="1111250" y="4486275"/>
          <p14:tracePt t="131068" x="1111250" y="4494213"/>
          <p14:tracePt t="131085" x="1111250" y="4497388"/>
          <p14:tracePt t="131109" x="1111250" y="4506913"/>
          <p14:tracePt t="131117" x="1101725" y="4506913"/>
          <p14:tracePt t="131132" x="1101725" y="4510088"/>
          <p14:tracePt t="131148" x="1101725" y="4518025"/>
          <p14:tracePt t="131156" x="1098550" y="4518025"/>
          <p14:tracePt t="131173" x="1098550" y="4522788"/>
          <p14:tracePt t="131205" x="1098550" y="4530725"/>
          <p14:tracePt t="131236" x="1098550" y="4535488"/>
          <p14:tracePt t="131260" x="1098550" y="4543425"/>
          <p14:tracePt t="131276" x="1098550" y="4548188"/>
          <p14:tracePt t="131292" x="1098550" y="4556125"/>
          <p14:tracePt t="131309" x="1098550" y="4559300"/>
          <p14:tracePt t="131324" x="1098550" y="4572000"/>
          <p14:tracePt t="131332" x="1098550" y="4579938"/>
          <p14:tracePt t="131348" x="1098550" y="4584700"/>
          <p14:tracePt t="131365" x="1098550" y="4592638"/>
          <p14:tracePt t="131380" x="1090613" y="4597400"/>
          <p14:tracePt t="131389" x="1090613" y="4605338"/>
          <p14:tracePt t="131405" x="1090613" y="4610100"/>
          <p14:tracePt t="131412" x="1090613" y="4618038"/>
          <p14:tracePt t="131429" x="1090613" y="4621213"/>
          <p14:tracePt t="131444" x="1090613" y="4630738"/>
          <p14:tracePt t="131453" x="1090613" y="4633913"/>
          <p14:tracePt t="131460" x="1090613" y="4641850"/>
          <p14:tracePt t="131468" x="1090613" y="4646613"/>
          <p14:tracePt t="131484" x="1090613" y="4654550"/>
          <p14:tracePt t="131500" x="1090613" y="4659313"/>
          <p14:tracePt t="131517" x="1090613" y="4667250"/>
          <p14:tracePt t="131532" x="1090613" y="4672013"/>
          <p14:tracePt t="131548" x="1090613" y="4679950"/>
          <p14:tracePt t="131564" x="1090613" y="4684713"/>
          <p14:tracePt t="131573" x="1090613" y="4692650"/>
          <p14:tracePt t="131579" x="1090613" y="4695825"/>
          <p14:tracePt t="131596" x="1090613" y="4705350"/>
          <p14:tracePt t="131604" x="1090613" y="4708525"/>
          <p14:tracePt t="131613" x="1085850" y="4716463"/>
          <p14:tracePt t="131620" x="1085850" y="4721225"/>
          <p14:tracePt t="131630" x="1085850" y="4729163"/>
          <p14:tracePt t="131636" x="1085850" y="4733925"/>
          <p14:tracePt t="131644" x="1085850" y="4746625"/>
          <p14:tracePt t="131653" x="1085850" y="4754563"/>
          <p14:tracePt t="131661" x="1085850" y="4757738"/>
          <p14:tracePt t="131669" x="1085850" y="4767263"/>
          <p14:tracePt t="131676" x="1085850" y="4770438"/>
          <p14:tracePt t="131684" x="1085850" y="4783138"/>
          <p14:tracePt t="131692" x="1085850" y="4791075"/>
          <p14:tracePt t="131700" x="1085850" y="4795838"/>
          <p14:tracePt t="131708" x="1085850" y="4803775"/>
          <p14:tracePt t="131716" x="1085850" y="4816475"/>
          <p14:tracePt t="131725" x="1085850" y="4829175"/>
          <p14:tracePt t="131732" x="1085850" y="4832350"/>
          <p14:tracePt t="131741" x="1085850" y="4840288"/>
          <p14:tracePt t="131748" x="1085850" y="4845050"/>
          <p14:tracePt t="131756" x="1085850" y="4857750"/>
          <p14:tracePt t="131764" x="1085850" y="4865688"/>
          <p14:tracePt t="131772" x="1085850" y="4870450"/>
          <p14:tracePt t="131779" x="1085850" y="4878388"/>
          <p14:tracePt t="131789" x="1085850" y="4881563"/>
          <p14:tracePt t="131805" x="1085850" y="4891088"/>
          <p14:tracePt t="131828" x="1090613" y="4894263"/>
          <p14:tracePt t="143709" x="1090613" y="4902200"/>
          <p14:tracePt t="143724" x="1085850" y="4902200"/>
          <p14:tracePt t="143733" x="1077913" y="4902200"/>
          <p14:tracePt t="143741" x="1077913" y="4906963"/>
          <p14:tracePt t="143748" x="1073150" y="4906963"/>
          <p14:tracePt t="143764" x="1065213" y="4906963"/>
          <p14:tracePt t="144492" x="1069975" y="4906963"/>
          <p14:tracePt t="144500" x="1090613" y="4906963"/>
          <p14:tracePt t="144508" x="1127125" y="4906963"/>
          <p14:tracePt t="144517" x="1176338" y="4914900"/>
          <p14:tracePt t="144526" x="1238250" y="4914900"/>
          <p14:tracePt t="144532" x="1279525" y="4914900"/>
          <p14:tracePt t="144541" x="1328738" y="4914900"/>
          <p14:tracePt t="144548" x="1366838" y="4914900"/>
          <p14:tracePt t="144556" x="1400175" y="4914900"/>
          <p14:tracePt t="144564" x="1428750" y="4914900"/>
          <p14:tracePt t="144572" x="1449388" y="4914900"/>
          <p14:tracePt t="144580" x="1473200" y="4919663"/>
          <p14:tracePt t="144588" x="1490663" y="4927600"/>
          <p14:tracePt t="144596" x="1511300" y="4927600"/>
          <p14:tracePt t="144604" x="1524000" y="4927600"/>
          <p14:tracePt t="144612" x="1527175" y="4932363"/>
          <p14:tracePt t="144621" x="1535113" y="4932363"/>
          <p14:tracePt t="144628" x="1539875" y="4932363"/>
          <p14:tracePt t="144636" x="1547813" y="4940300"/>
          <p14:tracePt t="144668" x="1547813" y="4943475"/>
          <p14:tracePt t="144692" x="1552575" y="4943475"/>
          <p14:tracePt t="144709" x="1552575" y="4953000"/>
          <p14:tracePt t="144716" x="1560513" y="4953000"/>
          <p14:tracePt t="144726" x="1565275" y="4953000"/>
          <p14:tracePt t="144732" x="1573213" y="4953000"/>
          <p14:tracePt t="144740" x="1576388" y="4956175"/>
          <p14:tracePt t="144748" x="1585913" y="4956175"/>
          <p14:tracePt t="144757" x="1589088" y="4956175"/>
          <p14:tracePt t="144764" x="1597025" y="4964113"/>
          <p14:tracePt t="144772" x="1601788" y="4964113"/>
          <p14:tracePt t="144780" x="1614488" y="4968875"/>
          <p14:tracePt t="144788" x="1627188" y="4968875"/>
          <p14:tracePt t="144796" x="1635125" y="4976813"/>
          <p14:tracePt t="144804" x="1651000" y="4981575"/>
          <p14:tracePt t="144812" x="1663700" y="4989513"/>
          <p14:tracePt t="144820" x="1684338" y="4994275"/>
          <p14:tracePt t="144828" x="1700213" y="5002213"/>
          <p14:tracePt t="144836" x="1720850" y="5005388"/>
          <p14:tracePt t="144845" x="1733550" y="5005388"/>
          <p14:tracePt t="144852" x="1751013" y="5005388"/>
          <p14:tracePt t="144860" x="1771650" y="5014913"/>
          <p14:tracePt t="144868" x="1795463" y="5018088"/>
          <p14:tracePt t="144875" x="1812925" y="5018088"/>
          <p14:tracePt t="144884" x="1833563" y="5026025"/>
          <p14:tracePt t="144894" x="1849438" y="5026025"/>
          <p14:tracePt t="144900" x="1862138" y="5030788"/>
          <p14:tracePt t="144910" x="1874838" y="5030788"/>
          <p14:tracePt t="144917" x="1887538" y="5030788"/>
          <p14:tracePt t="144932" x="1895475" y="5030788"/>
          <p14:tracePt t="144940" x="1898650" y="5030788"/>
          <p14:tracePt t="144972" x="1908175" y="5030788"/>
          <p14:tracePt t="145012" x="1924050" y="5030788"/>
          <p14:tracePt t="145028" x="1931988" y="5030788"/>
          <p14:tracePt t="145036" x="1936750" y="5026025"/>
          <p14:tracePt t="145053" x="1944688" y="5026025"/>
          <p14:tracePt t="145060" x="1949450" y="5026025"/>
          <p14:tracePt t="145068" x="1957388" y="5026025"/>
          <p14:tracePt t="145076" x="1970088" y="5026025"/>
          <p14:tracePt t="145084" x="1973263" y="5026025"/>
          <p14:tracePt t="145093" x="1981200" y="5026025"/>
          <p14:tracePt t="145100" x="1998663" y="5026025"/>
          <p14:tracePt t="145110" x="2006600" y="5026025"/>
          <p14:tracePt t="145116" x="2019300" y="5026025"/>
          <p14:tracePt t="145126" x="2032000" y="5026025"/>
          <p14:tracePt t="145132" x="2043113" y="5026025"/>
          <p14:tracePt t="145140" x="2047875" y="5026025"/>
          <p14:tracePt t="145148" x="2055813" y="5026025"/>
          <p14:tracePt t="145156" x="2060575" y="5026025"/>
          <p14:tracePt t="145164" x="2068513" y="5026025"/>
          <p14:tracePt t="145173" x="2073275" y="5026025"/>
          <p14:tracePt t="145180" x="2084388" y="5026025"/>
          <p14:tracePt t="145188" x="2093913" y="5026025"/>
          <p14:tracePt t="145196" x="2097088" y="5026025"/>
          <p14:tracePt t="145204" x="2105025" y="5026025"/>
          <p14:tracePt t="145212" x="2109788" y="5026025"/>
          <p14:tracePt t="145220" x="2117725" y="5026025"/>
          <p14:tracePt t="145228" x="2122488" y="5026025"/>
          <p14:tracePt t="145245" x="2130425" y="5026025"/>
          <p14:tracePt t="145396" x="2135188" y="5026025"/>
          <p14:tracePt t="145428" x="2143125" y="5026025"/>
          <p14:tracePt t="145453" x="2146300" y="5022850"/>
          <p14:tracePt t="145493" x="2159000" y="5014913"/>
          <p14:tracePt t="145506" x="2166938" y="5014913"/>
          <p14:tracePt t="145517" x="2166938" y="5010150"/>
          <p14:tracePt t="145522" x="2171700" y="5010150"/>
          <p14:tracePt t="145532" x="2179638" y="5002213"/>
          <p14:tracePt t="149952" x="2184400" y="5002213"/>
          <p14:tracePt t="149958" x="2192338" y="5002213"/>
          <p14:tracePt t="149966" x="2205038" y="5014913"/>
          <p14:tracePt t="149975" x="2233613" y="5030788"/>
          <p14:tracePt t="149983" x="2259013" y="5051425"/>
          <p14:tracePt t="149991" x="2308225" y="5076825"/>
          <p14:tracePt t="150000" x="2378075" y="5105400"/>
          <p14:tracePt t="150006" x="2455863" y="5141913"/>
          <p14:tracePt t="150014" x="2555875" y="5175250"/>
          <p14:tracePt t="150022" x="2662238" y="5216525"/>
          <p14:tracePt t="150030" x="2762250" y="5265738"/>
          <p14:tracePt t="150038" x="2889250" y="5299075"/>
          <p14:tracePt t="150047" x="3022600" y="5348288"/>
          <p14:tracePt t="150054" x="3162300" y="5399088"/>
          <p14:tracePt t="150064" x="3306763" y="5448300"/>
          <p14:tracePt t="150070" x="3455988" y="5489575"/>
          <p14:tracePt t="150078" x="3592513" y="5546725"/>
          <p14:tracePt t="150086" x="3716338" y="5588000"/>
          <p14:tracePt t="150094" x="3843338" y="5638800"/>
          <p14:tracePt t="150102" x="3967163" y="5683250"/>
          <p14:tracePt t="150110" x="4087813" y="5711825"/>
          <p14:tracePt t="150119" x="4191000" y="5745163"/>
          <p14:tracePt t="150126" x="4284663" y="5773738"/>
          <p14:tracePt t="150134" x="4376738" y="5794375"/>
          <p14:tracePt t="150142" x="4451350" y="5819775"/>
          <p14:tracePt t="150150" x="4521200" y="5835650"/>
          <p14:tracePt t="150158" x="4575175" y="5848350"/>
          <p14:tracePt t="150166" x="4606925" y="5856288"/>
          <p14:tracePt t="150174" x="4632325" y="5861050"/>
          <p14:tracePt t="150183" x="4657725" y="5868988"/>
          <p14:tracePt t="150190" x="4660900" y="5868988"/>
          <p14:tracePt t="150198" x="4668838" y="5868988"/>
          <p14:tracePt t="150206" x="4673600" y="5868988"/>
          <p14:tracePt t="150238" x="4681538" y="5868988"/>
          <p14:tracePt t="150255" x="4686300" y="5868988"/>
          <p14:tracePt t="150270" x="4694238" y="5868988"/>
          <p14:tracePt t="150278" x="4699000" y="5868988"/>
          <p14:tracePt t="150284" x="4710113" y="5865813"/>
          <p14:tracePt t="150294" x="4722813" y="5865813"/>
          <p14:tracePt t="150302" x="4735513" y="5856288"/>
          <p14:tracePt t="150310" x="4748213" y="5856288"/>
          <p14:tracePt t="150316" x="4768850" y="5853113"/>
          <p14:tracePt t="150327" x="4781550" y="5853113"/>
          <p14:tracePt t="150334" x="4797425" y="5853113"/>
          <p14:tracePt t="150343" x="4810125" y="5853113"/>
          <p14:tracePt t="150350" x="4822825" y="5853113"/>
          <p14:tracePt t="150359" x="4830763" y="5853113"/>
          <p14:tracePt t="150366" x="4833938" y="5853113"/>
          <p14:tracePt t="150375" x="4846638" y="5853113"/>
          <p14:tracePt t="150414" x="4854575" y="5853113"/>
          <p14:tracePt t="150429" x="4859338" y="5856288"/>
          <p14:tracePt t="150438" x="4859338" y="5861050"/>
          <p14:tracePt t="150446" x="4867275" y="5861050"/>
          <p14:tracePt t="150454" x="4867275" y="5868988"/>
          <p14:tracePt t="150462" x="4872038" y="5873750"/>
          <p14:tracePt t="150470" x="4879975" y="5873750"/>
          <p14:tracePt t="150478" x="4879975" y="5881688"/>
          <p14:tracePt t="150486" x="4884738" y="5881688"/>
          <p14:tracePt t="151116" x="4879975" y="5881688"/>
          <p14:tracePt t="151126" x="4875213" y="5881688"/>
          <p14:tracePt t="151140" x="4854575" y="5886450"/>
          <p14:tracePt t="151150" x="4851400" y="5886450"/>
          <p14:tracePt t="151164" x="4818063" y="5897563"/>
          <p14:tracePt t="151173" x="4802188" y="5907088"/>
          <p14:tracePt t="151182" x="4781550" y="5907088"/>
          <p14:tracePt t="151188" x="4751388" y="5910263"/>
          <p14:tracePt t="151197" x="4727575" y="5910263"/>
          <p14:tracePt t="151206" x="4694238" y="5918200"/>
          <p14:tracePt t="151213" x="4645025" y="5922963"/>
          <p14:tracePt t="151222" x="4603750" y="5930900"/>
          <p14:tracePt t="151231" x="4565650" y="5930900"/>
          <p14:tracePt t="151236" x="4516438" y="5935663"/>
          <p14:tracePt t="151247" x="4471988" y="5935663"/>
          <p14:tracePt t="151253" x="4433888" y="5935663"/>
          <p14:tracePt t="151260" x="4405313" y="5935663"/>
          <p14:tracePt t="151268" x="4379913" y="5935663"/>
          <p14:tracePt t="151277" x="4346575" y="5935663"/>
          <p14:tracePt t="151287" x="4318000" y="5935663"/>
          <p14:tracePt t="151292" x="4294188" y="5935663"/>
          <p14:tracePt t="151302" x="4268788" y="5935663"/>
          <p14:tracePt t="151308" x="4248150" y="5943600"/>
          <p14:tracePt t="151316" x="4232275" y="5943600"/>
          <p14:tracePt t="151325" x="4211638" y="5948363"/>
          <p14:tracePt t="151332" x="4194175" y="5948363"/>
          <p14:tracePt t="151340" x="4173538" y="5948363"/>
          <p14:tracePt t="151349" x="4157663" y="5948363"/>
          <p14:tracePt t="151356" x="4137025" y="5948363"/>
          <p14:tracePt t="151364" x="4111625" y="5948363"/>
          <p14:tracePt t="151372" x="4087813" y="5956300"/>
          <p14:tracePt t="151381" x="4057650" y="5956300"/>
          <p14:tracePt t="151389" x="4033838" y="5956300"/>
          <p14:tracePt t="151396" x="4000500" y="5956300"/>
          <p14:tracePt t="151404" x="3971925" y="5959475"/>
          <p14:tracePt t="151412" x="3938588" y="5959475"/>
          <p14:tracePt t="151421" x="3910013" y="5959475"/>
          <p14:tracePt t="151429" x="3889375" y="5959475"/>
          <p14:tracePt t="151436" x="3863975" y="5959475"/>
          <p14:tracePt t="151445" x="3851275" y="5959475"/>
          <p14:tracePt t="151452" x="3835400" y="5959475"/>
          <p14:tracePt t="151460" x="3814763" y="5959475"/>
          <p14:tracePt t="151468" x="3798888" y="5959475"/>
          <p14:tracePt t="151476" x="3786188" y="5959475"/>
          <p14:tracePt t="151484" x="3765550" y="5959475"/>
          <p14:tracePt t="151492" x="3752850" y="5959475"/>
          <p14:tracePt t="151500" x="3740150" y="5959475"/>
          <p14:tracePt t="151508" x="3727450" y="5959475"/>
          <p14:tracePt t="151515" x="3711575" y="5959475"/>
          <p14:tracePt t="151524" x="3698875" y="5959475"/>
          <p14:tracePt t="151533" x="3675063" y="5959475"/>
          <p14:tracePt t="151540" x="3654425" y="5969000"/>
          <p14:tracePt t="151549" x="3629025" y="5969000"/>
          <p14:tracePt t="151557" x="3603625" y="5969000"/>
          <p14:tracePt t="151566" x="3575050" y="5969000"/>
          <p14:tracePt t="151572" x="3551238" y="5972175"/>
          <p14:tracePt t="151581" x="3525838" y="5972175"/>
          <p14:tracePt t="151588" x="3489325" y="5972175"/>
          <p14:tracePt t="151596" x="3463925" y="5972175"/>
          <p14:tracePt t="151605" x="3427413" y="5972175"/>
          <p14:tracePt t="151612" x="3381375" y="5972175"/>
          <p14:tracePt t="151620" x="3332163" y="5980113"/>
          <p14:tracePt t="151630" x="3278188" y="5980113"/>
          <p14:tracePt t="151636" x="3228975" y="5980113"/>
          <p14:tracePt t="151645" x="3170238" y="5984875"/>
          <p14:tracePt t="151652" x="3128963" y="5984875"/>
          <p14:tracePt t="151661" x="3079750" y="5984875"/>
          <p14:tracePt t="151668" x="3030538" y="5984875"/>
          <p14:tracePt t="151677" x="2992438" y="5992813"/>
          <p14:tracePt t="151684" x="2947988" y="5992813"/>
          <p14:tracePt t="151694" x="2919413" y="5992813"/>
          <p14:tracePt t="151700" x="2886075" y="5992813"/>
          <p14:tracePt t="151708" x="2868613" y="5992813"/>
          <p14:tracePt t="151716" x="2844800" y="5997575"/>
          <p14:tracePt t="151724" x="2824163" y="5997575"/>
          <p14:tracePt t="151732" x="2806700" y="5997575"/>
          <p14:tracePt t="151740" x="2795588" y="5997575"/>
          <p14:tracePt t="151750" x="2786063" y="5997575"/>
          <p14:tracePt t="151756" x="2782888" y="5997575"/>
          <p14:tracePt t="151765" x="2774950" y="5997575"/>
          <p14:tracePt t="151780" x="2770188" y="5997575"/>
          <p14:tracePt t="151796" x="2762250" y="5997575"/>
          <p14:tracePt t="151820" x="2757488" y="5997575"/>
          <p14:tracePt t="151869" x="2749550" y="5997575"/>
          <p14:tracePt t="151884" x="2744788" y="5997575"/>
          <p14:tracePt t="151892" x="2736850" y="5997575"/>
          <p14:tracePt t="151908" x="2733675" y="5997575"/>
          <p14:tracePt t="151916" x="2720975" y="5997575"/>
          <p14:tracePt t="151932" x="2708275" y="5997575"/>
          <p14:tracePt t="151942" x="2700338" y="5997575"/>
          <p14:tracePt t="151949" x="2687638" y="5997575"/>
          <p14:tracePt t="151956" x="2674938" y="5997575"/>
          <p14:tracePt t="151965" x="2662238" y="5997575"/>
          <p14:tracePt t="151973" x="2651125" y="5997575"/>
          <p14:tracePt t="151980" x="2638425" y="5997575"/>
          <p14:tracePt t="151989" x="2633663" y="5997575"/>
          <p14:tracePt t="151996" x="2625725" y="5997575"/>
          <p14:tracePt t="152005" x="2620963" y="5997575"/>
          <p14:tracePt t="152012" x="2613025" y="5992813"/>
          <p14:tracePt t="152021" x="2609850" y="5992813"/>
          <p14:tracePt t="152035" x="2600325" y="5992813"/>
          <p14:tracePt t="152066" x="2597150" y="5992813"/>
          <p14:tracePt t="152084" x="2597150" y="5989638"/>
          <p14:tracePt t="152100" x="2589213" y="5989638"/>
          <p14:tracePt t="152123" x="2584450" y="5989638"/>
          <p14:tracePt t="152146" x="2576513" y="5989638"/>
          <p14:tracePt t="152162" x="2571750" y="5989638"/>
          <p14:tracePt t="152180" x="2571750" y="5980113"/>
          <p14:tracePt t="152187" x="2563813" y="5980113"/>
          <p14:tracePt t="152203" x="2551113" y="5980113"/>
          <p14:tracePt t="152218" x="2547938" y="5980113"/>
          <p14:tracePt t="152226" x="2538413" y="5980113"/>
          <p14:tracePt t="152234" x="2535238" y="5980113"/>
          <p14:tracePt t="152243" x="2527300" y="5980113"/>
          <p14:tracePt t="152250" x="2522538" y="5980113"/>
          <p14:tracePt t="152258" x="2514600" y="5980113"/>
          <p14:tracePt t="152266" x="2501900" y="5980113"/>
          <p14:tracePt t="152274" x="2489200" y="5980113"/>
          <p14:tracePt t="152283" x="2476500" y="5980113"/>
          <p14:tracePt t="152290" x="2473325" y="5980113"/>
          <p14:tracePt t="152298" x="2465388" y="5976938"/>
          <p14:tracePt t="152307" x="2460625" y="5976938"/>
          <p14:tracePt t="152314" x="2452688" y="5976938"/>
          <p14:tracePt t="152322" x="2447925" y="5976938"/>
          <p14:tracePt t="152330" x="2439988" y="5976938"/>
          <p14:tracePt t="152339" x="2435225" y="5976938"/>
          <p14:tracePt t="152355" x="2427288" y="5976938"/>
          <p14:tracePt t="152371" x="2424113" y="5976938"/>
          <p14:tracePt t="154401" x="2414588" y="5969000"/>
          <p14:tracePt t="154417" x="2403475" y="5956300"/>
          <p14:tracePt t="154426" x="2403475" y="5951538"/>
          <p14:tracePt t="154435" x="2398713" y="5943600"/>
          <p14:tracePt t="154442" x="2390775" y="5930900"/>
          <p14:tracePt t="154450" x="2386013" y="5915025"/>
          <p14:tracePt t="154458" x="2373313" y="5894388"/>
          <p14:tracePt t="154464" x="2362200" y="5876925"/>
          <p14:tracePt t="154474" x="2341563" y="5845175"/>
          <p14:tracePt t="154483" x="2328863" y="5819775"/>
          <p14:tracePt t="154490" x="2311400" y="5783263"/>
          <p14:tracePt t="154498" x="2290763" y="5721350"/>
          <p14:tracePt t="154506" x="2254250" y="5654675"/>
          <p14:tracePt t="154512" x="2205038" y="5572125"/>
          <p14:tracePt t="154522" x="2151063" y="5472113"/>
          <p14:tracePt t="154530" x="2114550" y="5373688"/>
          <p14:tracePt t="154539" x="2063750" y="5249863"/>
          <p14:tracePt t="154547" x="2019300" y="5151438"/>
          <p14:tracePt t="154554" x="1990725" y="5026025"/>
          <p14:tracePt t="154563" x="1970088" y="4927600"/>
          <p14:tracePt t="154569" x="1952625" y="4816475"/>
          <p14:tracePt t="154579" x="1939925" y="4713288"/>
          <p14:tracePt t="154586" x="1931988" y="4618038"/>
          <p14:tracePt t="154594" x="1928813" y="4538663"/>
          <p14:tracePt t="154603" x="1916113" y="4465638"/>
          <p14:tracePt t="154610" x="1903413" y="4391025"/>
          <p14:tracePt t="154619" x="1903413" y="4316413"/>
          <p14:tracePt t="154624" x="1903413" y="4259263"/>
          <p14:tracePt t="154635" x="1903413" y="4229100"/>
          <p14:tracePt t="154643" x="1903413" y="4192588"/>
          <p14:tracePt t="154651" x="1903413" y="4171950"/>
          <p14:tracePt t="154658" x="1903413" y="4159250"/>
          <p14:tracePt t="154666" x="1903413" y="4154488"/>
          <p14:tracePt t="154674" x="1895475" y="4146550"/>
          <p14:tracePt t="154738" x="1890713" y="4151313"/>
          <p14:tracePt t="154746" x="1882775" y="4159250"/>
          <p14:tracePt t="154754" x="1870075" y="4164013"/>
          <p14:tracePt t="154762" x="1865313" y="4175125"/>
          <p14:tracePt t="154770" x="1854200" y="4187825"/>
          <p14:tracePt t="154778" x="1833563" y="4195763"/>
          <p14:tracePt t="154786" x="1816100" y="4221163"/>
          <p14:tracePt t="154794" x="1782763" y="4238625"/>
          <p14:tracePt t="154802" x="1758950" y="4259263"/>
          <p14:tracePt t="154810" x="1730375" y="4283075"/>
          <p14:tracePt t="154818" x="1692275" y="4308475"/>
          <p14:tracePt t="154826" x="1658938" y="4332288"/>
          <p14:tracePt t="154835" x="1617663" y="4357688"/>
          <p14:tracePt t="154843" x="1585913" y="4383088"/>
          <p14:tracePt t="154852" x="1560513" y="4398963"/>
          <p14:tracePt t="154858" x="1531938" y="4424363"/>
          <p14:tracePt t="154866" x="1511300" y="4445000"/>
          <p14:tracePt t="154874" x="1482725" y="4460875"/>
          <p14:tracePt t="154882" x="1470025" y="4473575"/>
          <p14:tracePt t="154890" x="1449388" y="4486275"/>
          <p14:tracePt t="154901" x="1444625" y="4494213"/>
          <p14:tracePt t="154906" x="1436688" y="4497388"/>
          <p14:tracePt t="154915" x="1431925" y="4497388"/>
          <p14:tracePt t="154970" x="1431925" y="4481513"/>
          <p14:tracePt t="154977" x="1441450" y="4445000"/>
          <p14:tracePt t="154985" x="1449388" y="4419600"/>
          <p14:tracePt t="154994" x="1452563" y="4383088"/>
          <p14:tracePt t="155002" x="1452563" y="4352925"/>
          <p14:tracePt t="155010" x="1452563" y="4321175"/>
          <p14:tracePt t="155018" x="1462088" y="4295775"/>
          <p14:tracePt t="155026" x="1462088" y="4279900"/>
          <p14:tracePt t="155035" x="1462088" y="4267200"/>
          <p14:tracePt t="155043" x="1462088" y="4254500"/>
          <p14:tracePt t="155052" x="1462088" y="4233863"/>
          <p14:tracePt t="155056" x="1462088" y="4229100"/>
          <p14:tracePt t="155074" x="1462088" y="4221163"/>
          <p14:tracePt t="155400" x="1462088" y="4216400"/>
          <p14:tracePt t="155408" x="1462088" y="4205288"/>
          <p14:tracePt t="155424" x="1462088" y="4192588"/>
          <p14:tracePt t="155433" x="1462088" y="4184650"/>
          <p14:tracePt t="155440" x="1462088" y="4167188"/>
          <p14:tracePt t="155448" x="1462088" y="4154488"/>
          <p14:tracePt t="155456" x="1462088" y="4146550"/>
          <p14:tracePt t="155464" x="1462088" y="4143375"/>
          <p14:tracePt t="155472" x="1462088" y="4133850"/>
          <p14:tracePt t="155480" x="1457325" y="4130675"/>
          <p14:tracePt t="155497" x="1457325" y="4122738"/>
          <p14:tracePt t="155608" x="1449388" y="4122738"/>
          <p14:tracePt t="155616" x="1444625" y="4122738"/>
          <p14:tracePt t="155632" x="1436688" y="4122738"/>
          <p14:tracePt t="155648" x="1431925" y="4122738"/>
          <p14:tracePt t="155680" x="1423988" y="4122738"/>
          <p14:tracePt t="155720" x="1420813" y="4125913"/>
          <p14:tracePt t="155840" x="1411288" y="4125913"/>
          <p14:tracePt t="155984" x="1408113" y="4125913"/>
          <p14:tracePt t="155992" x="1400175" y="4125913"/>
          <p14:tracePt t="156000" x="1395413" y="4125913"/>
          <p14:tracePt t="156016" x="1382713" y="4133850"/>
          <p14:tracePt t="156035" x="1374775" y="4133850"/>
          <p14:tracePt t="156041" x="1370013" y="4133850"/>
          <p14:tracePt t="156064" x="1362075" y="4133850"/>
          <p14:tracePt t="156160" x="1358900" y="4138613"/>
          <p14:tracePt t="156169" x="1358900" y="4146550"/>
          <p14:tracePt t="156176" x="1349375" y="4151313"/>
          <p14:tracePt t="156185" x="1346200" y="4159250"/>
          <p14:tracePt t="156192" x="1346200" y="4171950"/>
          <p14:tracePt t="156200" x="1338263" y="4171950"/>
          <p14:tracePt t="156208" x="1338263" y="4175125"/>
          <p14:tracePt t="156224" x="1338263" y="4184650"/>
          <p14:tracePt t="156336" x="1338263" y="4171950"/>
          <p14:tracePt t="156344" x="1338263" y="4167188"/>
          <p14:tracePt t="156352" x="1338263" y="4146550"/>
          <p14:tracePt t="156360" x="1338263" y="4122738"/>
          <p14:tracePt t="156370" x="1333500" y="4105275"/>
          <p14:tracePt t="156376" x="1333500" y="4092575"/>
          <p14:tracePt t="156385" x="1333500" y="4068763"/>
          <p14:tracePt t="156392" x="1333500" y="4022725"/>
          <p14:tracePt t="156401" x="1325563" y="3998913"/>
          <p14:tracePt t="156407" x="1325563" y="3973513"/>
          <p14:tracePt t="156416" x="1325563" y="3948113"/>
          <p14:tracePt t="156424" x="1325563" y="3932238"/>
          <p14:tracePt t="156432" x="1325563" y="3911600"/>
          <p14:tracePt t="156440" x="1325563" y="3898900"/>
          <p14:tracePt t="156448" x="1325563" y="3895725"/>
          <p14:tracePt t="156456" x="1325563" y="3875088"/>
          <p14:tracePt t="156464" x="1328738" y="3870325"/>
          <p14:tracePt t="156472" x="1328738" y="3862388"/>
          <p14:tracePt t="156480" x="1338263" y="3857625"/>
          <p14:tracePt t="156488" x="1338263" y="3849688"/>
          <p14:tracePt t="156497" x="1338263" y="3844925"/>
          <p14:tracePt t="156512" x="1341438" y="3833813"/>
          <p14:tracePt t="156528" x="1349375" y="3813175"/>
          <p14:tracePt t="156537" x="1349375" y="3808413"/>
          <p14:tracePt t="156544" x="1349375" y="3783013"/>
          <p14:tracePt t="156554" x="1349375" y="3770313"/>
          <p14:tracePt t="156561" x="1349375" y="3749675"/>
          <p14:tracePt t="156570" x="1346200" y="3721100"/>
          <p14:tracePt t="156576" x="1338263" y="3697288"/>
          <p14:tracePt t="156584" x="1320800" y="3671888"/>
          <p14:tracePt t="156592" x="1308100" y="3659188"/>
          <p14:tracePt t="156600" x="1296988" y="3635375"/>
          <p14:tracePt t="156608" x="1284288" y="3602038"/>
          <p14:tracePt t="156615" x="1258888" y="3584575"/>
          <p14:tracePt t="156624" x="1238250" y="3576638"/>
          <p14:tracePt t="156632" x="1222375" y="3563938"/>
          <p14:tracePt t="156640" x="1196975" y="3535363"/>
          <p14:tracePt t="156648" x="1173163" y="3511550"/>
          <p14:tracePt t="156656" x="1147763" y="3486150"/>
          <p14:tracePt t="156664" x="1114425" y="3465513"/>
          <p14:tracePt t="156672" x="1085850" y="3460750"/>
          <p14:tracePt t="156680" x="1065213" y="3449638"/>
          <p14:tracePt t="156690" x="1023938" y="3440113"/>
          <p14:tracePt t="156696" x="990600" y="3436938"/>
          <p14:tracePt t="156705" x="962025" y="3424238"/>
          <p14:tracePt t="156713" x="915988" y="3424238"/>
          <p14:tracePt t="156719" x="879475" y="3403600"/>
          <p14:tracePt t="156728" x="854075" y="3398838"/>
          <p14:tracePt t="156737" x="830263" y="3378200"/>
          <p14:tracePt t="156745" x="817563" y="3367088"/>
          <p14:tracePt t="156754" x="801688" y="3367088"/>
          <p14:tracePt t="156760" x="781050" y="3354388"/>
          <p14:tracePt t="156770" x="768350" y="3354388"/>
          <p14:tracePt t="156776" x="750888" y="3349625"/>
          <p14:tracePt t="156785" x="742950" y="3349625"/>
          <p14:tracePt t="156800" x="742950" y="3341688"/>
          <p14:tracePt t="156920" x="747713" y="3341688"/>
          <p14:tracePt t="156937" x="755650" y="3341688"/>
          <p14:tracePt t="156952" x="760413" y="3341688"/>
          <p14:tracePt t="156960" x="768350" y="3341688"/>
          <p14:tracePt t="156968" x="781050" y="3341688"/>
          <p14:tracePt t="156976" x="784225" y="3354388"/>
          <p14:tracePt t="156985" x="796925" y="3367088"/>
          <p14:tracePt t="156992" x="809625" y="3370263"/>
          <p14:tracePt t="157000" x="822325" y="3382963"/>
          <p14:tracePt t="157008" x="833438" y="3395663"/>
          <p14:tracePt t="157016" x="846138" y="3408363"/>
          <p14:tracePt t="157024" x="858838" y="3416300"/>
          <p14:tracePt t="157032" x="879475" y="3440113"/>
          <p14:tracePt t="157040" x="895350" y="3457575"/>
          <p14:tracePt t="157049" x="904875" y="3494088"/>
          <p14:tracePt t="157056" x="933450" y="3502025"/>
          <p14:tracePt t="157064" x="946150" y="3506788"/>
          <p14:tracePt t="157072" x="966788" y="3532188"/>
          <p14:tracePt t="157080" x="977900" y="3552825"/>
          <p14:tracePt t="157090" x="990600" y="3581400"/>
          <p14:tracePt t="157096" x="1003300" y="3602038"/>
          <p14:tracePt t="157104" x="1019175" y="3614738"/>
          <p14:tracePt t="157112" x="1031875" y="3625850"/>
          <p14:tracePt t="157121" x="1044575" y="3651250"/>
          <p14:tracePt t="157128" x="1057275" y="3676650"/>
          <p14:tracePt t="157136" x="1077913" y="3687763"/>
          <p14:tracePt t="157144" x="1090613" y="3700463"/>
          <p14:tracePt t="157154" x="1106488" y="3717925"/>
          <p14:tracePt t="157160" x="1119188" y="3725863"/>
          <p14:tracePt t="157169" x="1131888" y="3738563"/>
          <p14:tracePt t="157176" x="1143000" y="3741738"/>
          <p14:tracePt t="157184" x="1155700" y="3762375"/>
          <p14:tracePt t="157192" x="1168400" y="3767138"/>
          <p14:tracePt t="157200" x="1181100" y="3775075"/>
          <p14:tracePt t="157208" x="1193800" y="3775075"/>
          <p14:tracePt t="157216" x="1204913" y="3775075"/>
          <p14:tracePt t="157224" x="1214438" y="3775075"/>
          <p14:tracePt t="157232" x="1217613" y="3775075"/>
          <p14:tracePt t="157249" x="1225550" y="3775075"/>
          <p14:tracePt t="157264" x="1230313" y="3775075"/>
          <p14:tracePt t="157280" x="1238250" y="3775075"/>
          <p14:tracePt t="157289" x="1243013" y="3779838"/>
          <p14:tracePt t="157296" x="1250950" y="3787775"/>
          <p14:tracePt t="157304" x="1255713" y="3792538"/>
          <p14:tracePt t="157312" x="1266825" y="3800475"/>
          <p14:tracePt t="157321" x="1287463" y="3813175"/>
          <p14:tracePt t="157328" x="1312863" y="3824288"/>
          <p14:tracePt t="157338" x="1341438" y="3849688"/>
          <p14:tracePt t="157344" x="1379538" y="3886200"/>
          <p14:tracePt t="157352" x="1416050" y="3924300"/>
          <p14:tracePt t="157360" x="1465263" y="3973513"/>
          <p14:tracePt t="157368" x="1503363" y="4035425"/>
          <p14:tracePt t="157376" x="1539875" y="4084638"/>
          <p14:tracePt t="157384" x="1576388" y="4133850"/>
          <p14:tracePt t="157392" x="1601788" y="4184650"/>
          <p14:tracePt t="157401" x="1622425" y="4233863"/>
          <p14:tracePt t="157408" x="1635125" y="4287838"/>
          <p14:tracePt t="157417" x="1647825" y="4321175"/>
          <p14:tracePt t="157424" x="1651000" y="4362450"/>
          <p14:tracePt t="157432" x="1658938" y="4383088"/>
          <p14:tracePt t="157440" x="1658938" y="4398963"/>
          <p14:tracePt t="157449" x="1663700" y="4419600"/>
          <p14:tracePt t="157456" x="1663700" y="4435475"/>
          <p14:tracePt t="157464" x="1663700" y="4445000"/>
          <p14:tracePt t="157472" x="1663700" y="4456113"/>
          <p14:tracePt t="157480" x="1663700" y="4468813"/>
          <p14:tracePt t="157496" x="1663700" y="4473575"/>
          <p14:tracePt t="157520" x="1658938" y="4473575"/>
          <p14:tracePt t="157584" x="1655763" y="4473575"/>
          <p14:tracePt t="157600" x="1647825" y="4473575"/>
          <p14:tracePt t="157665" x="1643063" y="4473575"/>
          <p14:tracePt t="157672" x="1643063" y="4468813"/>
          <p14:tracePt t="157680" x="1643063" y="4465638"/>
          <p14:tracePt t="157688" x="1635125" y="4465638"/>
          <p14:tracePt t="157712" x="1635125" y="4456113"/>
          <p14:tracePt t="157720" x="1630363" y="4456113"/>
          <p14:tracePt t="157729" x="1630363" y="4452938"/>
          <p14:tracePt t="157752" x="1622425" y="4445000"/>
          <p14:tracePt t="157768" x="1617663" y="4440238"/>
          <p14:tracePt t="157785" x="1606550" y="4427538"/>
          <p14:tracePt t="157792" x="1593850" y="4419600"/>
          <p14:tracePt t="157801" x="1581150" y="4403725"/>
          <p14:tracePt t="157808" x="1568450" y="4391025"/>
          <p14:tracePt t="157817" x="1547813" y="4357688"/>
          <p14:tracePt t="157824" x="1524000" y="4341813"/>
          <p14:tracePt t="157832" x="1498600" y="4321175"/>
          <p14:tracePt t="157840" x="1485900" y="4308475"/>
          <p14:tracePt t="157849" x="1470025" y="4291013"/>
          <p14:tracePt t="157856" x="1462088" y="4291013"/>
          <p14:tracePt t="157865" x="1457325" y="4283075"/>
          <p14:tracePt t="157872" x="1449388" y="4279900"/>
          <p14:tracePt t="157887" x="1444625" y="4270375"/>
          <p14:tracePt t="157902" x="1436688" y="4270375"/>
          <p14:tracePt t="157934" x="1431925" y="4270375"/>
          <p14:tracePt t="157958" x="1423988" y="4270375"/>
          <p14:tracePt t="157968" x="1420813" y="4270375"/>
          <p14:tracePt t="157984" x="1411288" y="4259263"/>
          <p14:tracePt t="157992" x="1408113" y="4259263"/>
          <p14:tracePt t="157998" x="1400175" y="4259263"/>
          <p14:tracePt t="158008" x="1395413" y="4259263"/>
          <p14:tracePt t="158016" x="1387475" y="4254500"/>
          <p14:tracePt t="158024" x="1382713" y="4254500"/>
          <p14:tracePt t="158032" x="1374775" y="4246563"/>
          <p14:tracePt t="158040" x="1370013" y="4246563"/>
          <p14:tracePt t="158054" x="1362075" y="4246563"/>
          <p14:tracePt t="158072" x="1362075" y="4241800"/>
          <p14:tracePt t="158078" x="1358900" y="4241800"/>
          <p14:tracePt t="158088" x="1358900" y="4233863"/>
          <p14:tracePt t="158112" x="1358900" y="4229100"/>
          <p14:tracePt t="158128" x="1349375" y="4229100"/>
          <p14:tracePt t="158136" x="1349375" y="4221163"/>
          <p14:tracePt t="158151" x="1349375" y="4216400"/>
          <p14:tracePt t="158168" x="1349375" y="4208463"/>
          <p14:tracePt t="158184" x="1349375" y="4205288"/>
          <p14:tracePt t="158206" x="1349375" y="4195763"/>
          <p14:tracePt t="158334" x="1346200" y="4195763"/>
          <p14:tracePt t="158352" x="1346200" y="4200525"/>
          <p14:tracePt t="158390" x="1346200" y="4208463"/>
          <p14:tracePt t="158398" x="1346200" y="4213225"/>
          <p14:tracePt t="158406" x="1346200" y="4225925"/>
          <p14:tracePt t="158415" x="1346200" y="4233863"/>
          <p14:tracePt t="158422" x="1346200" y="4238625"/>
          <p14:tracePt t="158439" x="1346200" y="4246563"/>
          <p14:tracePt t="158446" x="1346200" y="4259263"/>
          <p14:tracePt t="158463" x="1346200" y="4262438"/>
          <p14:tracePt t="158470" x="1346200" y="4275138"/>
          <p14:tracePt t="158478" x="1346200" y="4283075"/>
          <p14:tracePt t="158486" x="1346200" y="4287838"/>
          <p14:tracePt t="158495" x="1346200" y="4295775"/>
          <p14:tracePt t="158503" x="1346200" y="4308475"/>
          <p14:tracePt t="158510" x="1346200" y="4311650"/>
          <p14:tracePt t="158519" x="1346200" y="4324350"/>
          <p14:tracePt t="158526" x="1346200" y="4332288"/>
          <p14:tracePt t="158534" x="1346200" y="4344988"/>
          <p14:tracePt t="158542" x="1346200" y="4349750"/>
          <p14:tracePt t="158550" x="1346200" y="4357688"/>
          <p14:tracePt t="158558" x="1338263" y="4370388"/>
          <p14:tracePt t="158574" x="1338263" y="4386263"/>
          <p14:tracePt t="158583" x="1333500" y="4394200"/>
          <p14:tracePt t="158590" x="1333500" y="4406900"/>
          <p14:tracePt t="158598" x="1325563" y="4411663"/>
          <p14:tracePt t="158606" x="1320800" y="4419600"/>
          <p14:tracePt t="158614" x="1320800" y="4424363"/>
          <p14:tracePt t="158622" x="1320800" y="4435475"/>
          <p14:tracePt t="158631" x="1312863" y="4448175"/>
          <p14:tracePt t="158639" x="1312863" y="4456113"/>
          <p14:tracePt t="158646" x="1308100" y="4460875"/>
          <p14:tracePt t="158654" x="1308100" y="4473575"/>
          <p14:tracePt t="158662" x="1300163" y="4481513"/>
          <p14:tracePt t="158670" x="1300163" y="4486275"/>
          <p14:tracePt t="158679" x="1296988" y="4494213"/>
          <p14:tracePt t="158695" x="1296988" y="4497388"/>
          <p14:tracePt t="158703" x="1296988" y="4510088"/>
          <p14:tracePt t="158711" x="1296988" y="4522788"/>
          <p14:tracePt t="158726" x="1296988" y="4535488"/>
          <p14:tracePt t="158734" x="1287463" y="4548188"/>
          <p14:tracePt t="158742" x="1287463" y="4556125"/>
          <p14:tracePt t="158750" x="1287463" y="4568825"/>
          <p14:tracePt t="158758" x="1287463" y="4579938"/>
          <p14:tracePt t="158766" x="1284288" y="4597400"/>
          <p14:tracePt t="158775" x="1284288" y="4618038"/>
          <p14:tracePt t="158783" x="1284288" y="4633913"/>
          <p14:tracePt t="158790" x="1284288" y="4659313"/>
          <p14:tracePt t="158799" x="1276350" y="4679950"/>
          <p14:tracePt t="158806" x="1276350" y="4705350"/>
          <p14:tracePt t="158814" x="1276350" y="4729163"/>
          <p14:tracePt t="158823" x="1276350" y="4754563"/>
          <p14:tracePt t="158830" x="1276350" y="4770438"/>
          <p14:tracePt t="158839" x="1276350" y="4791075"/>
          <p14:tracePt t="158846" x="1276350" y="4808538"/>
          <p14:tracePt t="158855" x="1276350" y="4819650"/>
          <p14:tracePt t="158862" x="1276350" y="4845050"/>
          <p14:tracePt t="158870" x="1276350" y="4857750"/>
          <p14:tracePt t="158878" x="1276350" y="4870450"/>
          <p14:tracePt t="158887" x="1276350" y="4881563"/>
          <p14:tracePt t="158894" x="1276350" y="4894263"/>
          <p14:tracePt t="158906" x="1276350" y="4902200"/>
          <p14:tracePt t="158909" x="1279525" y="4906963"/>
          <p14:tracePt t="158919" x="1279525" y="4919663"/>
          <p14:tracePt t="158934" x="1279525" y="4927600"/>
          <p14:tracePt t="158944" x="1279525" y="4932363"/>
          <p14:tracePt t="158950" x="1279525" y="4940300"/>
          <p14:tracePt t="158958" x="1279525" y="4943475"/>
          <p14:tracePt t="158974" x="1279525" y="4953000"/>
          <p14:tracePt t="158982" x="1279525" y="4956175"/>
          <p14:tracePt t="158998" x="1279525" y="4964113"/>
          <p14:tracePt t="161180" x="1279525" y="4968875"/>
          <p14:tracePt t="161205" x="1287463" y="4968875"/>
          <p14:tracePt t="165776" x="1287463" y="4976813"/>
          <p14:tracePt t="165784" x="1287463" y="4981575"/>
          <p14:tracePt t="165792" x="1287463" y="5002213"/>
          <p14:tracePt t="165800" x="1287463" y="5014913"/>
          <p14:tracePt t="165808" x="1287463" y="5030788"/>
          <p14:tracePt t="165816" x="1287463" y="5043488"/>
          <p14:tracePt t="165824" x="1287463" y="5056188"/>
          <p14:tracePt t="165840" x="1287463" y="5064125"/>
          <p14:tracePt t="165856" x="1292225" y="5064125"/>
          <p14:tracePt t="165888" x="1300163" y="5064125"/>
          <p14:tracePt t="165897" x="1304925" y="5064125"/>
          <p14:tracePt t="165914" x="1312863" y="5059363"/>
          <p14:tracePt t="165920" x="1317625" y="5051425"/>
          <p14:tracePt t="165929" x="1325563" y="5051425"/>
          <p14:tracePt t="165936" x="1328738" y="5046663"/>
          <p14:tracePt t="165960" x="1338263" y="5046663"/>
          <p14:tracePt t="166080" x="1338263" y="5038725"/>
          <p14:tracePt t="166113" x="1338263" y="5043488"/>
          <p14:tracePt t="166120" x="1333500" y="5056188"/>
          <p14:tracePt t="166128" x="1333500" y="5076825"/>
          <p14:tracePt t="166136" x="1325563" y="5092700"/>
          <p14:tracePt t="166146" x="1325563" y="5113338"/>
          <p14:tracePt t="166473" x="1379538" y="5113338"/>
          <p14:tracePt t="166480" x="1390650" y="5108575"/>
          <p14:tracePt t="166488" x="1390650" y="5064125"/>
          <p14:tracePt t="166496" x="1390650" y="4960938"/>
          <p14:tracePt t="166506" x="1370013" y="4865688"/>
          <p14:tracePt t="166513" x="1325563" y="4762500"/>
          <p14:tracePt t="166520" x="1276350" y="4618038"/>
          <p14:tracePt t="166531" x="1225550" y="4452938"/>
          <p14:tracePt t="166536" x="1209675" y="4291013"/>
          <p14:tracePt t="166545" x="1209675" y="4097338"/>
          <p14:tracePt t="166552" x="1201738" y="3898900"/>
          <p14:tracePt t="166561" x="1196975" y="3713163"/>
          <p14:tracePt t="166569" x="1176338" y="3527425"/>
          <p14:tracePt t="166576" x="1160463" y="3341688"/>
          <p14:tracePt t="166584" x="1147763" y="3117850"/>
          <p14:tracePt t="166592" x="1127125" y="2932113"/>
          <p14:tracePt t="166600" x="1114425" y="2722563"/>
          <p14:tracePt t="166608" x="1098550" y="2506663"/>
          <p14:tracePt t="166616" x="1073150" y="2308225"/>
          <p14:tracePt t="166624" x="1060450" y="2098675"/>
          <p14:tracePt t="166633" x="1036638" y="1874838"/>
          <p14:tracePt t="166639" x="1016000" y="1676400"/>
          <p14:tracePt t="166649" x="998538" y="1503363"/>
          <p14:tracePt t="166656" x="977900" y="1346200"/>
          <p14:tracePt t="166664" x="962025" y="1198563"/>
          <p14:tracePt t="166672" x="949325" y="1049338"/>
          <p14:tracePt t="166679" x="925513" y="912813"/>
          <p14:tracePt t="166688" x="900113" y="773113"/>
          <p14:tracePt t="166697" x="874713" y="639763"/>
          <p14:tracePt t="166704" x="842963" y="536575"/>
          <p14:tracePt t="166713" x="812800" y="441325"/>
          <p14:tracePt t="166720" x="781050" y="363538"/>
          <p14:tracePt t="166729" x="750888" y="301625"/>
          <p14:tracePt t="166736" x="730250" y="244475"/>
          <p14:tracePt t="166745" x="714375" y="214313"/>
          <p14:tracePt t="166752" x="693738" y="177800"/>
          <p14:tracePt t="166761" x="681038" y="152400"/>
          <p14:tracePt t="166768" x="677863" y="131763"/>
          <p14:tracePt t="166777" x="668338" y="107950"/>
          <p14:tracePt t="166784" x="665163" y="90488"/>
          <p14:tracePt t="166792" x="657225" y="69850"/>
          <p14:tracePt t="166800" x="652463" y="53975"/>
          <p14:tracePt t="166808" x="644525" y="33338"/>
          <p14:tracePt t="166816" x="644525" y="20638"/>
          <p14:tracePt t="166824" x="639763" y="4763"/>
        </p14:tracePtLst>
      </p14:laserTraceLst>
    </p:ext>
  </p:extLs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Content Placeholder 2"/>
          <p:cNvSpPr>
            <a:spLocks noGrp="1"/>
          </p:cNvSpPr>
          <p:nvPr>
            <p:ph idx="1"/>
          </p:nvPr>
        </p:nvSpPr>
        <p:spPr>
          <a:xfrm>
            <a:off x="234590" y="1404367"/>
            <a:ext cx="9540007" cy="5367468"/>
          </a:xfrm>
        </p:spPr>
        <p:txBody>
          <a:bodyPr>
            <a:noAutofit/>
          </a:bodyPr>
          <a:lstStyle/>
          <a:p>
            <a:pPr eaLnBrk="1" hangingPunct="1"/>
            <a:r>
              <a:rPr lang="nb-NO" altLang="nb-NO" sz="2400" dirty="0">
                <a:latin typeface="Calibri" panose="020F0502020204030204" pitchFamily="34" charset="0"/>
                <a:ea typeface="Calibri" panose="020F0502020204030204" pitchFamily="34" charset="0"/>
                <a:cs typeface="Calibri" panose="020F0502020204030204" pitchFamily="34" charset="0"/>
              </a:rPr>
              <a:t>Empirisk forskning: Institusjoner som rettsvesen, offentlig byråkrati, demokratiske prosesser </a:t>
            </a:r>
            <a:r>
              <a:rPr lang="nb-NO" altLang="nb-NO" sz="2400" dirty="0" err="1">
                <a:latin typeface="Calibri" panose="020F0502020204030204" pitchFamily="34" charset="0"/>
                <a:ea typeface="Calibri" panose="020F0502020204030204" pitchFamily="34" charset="0"/>
                <a:cs typeface="Calibri" panose="020F0502020204030204" pitchFamily="34" charset="0"/>
              </a:rPr>
              <a:t>etc</a:t>
            </a:r>
            <a:r>
              <a:rPr lang="nb-NO" altLang="nb-NO" sz="2400" dirty="0">
                <a:latin typeface="Calibri" panose="020F0502020204030204" pitchFamily="34" charset="0"/>
                <a:ea typeface="Calibri" panose="020F0502020204030204" pitchFamily="34" charset="0"/>
                <a:cs typeface="Calibri" panose="020F0502020204030204" pitchFamily="34" charset="0"/>
              </a:rPr>
              <a:t> er svært viktig for økonomisk vekst. </a:t>
            </a:r>
            <a:r>
              <a:rPr lang="nb-NO" altLang="nb-NO" sz="2400" dirty="0">
                <a:solidFill>
                  <a:srgbClr val="FF0000"/>
                </a:solidFill>
                <a:latin typeface="Calibri" panose="020F0502020204030204" pitchFamily="34" charset="0"/>
                <a:ea typeface="Calibri" panose="020F0502020204030204" pitchFamily="34" charset="0"/>
                <a:cs typeface="Calibri" panose="020F0502020204030204" pitchFamily="34" charset="0"/>
              </a:rPr>
              <a:t>Forskning viser at </a:t>
            </a:r>
            <a:r>
              <a:rPr lang="nb-NO" altLang="nb-NO" sz="2400" i="1" dirty="0">
                <a:solidFill>
                  <a:srgbClr val="FF0000"/>
                </a:solidFill>
                <a:latin typeface="Calibri" panose="020F0502020204030204" pitchFamily="34" charset="0"/>
                <a:ea typeface="Calibri" panose="020F0502020204030204" pitchFamily="34" charset="0"/>
                <a:cs typeface="Calibri" panose="020F0502020204030204" pitchFamily="34" charset="0"/>
              </a:rPr>
              <a:t>en tredobling av institusjonell kvalitet kan syv doble BNP-veksten.</a:t>
            </a:r>
          </a:p>
          <a:p>
            <a:pPr eaLnBrk="1" hangingPunct="1"/>
            <a:endParaRPr lang="nb-NO" altLang="nb-NO" sz="2400" dirty="0">
              <a:latin typeface="Calibri" panose="020F0502020204030204" pitchFamily="34" charset="0"/>
              <a:ea typeface="Calibri" panose="020F0502020204030204" pitchFamily="34" charset="0"/>
              <a:cs typeface="Calibri" panose="020F0502020204030204" pitchFamily="34" charset="0"/>
            </a:endParaRPr>
          </a:p>
          <a:p>
            <a:pPr eaLnBrk="1" hangingPunct="1"/>
            <a:r>
              <a:rPr lang="nb-NO" altLang="nb-NO" sz="2400" dirty="0">
                <a:latin typeface="Calibri" panose="020F0502020204030204" pitchFamily="34" charset="0"/>
                <a:ea typeface="Calibri" panose="020F0502020204030204" pitchFamily="34" charset="0"/>
                <a:cs typeface="Calibri" panose="020F0502020204030204" pitchFamily="34" charset="0"/>
              </a:rPr>
              <a:t>NOU 2009: 10: Skatteparadisene gjør at makteliten i et utviklingsland kan ha en </a:t>
            </a:r>
            <a:r>
              <a:rPr lang="nb-NO" altLang="nb-NO" sz="2400" dirty="0">
                <a:solidFill>
                  <a:srgbClr val="FF0000"/>
                </a:solidFill>
                <a:latin typeface="Calibri" panose="020F0502020204030204" pitchFamily="34" charset="0"/>
                <a:ea typeface="Calibri" panose="020F0502020204030204" pitchFamily="34" charset="0"/>
                <a:cs typeface="Calibri" panose="020F0502020204030204" pitchFamily="34" charset="0"/>
              </a:rPr>
              <a:t>egeninteresse</a:t>
            </a:r>
            <a:r>
              <a:rPr lang="nb-NO" altLang="nb-NO" sz="2400" dirty="0">
                <a:latin typeface="Calibri" panose="020F0502020204030204" pitchFamily="34" charset="0"/>
                <a:ea typeface="Calibri" panose="020F0502020204030204" pitchFamily="34" charset="0"/>
                <a:cs typeface="Calibri" panose="020F0502020204030204" pitchFamily="34" charset="0"/>
              </a:rPr>
              <a:t> av å </a:t>
            </a:r>
            <a:r>
              <a:rPr lang="nb-NO" altLang="nb-NO" sz="2400" dirty="0">
                <a:solidFill>
                  <a:srgbClr val="FF0000"/>
                </a:solidFill>
                <a:latin typeface="Calibri" panose="020F0502020204030204" pitchFamily="34" charset="0"/>
                <a:ea typeface="Calibri" panose="020F0502020204030204" pitchFamily="34" charset="0"/>
                <a:cs typeface="Calibri" panose="020F0502020204030204" pitchFamily="34" charset="0"/>
              </a:rPr>
              <a:t>svekke</a:t>
            </a:r>
            <a:r>
              <a:rPr lang="nb-NO" altLang="nb-NO" sz="2400" dirty="0">
                <a:latin typeface="Calibri" panose="020F0502020204030204" pitchFamily="34" charset="0"/>
                <a:ea typeface="Calibri" panose="020F0502020204030204" pitchFamily="34" charset="0"/>
                <a:cs typeface="Calibri" panose="020F0502020204030204" pitchFamily="34" charset="0"/>
              </a:rPr>
              <a:t> eget lands institusjoner</a:t>
            </a:r>
          </a:p>
          <a:p>
            <a:pPr lvl="1" eaLnBrk="1" hangingPunct="1"/>
            <a:r>
              <a:rPr lang="nb-NO" altLang="nb-NO" sz="2400" dirty="0">
                <a:latin typeface="Calibri" panose="020F0502020204030204" pitchFamily="34" charset="0"/>
                <a:ea typeface="Calibri" panose="020F0502020204030204" pitchFamily="34" charset="0"/>
                <a:cs typeface="Calibri" panose="020F0502020204030204" pitchFamily="34" charset="0"/>
              </a:rPr>
              <a:t>Fordi det da blir lettere å stjele av fellesskapet kasse hvis institusjonene er svake</a:t>
            </a:r>
          </a:p>
          <a:p>
            <a:pPr eaLnBrk="1" hangingPunct="1"/>
            <a:endParaRPr lang="nb-NO" altLang="nb-NO" sz="2400" dirty="0">
              <a:latin typeface="Calibri" panose="020F0502020204030204" pitchFamily="34" charset="0"/>
              <a:ea typeface="Calibri" panose="020F0502020204030204" pitchFamily="34" charset="0"/>
              <a:cs typeface="Calibri" panose="020F0502020204030204" pitchFamily="34" charset="0"/>
            </a:endParaRPr>
          </a:p>
          <a:p>
            <a:pPr eaLnBrk="1" hangingPunct="1"/>
            <a:r>
              <a:rPr lang="nb-NO" altLang="nb-NO" sz="2400" dirty="0">
                <a:latin typeface="Calibri" panose="020F0502020204030204" pitchFamily="34" charset="0"/>
                <a:ea typeface="Calibri" panose="020F0502020204030204" pitchFamily="34" charset="0"/>
                <a:cs typeface="Calibri" panose="020F0502020204030204" pitchFamily="34" charset="0"/>
              </a:rPr>
              <a:t>Er det riktig at kombinasjonen skatteparadis og svake statlige kontrollmekanismer </a:t>
            </a:r>
            <a:r>
              <a:rPr lang="nb-NO" altLang="nb-NO" sz="2400" dirty="0">
                <a:solidFill>
                  <a:srgbClr val="FF0000"/>
                </a:solidFill>
                <a:latin typeface="Calibri" panose="020F0502020204030204" pitchFamily="34" charset="0"/>
                <a:ea typeface="Calibri" panose="020F0502020204030204" pitchFamily="34" charset="0"/>
                <a:cs typeface="Calibri" panose="020F0502020204030204" pitchFamily="34" charset="0"/>
              </a:rPr>
              <a:t>frister</a:t>
            </a:r>
            <a:r>
              <a:rPr lang="nb-NO" altLang="nb-NO" sz="2400" dirty="0">
                <a:latin typeface="Calibri" panose="020F0502020204030204" pitchFamily="34" charset="0"/>
                <a:ea typeface="Calibri" panose="020F0502020204030204" pitchFamily="34" charset="0"/>
                <a:cs typeface="Calibri" panose="020F0502020204030204" pitchFamily="34" charset="0"/>
              </a:rPr>
              <a:t> makteliten til å </a:t>
            </a:r>
            <a:r>
              <a:rPr lang="nb-NO" altLang="nb-NO" sz="2400" dirty="0">
                <a:solidFill>
                  <a:srgbClr val="FF0000"/>
                </a:solidFill>
                <a:latin typeface="Calibri" panose="020F0502020204030204" pitchFamily="34" charset="0"/>
                <a:ea typeface="Calibri" panose="020F0502020204030204" pitchFamily="34" charset="0"/>
                <a:cs typeface="Calibri" panose="020F0502020204030204" pitchFamily="34" charset="0"/>
              </a:rPr>
              <a:t>tilrane</a:t>
            </a:r>
            <a:r>
              <a:rPr lang="nb-NO" altLang="nb-NO" sz="2400" dirty="0">
                <a:latin typeface="Calibri" panose="020F0502020204030204" pitchFamily="34" charset="0"/>
                <a:ea typeface="Calibri" panose="020F0502020204030204" pitchFamily="34" charset="0"/>
                <a:cs typeface="Calibri" panose="020F0502020204030204" pitchFamily="34" charset="0"/>
              </a:rPr>
              <a:t> seg </a:t>
            </a:r>
            <a:r>
              <a:rPr lang="nb-NO" altLang="nb-NO" sz="2400" dirty="0">
                <a:solidFill>
                  <a:srgbClr val="FF0000"/>
                </a:solidFill>
                <a:latin typeface="Calibri" panose="020F0502020204030204" pitchFamily="34" charset="0"/>
                <a:ea typeface="Calibri" panose="020F0502020204030204" pitchFamily="34" charset="0"/>
                <a:cs typeface="Calibri" panose="020F0502020204030204" pitchFamily="34" charset="0"/>
              </a:rPr>
              <a:t>fellesskapsverdier? </a:t>
            </a:r>
            <a:r>
              <a:rPr lang="nb-NO" altLang="nb-NO" sz="2400" dirty="0">
                <a:latin typeface="Calibri" panose="020F0502020204030204" pitchFamily="34" charset="0"/>
                <a:ea typeface="Calibri" panose="020F0502020204030204" pitchFamily="34" charset="0"/>
                <a:cs typeface="Calibri" panose="020F0502020204030204" pitchFamily="34" charset="0"/>
              </a:rPr>
              <a:t>La oss se litt på empirien!</a:t>
            </a:r>
          </a:p>
          <a:p>
            <a:pPr lvl="1" eaLnBrk="1" hangingPunct="1">
              <a:buFont typeface="Wingdings" panose="05000000000000000000" pitchFamily="2" charset="2"/>
              <a:buChar char="§"/>
            </a:pPr>
            <a:endParaRPr lang="nb-NO" altLang="nb-NO" sz="2400" dirty="0">
              <a:latin typeface="Calibri" panose="020F0502020204030204" pitchFamily="34" charset="0"/>
              <a:ea typeface="Calibri" panose="020F0502020204030204" pitchFamily="34" charset="0"/>
              <a:cs typeface="Calibri" panose="020F0502020204030204" pitchFamily="34" charset="0"/>
            </a:endParaRPr>
          </a:p>
        </p:txBody>
      </p:sp>
      <p:sp>
        <p:nvSpPr>
          <p:cNvPr id="12291" name="Footer Placeholder 3"/>
          <p:cNvSpPr>
            <a:spLocks noGrp="1"/>
          </p:cNvSpPr>
          <p:nvPr>
            <p:ph type="ftr" sz="quarter" idx="11"/>
          </p:nvPr>
        </p:nvSpPr>
        <p:spPr>
          <a:xfrm>
            <a:off x="3586626" y="7210864"/>
            <a:ext cx="1812428" cy="227640"/>
          </a:xfrm>
        </p:spPr>
        <p:txBody>
          <a:bodyPr/>
          <a:lstStyle/>
          <a:p>
            <a:pPr algn="r">
              <a:defRPr/>
            </a:pPr>
            <a:r>
              <a:rPr lang="nn-NO"/>
              <a:t>Side/Page</a:t>
            </a:r>
          </a:p>
        </p:txBody>
      </p:sp>
      <p:sp>
        <p:nvSpPr>
          <p:cNvPr id="19460" name="Slide Number Placeholder 4"/>
          <p:cNvSpPr>
            <a:spLocks noGrp="1"/>
          </p:cNvSpPr>
          <p:nvPr>
            <p:ph type="sldNum" sz="quarter" idx="12"/>
          </p:nvPr>
        </p:nvSpPr>
        <p:spPr>
          <a:xfrm>
            <a:off x="5319119" y="7210864"/>
            <a:ext cx="3862920" cy="22764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2627">
                <a:solidFill>
                  <a:schemeClr val="tx1"/>
                </a:solidFill>
                <a:latin typeface="Calibri" panose="020F0502020204030204" pitchFamily="34" charset="0"/>
                <a:ea typeface="MS PGothic" panose="020B0600070205080204" pitchFamily="34" charset="-128"/>
              </a:defRPr>
            </a:lvl1pPr>
            <a:lvl2pPr marL="813233" indent="-312782" eaLnBrk="0" hangingPunct="0">
              <a:spcBef>
                <a:spcPct val="20000"/>
              </a:spcBef>
              <a:buChar char="–"/>
              <a:defRPr sz="2189">
                <a:solidFill>
                  <a:schemeClr val="tx1"/>
                </a:solidFill>
                <a:latin typeface="Calibri" panose="020F0502020204030204" pitchFamily="34" charset="0"/>
                <a:ea typeface="MS PGothic" panose="020B0600070205080204" pitchFamily="34" charset="-128"/>
              </a:defRPr>
            </a:lvl2pPr>
            <a:lvl3pPr marL="1251128" indent="-250226" eaLnBrk="0" hangingPunct="0">
              <a:spcBef>
                <a:spcPct val="20000"/>
              </a:spcBef>
              <a:buChar char="•"/>
              <a:defRPr sz="1751">
                <a:solidFill>
                  <a:schemeClr val="tx1"/>
                </a:solidFill>
                <a:latin typeface="Calibri" panose="020F0502020204030204" pitchFamily="34" charset="0"/>
                <a:ea typeface="MS PGothic" panose="020B0600070205080204" pitchFamily="34" charset="-128"/>
              </a:defRPr>
            </a:lvl3pPr>
            <a:lvl4pPr marL="1751579" indent="-250226" eaLnBrk="0" hangingPunct="0">
              <a:spcBef>
                <a:spcPct val="20000"/>
              </a:spcBef>
              <a:buChar char="–"/>
              <a:defRPr sz="1532">
                <a:solidFill>
                  <a:schemeClr val="tx1"/>
                </a:solidFill>
                <a:latin typeface="Calibri" panose="020F0502020204030204" pitchFamily="34" charset="0"/>
                <a:ea typeface="MS PGothic" panose="020B0600070205080204" pitchFamily="34" charset="-128"/>
              </a:defRPr>
            </a:lvl4pPr>
            <a:lvl5pPr marL="2252030" indent="-250226" eaLnBrk="0" hangingPunct="0">
              <a:spcBef>
                <a:spcPct val="20000"/>
              </a:spcBef>
              <a:buChar char="»"/>
              <a:defRPr sz="1532">
                <a:solidFill>
                  <a:schemeClr val="tx1"/>
                </a:solidFill>
                <a:latin typeface="Calibri" panose="020F0502020204030204" pitchFamily="34" charset="0"/>
                <a:ea typeface="MS PGothic" panose="020B0600070205080204" pitchFamily="34" charset="-128"/>
              </a:defRPr>
            </a:lvl5pPr>
            <a:lvl6pPr marL="2752481" indent="-250226" eaLnBrk="0" fontAlgn="base" hangingPunct="0">
              <a:spcBef>
                <a:spcPct val="20000"/>
              </a:spcBef>
              <a:spcAft>
                <a:spcPct val="0"/>
              </a:spcAft>
              <a:buChar char="»"/>
              <a:defRPr sz="1532">
                <a:solidFill>
                  <a:schemeClr val="tx1"/>
                </a:solidFill>
                <a:latin typeface="Calibri" panose="020F0502020204030204" pitchFamily="34" charset="0"/>
                <a:ea typeface="MS PGothic" panose="020B0600070205080204" pitchFamily="34" charset="-128"/>
              </a:defRPr>
            </a:lvl6pPr>
            <a:lvl7pPr marL="3252932" indent="-250226" eaLnBrk="0" fontAlgn="base" hangingPunct="0">
              <a:spcBef>
                <a:spcPct val="20000"/>
              </a:spcBef>
              <a:spcAft>
                <a:spcPct val="0"/>
              </a:spcAft>
              <a:buChar char="»"/>
              <a:defRPr sz="1532">
                <a:solidFill>
                  <a:schemeClr val="tx1"/>
                </a:solidFill>
                <a:latin typeface="Calibri" panose="020F0502020204030204" pitchFamily="34" charset="0"/>
                <a:ea typeface="MS PGothic" panose="020B0600070205080204" pitchFamily="34" charset="-128"/>
              </a:defRPr>
            </a:lvl7pPr>
            <a:lvl8pPr marL="3753383" indent="-250226" eaLnBrk="0" fontAlgn="base" hangingPunct="0">
              <a:spcBef>
                <a:spcPct val="20000"/>
              </a:spcBef>
              <a:spcAft>
                <a:spcPct val="0"/>
              </a:spcAft>
              <a:buChar char="»"/>
              <a:defRPr sz="1532">
                <a:solidFill>
                  <a:schemeClr val="tx1"/>
                </a:solidFill>
                <a:latin typeface="Calibri" panose="020F0502020204030204" pitchFamily="34" charset="0"/>
                <a:ea typeface="MS PGothic" panose="020B0600070205080204" pitchFamily="34" charset="-128"/>
              </a:defRPr>
            </a:lvl8pPr>
            <a:lvl9pPr marL="4253835" indent="-250226" eaLnBrk="0" fontAlgn="base" hangingPunct="0">
              <a:spcBef>
                <a:spcPct val="20000"/>
              </a:spcBef>
              <a:spcAft>
                <a:spcPct val="0"/>
              </a:spcAft>
              <a:buChar char="»"/>
              <a:defRPr sz="1532">
                <a:solidFill>
                  <a:schemeClr val="tx1"/>
                </a:solidFill>
                <a:latin typeface="Calibri" panose="020F0502020204030204" pitchFamily="34" charset="0"/>
                <a:ea typeface="MS PGothic" panose="020B0600070205080204" pitchFamily="34" charset="-128"/>
              </a:defRPr>
            </a:lvl9pPr>
          </a:lstStyle>
          <a:p>
            <a:pPr algn="l" eaLnBrk="1" hangingPunct="1">
              <a:spcBef>
                <a:spcPct val="0"/>
              </a:spcBef>
              <a:buFontTx/>
              <a:buNone/>
            </a:pPr>
            <a:fld id="{FCB671DE-6DAB-40A9-BF6D-EB4A3356E4C6}" type="slidenum">
              <a:rPr lang="nn-NO" altLang="nb-NO" sz="985">
                <a:solidFill>
                  <a:srgbClr val="9E9FA3"/>
                </a:solidFill>
                <a:latin typeface="Verdana" panose="020B0604030504040204" pitchFamily="34" charset="0"/>
              </a:rPr>
              <a:pPr algn="l" eaLnBrk="1" hangingPunct="1">
                <a:spcBef>
                  <a:spcPct val="0"/>
                </a:spcBef>
                <a:buFontTx/>
                <a:buNone/>
              </a:pPr>
              <a:t>44</a:t>
            </a:fld>
            <a:endParaRPr lang="nn-NO" altLang="nb-NO" sz="985">
              <a:solidFill>
                <a:srgbClr val="9E9FA3"/>
              </a:solidFill>
              <a:latin typeface="Verdana" panose="020B0604030504040204" pitchFamily="34" charset="0"/>
            </a:endParaRPr>
          </a:p>
        </p:txBody>
      </p:sp>
      <p:sp>
        <p:nvSpPr>
          <p:cNvPr id="12295" name="Rectangle 2"/>
          <p:cNvSpPr>
            <a:spLocks noGrp="1" noChangeArrowheads="1"/>
          </p:cNvSpPr>
          <p:nvPr>
            <p:ph type="title"/>
          </p:nvPr>
        </p:nvSpPr>
        <p:spPr>
          <a:xfrm>
            <a:off x="180058" y="385997"/>
            <a:ext cx="9540007" cy="806862"/>
          </a:xfrm>
          <a:solidFill>
            <a:schemeClr val="tx2">
              <a:lumMod val="75000"/>
              <a:lumOff val="25000"/>
            </a:schemeClr>
          </a:solidFill>
        </p:spPr>
        <p:txBody>
          <a:bodyPr>
            <a:noAutofit/>
          </a:bodyPr>
          <a:lstStyle/>
          <a:p>
            <a:pPr algn="ctr" eaLnBrk="1" hangingPunct="1">
              <a:defRPr/>
            </a:pPr>
            <a:br>
              <a:rPr lang="nb-NO" altLang="nb-NO" sz="3200" dirty="0">
                <a:solidFill>
                  <a:srgbClr val="FF0000"/>
                </a:solidFill>
                <a:latin typeface="Calibri" panose="020F0502020204030204" pitchFamily="34" charset="0"/>
                <a:ea typeface="Calibri" panose="020F0502020204030204" pitchFamily="34" charset="0"/>
                <a:cs typeface="Calibri" panose="020F0502020204030204" pitchFamily="34" charset="0"/>
              </a:rPr>
            </a:br>
            <a:r>
              <a:rPr lang="nb-NO" altLang="nb-NO" sz="3200" dirty="0">
                <a:solidFill>
                  <a:schemeClr val="bg1"/>
                </a:solidFill>
                <a:latin typeface="Calibri" panose="020F0502020204030204" pitchFamily="34" charset="0"/>
                <a:ea typeface="Calibri" panose="020F0502020204030204" pitchFamily="34" charset="0"/>
                <a:cs typeface="Calibri" panose="020F0502020204030204" pitchFamily="34" charset="0"/>
              </a:rPr>
              <a:t>7. </a:t>
            </a:r>
            <a:r>
              <a:rPr lang="nb-NO" altLang="nb-NO" sz="2800" b="1" dirty="0">
                <a:solidFill>
                  <a:schemeClr val="bg1"/>
                </a:solidFill>
                <a:latin typeface="Calibri" panose="020F0502020204030204" pitchFamily="34" charset="0"/>
                <a:ea typeface="Calibri" panose="020F0502020204030204" pitchFamily="34" charset="0"/>
                <a:cs typeface="Calibri" panose="020F0502020204030204" pitchFamily="34" charset="0"/>
              </a:rPr>
              <a:t>Skatteparadis svekker og institusjonell kvalitet i fattige land </a:t>
            </a:r>
            <a:endParaRPr lang="nn-NO" altLang="nb-NO" sz="32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Tree>
    <p:custDataLst>
      <p:tags r:id="rId1"/>
    </p:custDataLst>
    <p:extLst>
      <p:ext uri="{BB962C8B-B14F-4D97-AF65-F5344CB8AC3E}">
        <p14:creationId xmlns:p14="http://schemas.microsoft.com/office/powerpoint/2010/main" val="1986577884"/>
      </p:ext>
    </p:extLst>
  </p:cSld>
  <p:clrMapOvr>
    <a:masterClrMapping/>
  </p:clrMapOvr>
  <p:transition advTm="139662"/>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6866">
                                            <p:txEl>
                                              <p:pRg st="0" end="0"/>
                                            </p:txEl>
                                          </p:spTgt>
                                        </p:tgtEl>
                                        <p:attrNameLst>
                                          <p:attrName>style.visibility</p:attrName>
                                        </p:attrNameLst>
                                      </p:cBhvr>
                                      <p:to>
                                        <p:strVal val="visible"/>
                                      </p:to>
                                    </p:set>
                                    <p:anim calcmode="lin" valueType="num">
                                      <p:cBhvr additive="base">
                                        <p:cTn id="7" dur="500" fill="hold"/>
                                        <p:tgtEl>
                                          <p:spTgt spid="3686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686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6866">
                                            <p:txEl>
                                              <p:pRg st="2" end="2"/>
                                            </p:txEl>
                                          </p:spTgt>
                                        </p:tgtEl>
                                        <p:attrNameLst>
                                          <p:attrName>style.visibility</p:attrName>
                                        </p:attrNameLst>
                                      </p:cBhvr>
                                      <p:to>
                                        <p:strVal val="visible"/>
                                      </p:to>
                                    </p:set>
                                    <p:anim calcmode="lin" valueType="num">
                                      <p:cBhvr additive="base">
                                        <p:cTn id="13" dur="500" fill="hold"/>
                                        <p:tgtEl>
                                          <p:spTgt spid="36866">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6866">
                                            <p:txEl>
                                              <p:pRg st="2" end="2"/>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6866">
                                            <p:txEl>
                                              <p:pRg st="3" end="3"/>
                                            </p:txEl>
                                          </p:spTgt>
                                        </p:tgtEl>
                                        <p:attrNameLst>
                                          <p:attrName>style.visibility</p:attrName>
                                        </p:attrNameLst>
                                      </p:cBhvr>
                                      <p:to>
                                        <p:strVal val="visible"/>
                                      </p:to>
                                    </p:set>
                                    <p:anim calcmode="lin" valueType="num">
                                      <p:cBhvr additive="base">
                                        <p:cTn id="17" dur="500" fill="hold"/>
                                        <p:tgtEl>
                                          <p:spTgt spid="36866">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686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36866">
                                            <p:txEl>
                                              <p:pRg st="5" end="5"/>
                                            </p:txEl>
                                          </p:spTgt>
                                        </p:tgtEl>
                                        <p:attrNameLst>
                                          <p:attrName>style.visibility</p:attrName>
                                        </p:attrNameLst>
                                      </p:cBhvr>
                                      <p:to>
                                        <p:strVal val="visible"/>
                                      </p:to>
                                    </p:set>
                                    <p:anim calcmode="lin" valueType="num">
                                      <p:cBhvr additive="base">
                                        <p:cTn id="23" dur="500" fill="hold"/>
                                        <p:tgtEl>
                                          <p:spTgt spid="36866">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6866">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6"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Content Placeholder 2"/>
          <p:cNvSpPr>
            <a:spLocks noGrp="1"/>
          </p:cNvSpPr>
          <p:nvPr>
            <p:ph idx="1"/>
          </p:nvPr>
        </p:nvSpPr>
        <p:spPr>
          <a:xfrm>
            <a:off x="612106" y="2034515"/>
            <a:ext cx="9008269" cy="5176349"/>
          </a:xfrm>
        </p:spPr>
        <p:txBody>
          <a:bodyPr>
            <a:normAutofit/>
          </a:bodyPr>
          <a:lstStyle/>
          <a:p>
            <a:pPr eaLnBrk="1" hangingPunct="1"/>
            <a:r>
              <a:rPr lang="nb-NO" altLang="nb-NO" sz="2400" dirty="0" err="1"/>
              <a:t>Mobutu</a:t>
            </a:r>
            <a:r>
              <a:rPr lang="nb-NO" altLang="nb-NO" sz="2400" dirty="0"/>
              <a:t> </a:t>
            </a:r>
            <a:r>
              <a:rPr lang="nb-NO" altLang="nb-NO" sz="2400" dirty="0" err="1"/>
              <a:t>Sese</a:t>
            </a:r>
            <a:r>
              <a:rPr lang="nb-NO" altLang="nb-NO" sz="2400" dirty="0"/>
              <a:t> </a:t>
            </a:r>
            <a:r>
              <a:rPr lang="nb-NO" altLang="nb-NO" sz="2400" dirty="0" err="1"/>
              <a:t>Seko</a:t>
            </a:r>
            <a:r>
              <a:rPr lang="nb-NO" altLang="nb-NO" sz="2400" dirty="0"/>
              <a:t> , president i Kongo (1965 til 1997)</a:t>
            </a:r>
          </a:p>
          <a:p>
            <a:pPr lvl="1" eaLnBrk="1" hangingPunct="1"/>
            <a:r>
              <a:rPr lang="nb-NO" altLang="nb-NO" sz="1970" dirty="0"/>
              <a:t> Stjal 15-20% av statsbudsjettet årlig på 70 tallet; penger i skatteparadis</a:t>
            </a:r>
          </a:p>
          <a:p>
            <a:pPr lvl="1" eaLnBrk="1" hangingPunct="1"/>
            <a:r>
              <a:rPr lang="nb-NO" altLang="nb-NO" sz="1970" dirty="0"/>
              <a:t>Inntekten per innbygger i 1992 var halvparten av hva den var i 1960</a:t>
            </a:r>
          </a:p>
          <a:p>
            <a:pPr lvl="1" eaLnBrk="1" hangingPunct="1"/>
            <a:endParaRPr lang="nb-NO" altLang="nb-NO" sz="1970" dirty="0">
              <a:solidFill>
                <a:srgbClr val="181614"/>
              </a:solidFill>
            </a:endParaRPr>
          </a:p>
          <a:p>
            <a:pPr eaLnBrk="1" hangingPunct="1"/>
            <a:r>
              <a:rPr lang="nb-NO" altLang="nb-NO" sz="2400" dirty="0" err="1">
                <a:solidFill>
                  <a:srgbClr val="181614"/>
                </a:solidFill>
              </a:rPr>
              <a:t>Sani</a:t>
            </a:r>
            <a:r>
              <a:rPr lang="nb-NO" altLang="nb-NO" sz="2400" dirty="0">
                <a:solidFill>
                  <a:srgbClr val="181614"/>
                </a:solidFill>
              </a:rPr>
              <a:t> Abacha (tidl. President i Nigeria);</a:t>
            </a:r>
          </a:p>
          <a:p>
            <a:pPr lvl="1" eaLnBrk="1" hangingPunct="1"/>
            <a:r>
              <a:rPr lang="nb-NO" altLang="nb-NO" sz="1970" dirty="0">
                <a:solidFill>
                  <a:srgbClr val="181614"/>
                </a:solidFill>
              </a:rPr>
              <a:t>3 milliarder USD er hentet tilbake fra Sveits (og det er mer skjult i Liechtenstein)</a:t>
            </a:r>
          </a:p>
          <a:p>
            <a:pPr lvl="1" eaLnBrk="1" hangingPunct="1"/>
            <a:endParaRPr lang="nb-NO" altLang="nb-NO" dirty="0">
              <a:solidFill>
                <a:srgbClr val="181614"/>
              </a:solidFill>
            </a:endParaRPr>
          </a:p>
          <a:p>
            <a:pPr eaLnBrk="1" hangingPunct="1"/>
            <a:r>
              <a:rPr lang="nb-NO" altLang="nb-NO" sz="2400" dirty="0">
                <a:solidFill>
                  <a:srgbClr val="181614"/>
                </a:solidFill>
              </a:rPr>
              <a:t>Suharto-familien (Indonesia); 15-35 mrd. USD </a:t>
            </a:r>
          </a:p>
          <a:p>
            <a:pPr lvl="1" eaLnBrk="1" hangingPunct="1"/>
            <a:r>
              <a:rPr lang="nb-NO" altLang="nb-NO" dirty="0">
                <a:solidFill>
                  <a:srgbClr val="181614"/>
                </a:solidFill>
              </a:rPr>
              <a:t>Kilde: </a:t>
            </a:r>
            <a:r>
              <a:rPr lang="nb-NO" altLang="nb-NO" dirty="0" err="1">
                <a:solidFill>
                  <a:srgbClr val="181614"/>
                </a:solidFill>
              </a:rPr>
              <a:t>Transparency</a:t>
            </a:r>
            <a:r>
              <a:rPr lang="nb-NO" altLang="nb-NO" dirty="0">
                <a:solidFill>
                  <a:srgbClr val="181614"/>
                </a:solidFill>
              </a:rPr>
              <a:t> International (TI)</a:t>
            </a:r>
          </a:p>
          <a:p>
            <a:pPr eaLnBrk="1" hangingPunct="1"/>
            <a:endParaRPr lang="nb-NO" altLang="nb-NO" sz="2189" dirty="0">
              <a:solidFill>
                <a:srgbClr val="181614"/>
              </a:solidFill>
            </a:endParaRPr>
          </a:p>
          <a:p>
            <a:pPr eaLnBrk="1" hangingPunct="1"/>
            <a:r>
              <a:rPr lang="nb-NO" altLang="nb-NO" sz="2400" dirty="0" err="1">
                <a:solidFill>
                  <a:srgbClr val="181614"/>
                </a:solidFill>
              </a:rPr>
              <a:t>Zardari</a:t>
            </a:r>
            <a:r>
              <a:rPr lang="nb-NO" altLang="nb-NO" sz="2400" dirty="0">
                <a:solidFill>
                  <a:srgbClr val="181614"/>
                </a:solidFill>
              </a:rPr>
              <a:t> (president i Pakistan): 500 mill. USD (laveste anslag: TI)</a:t>
            </a:r>
          </a:p>
          <a:p>
            <a:pPr eaLnBrk="1" hangingPunct="1">
              <a:buFontTx/>
              <a:buNone/>
            </a:pPr>
            <a:endParaRPr lang="nb-NO" altLang="nb-NO" sz="2189" dirty="0">
              <a:solidFill>
                <a:srgbClr val="181614"/>
              </a:solidFill>
            </a:endParaRPr>
          </a:p>
          <a:p>
            <a:pPr eaLnBrk="1" hangingPunct="1"/>
            <a:endParaRPr lang="nb-NO" altLang="nb-NO" dirty="0"/>
          </a:p>
        </p:txBody>
      </p:sp>
      <p:sp>
        <p:nvSpPr>
          <p:cNvPr id="13315" name="Footer Placeholder 3"/>
          <p:cNvSpPr>
            <a:spLocks noGrp="1"/>
          </p:cNvSpPr>
          <p:nvPr>
            <p:ph type="ftr" sz="quarter" idx="11"/>
          </p:nvPr>
        </p:nvSpPr>
        <p:spPr>
          <a:xfrm>
            <a:off x="3586626" y="7210864"/>
            <a:ext cx="1812428" cy="227640"/>
          </a:xfrm>
        </p:spPr>
        <p:txBody>
          <a:bodyPr/>
          <a:lstStyle/>
          <a:p>
            <a:pPr algn="r">
              <a:defRPr/>
            </a:pPr>
            <a:r>
              <a:rPr lang="nn-NO"/>
              <a:t>Side/Page</a:t>
            </a:r>
          </a:p>
        </p:txBody>
      </p:sp>
      <p:sp>
        <p:nvSpPr>
          <p:cNvPr id="20484" name="Slide Number Placeholder 4"/>
          <p:cNvSpPr>
            <a:spLocks noGrp="1"/>
          </p:cNvSpPr>
          <p:nvPr>
            <p:ph type="sldNum" sz="quarter" idx="12"/>
          </p:nvPr>
        </p:nvSpPr>
        <p:spPr>
          <a:xfrm>
            <a:off x="5319119" y="7210864"/>
            <a:ext cx="3862920" cy="22764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2627">
                <a:solidFill>
                  <a:schemeClr val="tx1"/>
                </a:solidFill>
                <a:latin typeface="Calibri" panose="020F0502020204030204" pitchFamily="34" charset="0"/>
                <a:ea typeface="MS PGothic" panose="020B0600070205080204" pitchFamily="34" charset="-128"/>
              </a:defRPr>
            </a:lvl1pPr>
            <a:lvl2pPr marL="813233" indent="-312782" eaLnBrk="0" hangingPunct="0">
              <a:spcBef>
                <a:spcPct val="20000"/>
              </a:spcBef>
              <a:buChar char="–"/>
              <a:defRPr sz="2189">
                <a:solidFill>
                  <a:schemeClr val="tx1"/>
                </a:solidFill>
                <a:latin typeface="Calibri" panose="020F0502020204030204" pitchFamily="34" charset="0"/>
                <a:ea typeface="MS PGothic" panose="020B0600070205080204" pitchFamily="34" charset="-128"/>
              </a:defRPr>
            </a:lvl2pPr>
            <a:lvl3pPr marL="1251128" indent="-250226" eaLnBrk="0" hangingPunct="0">
              <a:spcBef>
                <a:spcPct val="20000"/>
              </a:spcBef>
              <a:buChar char="•"/>
              <a:defRPr sz="1751">
                <a:solidFill>
                  <a:schemeClr val="tx1"/>
                </a:solidFill>
                <a:latin typeface="Calibri" panose="020F0502020204030204" pitchFamily="34" charset="0"/>
                <a:ea typeface="MS PGothic" panose="020B0600070205080204" pitchFamily="34" charset="-128"/>
              </a:defRPr>
            </a:lvl3pPr>
            <a:lvl4pPr marL="1751579" indent="-250226" eaLnBrk="0" hangingPunct="0">
              <a:spcBef>
                <a:spcPct val="20000"/>
              </a:spcBef>
              <a:buChar char="–"/>
              <a:defRPr sz="1532">
                <a:solidFill>
                  <a:schemeClr val="tx1"/>
                </a:solidFill>
                <a:latin typeface="Calibri" panose="020F0502020204030204" pitchFamily="34" charset="0"/>
                <a:ea typeface="MS PGothic" panose="020B0600070205080204" pitchFamily="34" charset="-128"/>
              </a:defRPr>
            </a:lvl4pPr>
            <a:lvl5pPr marL="2252030" indent="-250226" eaLnBrk="0" hangingPunct="0">
              <a:spcBef>
                <a:spcPct val="20000"/>
              </a:spcBef>
              <a:buChar char="»"/>
              <a:defRPr sz="1532">
                <a:solidFill>
                  <a:schemeClr val="tx1"/>
                </a:solidFill>
                <a:latin typeface="Calibri" panose="020F0502020204030204" pitchFamily="34" charset="0"/>
                <a:ea typeface="MS PGothic" panose="020B0600070205080204" pitchFamily="34" charset="-128"/>
              </a:defRPr>
            </a:lvl5pPr>
            <a:lvl6pPr marL="2752481" indent="-250226" eaLnBrk="0" fontAlgn="base" hangingPunct="0">
              <a:spcBef>
                <a:spcPct val="20000"/>
              </a:spcBef>
              <a:spcAft>
                <a:spcPct val="0"/>
              </a:spcAft>
              <a:buChar char="»"/>
              <a:defRPr sz="1532">
                <a:solidFill>
                  <a:schemeClr val="tx1"/>
                </a:solidFill>
                <a:latin typeface="Calibri" panose="020F0502020204030204" pitchFamily="34" charset="0"/>
                <a:ea typeface="MS PGothic" panose="020B0600070205080204" pitchFamily="34" charset="-128"/>
              </a:defRPr>
            </a:lvl6pPr>
            <a:lvl7pPr marL="3252932" indent="-250226" eaLnBrk="0" fontAlgn="base" hangingPunct="0">
              <a:spcBef>
                <a:spcPct val="20000"/>
              </a:spcBef>
              <a:spcAft>
                <a:spcPct val="0"/>
              </a:spcAft>
              <a:buChar char="»"/>
              <a:defRPr sz="1532">
                <a:solidFill>
                  <a:schemeClr val="tx1"/>
                </a:solidFill>
                <a:latin typeface="Calibri" panose="020F0502020204030204" pitchFamily="34" charset="0"/>
                <a:ea typeface="MS PGothic" panose="020B0600070205080204" pitchFamily="34" charset="-128"/>
              </a:defRPr>
            </a:lvl7pPr>
            <a:lvl8pPr marL="3753383" indent="-250226" eaLnBrk="0" fontAlgn="base" hangingPunct="0">
              <a:spcBef>
                <a:spcPct val="20000"/>
              </a:spcBef>
              <a:spcAft>
                <a:spcPct val="0"/>
              </a:spcAft>
              <a:buChar char="»"/>
              <a:defRPr sz="1532">
                <a:solidFill>
                  <a:schemeClr val="tx1"/>
                </a:solidFill>
                <a:latin typeface="Calibri" panose="020F0502020204030204" pitchFamily="34" charset="0"/>
                <a:ea typeface="MS PGothic" panose="020B0600070205080204" pitchFamily="34" charset="-128"/>
              </a:defRPr>
            </a:lvl8pPr>
            <a:lvl9pPr marL="4253835" indent="-250226" eaLnBrk="0" fontAlgn="base" hangingPunct="0">
              <a:spcBef>
                <a:spcPct val="20000"/>
              </a:spcBef>
              <a:spcAft>
                <a:spcPct val="0"/>
              </a:spcAft>
              <a:buChar char="»"/>
              <a:defRPr sz="1532">
                <a:solidFill>
                  <a:schemeClr val="tx1"/>
                </a:solidFill>
                <a:latin typeface="Calibri" panose="020F0502020204030204" pitchFamily="34" charset="0"/>
                <a:ea typeface="MS PGothic" panose="020B0600070205080204" pitchFamily="34" charset="-128"/>
              </a:defRPr>
            </a:lvl9pPr>
          </a:lstStyle>
          <a:p>
            <a:pPr algn="l" eaLnBrk="1" hangingPunct="1">
              <a:spcBef>
                <a:spcPct val="0"/>
              </a:spcBef>
              <a:buFontTx/>
              <a:buNone/>
            </a:pPr>
            <a:fld id="{6F582672-946A-44E5-8A81-D94D2D0BBCD2}" type="slidenum">
              <a:rPr lang="nn-NO" altLang="nb-NO" sz="985">
                <a:solidFill>
                  <a:srgbClr val="9E9FA3"/>
                </a:solidFill>
                <a:latin typeface="Verdana" panose="020B0604030504040204" pitchFamily="34" charset="0"/>
              </a:rPr>
              <a:pPr algn="l" eaLnBrk="1" hangingPunct="1">
                <a:spcBef>
                  <a:spcPct val="0"/>
                </a:spcBef>
                <a:buFontTx/>
                <a:buNone/>
              </a:pPr>
              <a:t>45</a:t>
            </a:fld>
            <a:endParaRPr lang="nn-NO" altLang="nb-NO" sz="985">
              <a:solidFill>
                <a:srgbClr val="9E9FA3"/>
              </a:solidFill>
              <a:latin typeface="Verdana" panose="020B0604030504040204" pitchFamily="34" charset="0"/>
            </a:endParaRPr>
          </a:p>
        </p:txBody>
      </p:sp>
      <p:sp>
        <p:nvSpPr>
          <p:cNvPr id="13319" name="Rectangle 2"/>
          <p:cNvSpPr>
            <a:spLocks noGrp="1" noChangeArrowheads="1"/>
          </p:cNvSpPr>
          <p:nvPr>
            <p:ph type="title"/>
          </p:nvPr>
        </p:nvSpPr>
        <p:spPr>
          <a:xfrm>
            <a:off x="108050" y="468263"/>
            <a:ext cx="9618203" cy="929672"/>
          </a:xfrm>
          <a:solidFill>
            <a:schemeClr val="tx2">
              <a:lumMod val="75000"/>
              <a:lumOff val="25000"/>
            </a:schemeClr>
          </a:solidFill>
        </p:spPr>
        <p:txBody>
          <a:bodyPr>
            <a:normAutofit/>
          </a:bodyPr>
          <a:lstStyle/>
          <a:p>
            <a:pPr algn="ctr" eaLnBrk="1" hangingPunct="1">
              <a:defRPr/>
            </a:pPr>
            <a:r>
              <a:rPr lang="nb-NO" sz="2800" dirty="0">
                <a:solidFill>
                  <a:schemeClr val="bg1"/>
                </a:solidFill>
                <a:ea typeface="ＭＳ Ｐゴシック" pitchFamily="34" charset="-128"/>
              </a:rPr>
              <a:t>Nedriving av offentlige institusjoner (i): </a:t>
            </a:r>
            <a:br>
              <a:rPr lang="nb-NO" sz="2800" dirty="0">
                <a:solidFill>
                  <a:schemeClr val="bg1"/>
                </a:solidFill>
                <a:ea typeface="ＭＳ Ｐゴシック" pitchFamily="34" charset="-128"/>
              </a:rPr>
            </a:br>
            <a:r>
              <a:rPr lang="nb-NO" sz="2800" dirty="0">
                <a:solidFill>
                  <a:schemeClr val="bg1"/>
                </a:solidFill>
                <a:ea typeface="ＭＳ Ｐゴシック" pitchFamily="34" charset="-128"/>
              </a:rPr>
              <a:t>Tyveri av penger som kunne bygd institusjoner</a:t>
            </a:r>
          </a:p>
        </p:txBody>
      </p:sp>
    </p:spTree>
    <p:custDataLst>
      <p:tags r:id="rId1"/>
    </p:custDataLst>
    <p:extLst>
      <p:ext uri="{BB962C8B-B14F-4D97-AF65-F5344CB8AC3E}">
        <p14:creationId xmlns:p14="http://schemas.microsoft.com/office/powerpoint/2010/main" val="4287375519"/>
      </p:ext>
    </p:extLst>
  </p:cSld>
  <p:clrMapOvr>
    <a:masterClrMapping/>
  </p:clrMapOvr>
  <p:transition advTm="126421"/>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482">
                                            <p:txEl>
                                              <p:pRg st="0" end="0"/>
                                            </p:txEl>
                                          </p:spTgt>
                                        </p:tgtEl>
                                        <p:attrNameLst>
                                          <p:attrName>style.visibility</p:attrName>
                                        </p:attrNameLst>
                                      </p:cBhvr>
                                      <p:to>
                                        <p:strVal val="visible"/>
                                      </p:to>
                                    </p:set>
                                    <p:anim calcmode="lin" valueType="num">
                                      <p:cBhvr additive="base">
                                        <p:cTn id="7" dur="500" fill="hold"/>
                                        <p:tgtEl>
                                          <p:spTgt spid="2048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0482">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0482">
                                            <p:txEl>
                                              <p:pRg st="1" end="1"/>
                                            </p:txEl>
                                          </p:spTgt>
                                        </p:tgtEl>
                                        <p:attrNameLst>
                                          <p:attrName>style.visibility</p:attrName>
                                        </p:attrNameLst>
                                      </p:cBhvr>
                                      <p:to>
                                        <p:strVal val="visible"/>
                                      </p:to>
                                    </p:set>
                                    <p:anim calcmode="lin" valueType="num">
                                      <p:cBhvr additive="base">
                                        <p:cTn id="11" dur="500" fill="hold"/>
                                        <p:tgtEl>
                                          <p:spTgt spid="20482">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0482">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0482">
                                            <p:txEl>
                                              <p:pRg st="2" end="2"/>
                                            </p:txEl>
                                          </p:spTgt>
                                        </p:tgtEl>
                                        <p:attrNameLst>
                                          <p:attrName>style.visibility</p:attrName>
                                        </p:attrNameLst>
                                      </p:cBhvr>
                                      <p:to>
                                        <p:strVal val="visible"/>
                                      </p:to>
                                    </p:set>
                                    <p:anim calcmode="lin" valueType="num">
                                      <p:cBhvr additive="base">
                                        <p:cTn id="15" dur="500" fill="hold"/>
                                        <p:tgtEl>
                                          <p:spTgt spid="20482">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048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20482">
                                            <p:txEl>
                                              <p:pRg st="4" end="4"/>
                                            </p:txEl>
                                          </p:spTgt>
                                        </p:tgtEl>
                                        <p:attrNameLst>
                                          <p:attrName>style.visibility</p:attrName>
                                        </p:attrNameLst>
                                      </p:cBhvr>
                                      <p:to>
                                        <p:strVal val="visible"/>
                                      </p:to>
                                    </p:set>
                                    <p:anim calcmode="lin" valueType="num">
                                      <p:cBhvr additive="base">
                                        <p:cTn id="21" dur="500" fill="hold"/>
                                        <p:tgtEl>
                                          <p:spTgt spid="20482">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0482">
                                            <p:txEl>
                                              <p:pRg st="4" end="4"/>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20482">
                                            <p:txEl>
                                              <p:pRg st="5" end="5"/>
                                            </p:txEl>
                                          </p:spTgt>
                                        </p:tgtEl>
                                        <p:attrNameLst>
                                          <p:attrName>style.visibility</p:attrName>
                                        </p:attrNameLst>
                                      </p:cBhvr>
                                      <p:to>
                                        <p:strVal val="visible"/>
                                      </p:to>
                                    </p:set>
                                    <p:anim calcmode="lin" valueType="num">
                                      <p:cBhvr additive="base">
                                        <p:cTn id="25" dur="500" fill="hold"/>
                                        <p:tgtEl>
                                          <p:spTgt spid="20482">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048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0482">
                                            <p:txEl>
                                              <p:pRg st="7" end="7"/>
                                            </p:txEl>
                                          </p:spTgt>
                                        </p:tgtEl>
                                        <p:attrNameLst>
                                          <p:attrName>style.visibility</p:attrName>
                                        </p:attrNameLst>
                                      </p:cBhvr>
                                      <p:to>
                                        <p:strVal val="visible"/>
                                      </p:to>
                                    </p:set>
                                    <p:anim calcmode="lin" valueType="num">
                                      <p:cBhvr additive="base">
                                        <p:cTn id="31" dur="500" fill="hold"/>
                                        <p:tgtEl>
                                          <p:spTgt spid="20482">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0482">
                                            <p:txEl>
                                              <p:pRg st="7" end="7"/>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20482">
                                            <p:txEl>
                                              <p:pRg st="8" end="8"/>
                                            </p:txEl>
                                          </p:spTgt>
                                        </p:tgtEl>
                                        <p:attrNameLst>
                                          <p:attrName>style.visibility</p:attrName>
                                        </p:attrNameLst>
                                      </p:cBhvr>
                                      <p:to>
                                        <p:strVal val="visible"/>
                                      </p:to>
                                    </p:set>
                                    <p:anim calcmode="lin" valueType="num">
                                      <p:cBhvr additive="base">
                                        <p:cTn id="35" dur="500" fill="hold"/>
                                        <p:tgtEl>
                                          <p:spTgt spid="20482">
                                            <p:txEl>
                                              <p:pRg st="8" end="8"/>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20482">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20482">
                                            <p:txEl>
                                              <p:pRg st="10" end="10"/>
                                            </p:txEl>
                                          </p:spTgt>
                                        </p:tgtEl>
                                        <p:attrNameLst>
                                          <p:attrName>style.visibility</p:attrName>
                                        </p:attrNameLst>
                                      </p:cBhvr>
                                      <p:to>
                                        <p:strVal val="visible"/>
                                      </p:to>
                                    </p:set>
                                    <p:anim calcmode="lin" valueType="num">
                                      <p:cBhvr additive="base">
                                        <p:cTn id="41" dur="500" fill="hold"/>
                                        <p:tgtEl>
                                          <p:spTgt spid="20482">
                                            <p:txEl>
                                              <p:pRg st="10" end="10"/>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20482">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2"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4592" y="396255"/>
            <a:ext cx="9618203" cy="947050"/>
          </a:xfrm>
          <a:solidFill>
            <a:schemeClr val="tx2">
              <a:lumMod val="75000"/>
              <a:lumOff val="25000"/>
            </a:schemeClr>
          </a:solidFill>
        </p:spPr>
        <p:txBody>
          <a:bodyPr/>
          <a:lstStyle/>
          <a:p>
            <a:pPr algn="ctr">
              <a:defRPr/>
            </a:pPr>
            <a:r>
              <a:rPr lang="nb-NO" altLang="nb-NO" dirty="0">
                <a:solidFill>
                  <a:schemeClr val="bg1"/>
                </a:solidFill>
              </a:rPr>
              <a:t>Nedriving av offentlige institusjoner (ii):</a:t>
            </a:r>
            <a:br>
              <a:rPr lang="nb-NO" altLang="nb-NO" dirty="0">
                <a:solidFill>
                  <a:schemeClr val="bg1"/>
                </a:solidFill>
              </a:rPr>
            </a:br>
            <a:r>
              <a:rPr lang="nb-NO" altLang="nb-NO" dirty="0">
                <a:solidFill>
                  <a:schemeClr val="bg1"/>
                </a:solidFill>
              </a:rPr>
              <a:t>Påvirkning av demokratiske institusjoner</a:t>
            </a:r>
          </a:p>
        </p:txBody>
      </p:sp>
      <p:sp>
        <p:nvSpPr>
          <p:cNvPr id="21507" name="Content Placeholder 2"/>
          <p:cNvSpPr>
            <a:spLocks noGrp="1"/>
          </p:cNvSpPr>
          <p:nvPr>
            <p:ph idx="1"/>
          </p:nvPr>
        </p:nvSpPr>
        <p:spPr>
          <a:xfrm>
            <a:off x="396082" y="1692399"/>
            <a:ext cx="9540007" cy="4575380"/>
          </a:xfrm>
        </p:spPr>
        <p:txBody>
          <a:bodyPr>
            <a:normAutofit/>
          </a:bodyPr>
          <a:lstStyle/>
          <a:p>
            <a:pPr>
              <a:buFontTx/>
              <a:buNone/>
            </a:pPr>
            <a:endParaRPr lang="nb-NO" altLang="nb-NO" sz="2400" dirty="0"/>
          </a:p>
          <a:p>
            <a:pPr>
              <a:buFontTx/>
              <a:buNone/>
            </a:pPr>
            <a:r>
              <a:rPr lang="nb-NO" altLang="nb-NO" sz="2400" dirty="0"/>
              <a:t>….skatteparadisene gir makteliten i fattige land incitamenter til å svekke statlige institusjoner slik at eliten kan plyndre landet</a:t>
            </a:r>
          </a:p>
          <a:p>
            <a:endParaRPr lang="nb-NO" altLang="nb-NO" sz="2400" dirty="0"/>
          </a:p>
          <a:p>
            <a:pPr>
              <a:buFontTx/>
              <a:buNone/>
            </a:pPr>
            <a:r>
              <a:rPr lang="nb-NO" altLang="nb-NO" sz="2400" dirty="0"/>
              <a:t>…men skatteparadisene gir også incitamenter til å </a:t>
            </a:r>
            <a:r>
              <a:rPr lang="nb-NO" altLang="nb-NO" sz="2400" dirty="0">
                <a:solidFill>
                  <a:srgbClr val="FF0000"/>
                </a:solidFill>
              </a:rPr>
              <a:t>endre politisk styresett</a:t>
            </a:r>
            <a:r>
              <a:rPr lang="nb-NO" altLang="nb-NO" sz="2400" dirty="0"/>
              <a:t> slik at demokratiske kontrollprosesser svekkes fordi da er det enda lettere å bemektige seg på samfunnets ressurser!</a:t>
            </a:r>
          </a:p>
          <a:p>
            <a:endParaRPr lang="nb-NO" altLang="nb-NO" sz="3065" dirty="0"/>
          </a:p>
        </p:txBody>
      </p:sp>
      <p:sp>
        <p:nvSpPr>
          <p:cNvPr id="4" name="Footer Placeholder 3"/>
          <p:cNvSpPr>
            <a:spLocks noGrp="1"/>
          </p:cNvSpPr>
          <p:nvPr>
            <p:ph type="ftr" sz="quarter" idx="11"/>
          </p:nvPr>
        </p:nvSpPr>
        <p:spPr/>
        <p:txBody>
          <a:bodyPr/>
          <a:lstStyle/>
          <a:p>
            <a:pPr>
              <a:defRPr/>
            </a:pPr>
            <a:r>
              <a:rPr lang="nb-NO">
                <a:ea typeface="MS PGothic" pitchFamily="34" charset="-128"/>
              </a:rPr>
              <a:t>Side/Page</a:t>
            </a:r>
          </a:p>
        </p:txBody>
      </p:sp>
      <p:sp>
        <p:nvSpPr>
          <p:cNvPr id="21509"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2627">
                <a:solidFill>
                  <a:schemeClr val="tx1"/>
                </a:solidFill>
                <a:latin typeface="Calibri" panose="020F0502020204030204" pitchFamily="34" charset="0"/>
                <a:ea typeface="MS PGothic" panose="020B0600070205080204" pitchFamily="34" charset="-128"/>
              </a:defRPr>
            </a:lvl1pPr>
            <a:lvl2pPr marL="813233" indent="-312782" eaLnBrk="0" hangingPunct="0">
              <a:spcBef>
                <a:spcPct val="20000"/>
              </a:spcBef>
              <a:buChar char="–"/>
              <a:defRPr sz="2189">
                <a:solidFill>
                  <a:schemeClr val="tx1"/>
                </a:solidFill>
                <a:latin typeface="Calibri" panose="020F0502020204030204" pitchFamily="34" charset="0"/>
                <a:ea typeface="MS PGothic" panose="020B0600070205080204" pitchFamily="34" charset="-128"/>
              </a:defRPr>
            </a:lvl2pPr>
            <a:lvl3pPr marL="1251128" indent="-250226" eaLnBrk="0" hangingPunct="0">
              <a:spcBef>
                <a:spcPct val="20000"/>
              </a:spcBef>
              <a:buChar char="•"/>
              <a:defRPr sz="1751">
                <a:solidFill>
                  <a:schemeClr val="tx1"/>
                </a:solidFill>
                <a:latin typeface="Calibri" panose="020F0502020204030204" pitchFamily="34" charset="0"/>
                <a:ea typeface="MS PGothic" panose="020B0600070205080204" pitchFamily="34" charset="-128"/>
              </a:defRPr>
            </a:lvl3pPr>
            <a:lvl4pPr marL="1751579" indent="-250226" eaLnBrk="0" hangingPunct="0">
              <a:spcBef>
                <a:spcPct val="20000"/>
              </a:spcBef>
              <a:buChar char="–"/>
              <a:defRPr sz="1532">
                <a:solidFill>
                  <a:schemeClr val="tx1"/>
                </a:solidFill>
                <a:latin typeface="Calibri" panose="020F0502020204030204" pitchFamily="34" charset="0"/>
                <a:ea typeface="MS PGothic" panose="020B0600070205080204" pitchFamily="34" charset="-128"/>
              </a:defRPr>
            </a:lvl4pPr>
            <a:lvl5pPr marL="2252030" indent="-250226" eaLnBrk="0" hangingPunct="0">
              <a:spcBef>
                <a:spcPct val="20000"/>
              </a:spcBef>
              <a:buChar char="»"/>
              <a:defRPr sz="1532">
                <a:solidFill>
                  <a:schemeClr val="tx1"/>
                </a:solidFill>
                <a:latin typeface="Calibri" panose="020F0502020204030204" pitchFamily="34" charset="0"/>
                <a:ea typeface="MS PGothic" panose="020B0600070205080204" pitchFamily="34" charset="-128"/>
              </a:defRPr>
            </a:lvl5pPr>
            <a:lvl6pPr marL="2752481" indent="-250226" eaLnBrk="0" fontAlgn="base" hangingPunct="0">
              <a:spcBef>
                <a:spcPct val="20000"/>
              </a:spcBef>
              <a:spcAft>
                <a:spcPct val="0"/>
              </a:spcAft>
              <a:buChar char="»"/>
              <a:defRPr sz="1532">
                <a:solidFill>
                  <a:schemeClr val="tx1"/>
                </a:solidFill>
                <a:latin typeface="Calibri" panose="020F0502020204030204" pitchFamily="34" charset="0"/>
                <a:ea typeface="MS PGothic" panose="020B0600070205080204" pitchFamily="34" charset="-128"/>
              </a:defRPr>
            </a:lvl6pPr>
            <a:lvl7pPr marL="3252932" indent="-250226" eaLnBrk="0" fontAlgn="base" hangingPunct="0">
              <a:spcBef>
                <a:spcPct val="20000"/>
              </a:spcBef>
              <a:spcAft>
                <a:spcPct val="0"/>
              </a:spcAft>
              <a:buChar char="»"/>
              <a:defRPr sz="1532">
                <a:solidFill>
                  <a:schemeClr val="tx1"/>
                </a:solidFill>
                <a:latin typeface="Calibri" panose="020F0502020204030204" pitchFamily="34" charset="0"/>
                <a:ea typeface="MS PGothic" panose="020B0600070205080204" pitchFamily="34" charset="-128"/>
              </a:defRPr>
            </a:lvl7pPr>
            <a:lvl8pPr marL="3753383" indent="-250226" eaLnBrk="0" fontAlgn="base" hangingPunct="0">
              <a:spcBef>
                <a:spcPct val="20000"/>
              </a:spcBef>
              <a:spcAft>
                <a:spcPct val="0"/>
              </a:spcAft>
              <a:buChar char="»"/>
              <a:defRPr sz="1532">
                <a:solidFill>
                  <a:schemeClr val="tx1"/>
                </a:solidFill>
                <a:latin typeface="Calibri" panose="020F0502020204030204" pitchFamily="34" charset="0"/>
                <a:ea typeface="MS PGothic" panose="020B0600070205080204" pitchFamily="34" charset="-128"/>
              </a:defRPr>
            </a:lvl8pPr>
            <a:lvl9pPr marL="4253835" indent="-250226" eaLnBrk="0" fontAlgn="base" hangingPunct="0">
              <a:spcBef>
                <a:spcPct val="20000"/>
              </a:spcBef>
              <a:spcAft>
                <a:spcPct val="0"/>
              </a:spcAft>
              <a:buChar char="»"/>
              <a:defRPr sz="1532">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fld id="{E9A9AE49-6247-430B-8D1D-1CA3892E5FBC}" type="slidenum">
              <a:rPr lang="nb-NO" altLang="nb-NO" sz="985">
                <a:solidFill>
                  <a:srgbClr val="9E9FA3"/>
                </a:solidFill>
                <a:latin typeface="Verdana" panose="020B0604030504040204" pitchFamily="34" charset="0"/>
              </a:rPr>
              <a:pPr eaLnBrk="1" hangingPunct="1">
                <a:spcBef>
                  <a:spcPct val="0"/>
                </a:spcBef>
                <a:buFontTx/>
                <a:buNone/>
              </a:pPr>
              <a:t>46</a:t>
            </a:fld>
            <a:endParaRPr lang="nb-NO" altLang="nb-NO" sz="985">
              <a:solidFill>
                <a:srgbClr val="9E9FA3"/>
              </a:solidFill>
              <a:latin typeface="Verdana" panose="020B0604030504040204" pitchFamily="34" charset="0"/>
            </a:endParaRPr>
          </a:p>
        </p:txBody>
      </p:sp>
    </p:spTree>
    <p:extLst>
      <p:ext uri="{BB962C8B-B14F-4D97-AF65-F5344CB8AC3E}">
        <p14:creationId xmlns:p14="http://schemas.microsoft.com/office/powerpoint/2010/main" val="2298443089"/>
      </p:ext>
    </p:extLst>
  </p:cSld>
  <p:clrMapOvr>
    <a:masterClrMapping/>
  </p:clrMapOvr>
  <mc:AlternateContent xmlns:mc="http://schemas.openxmlformats.org/markup-compatibility/2006" xmlns:p14="http://schemas.microsoft.com/office/powerpoint/2010/main">
    <mc:Choice Requires="p14">
      <p:transition spd="slow" p14:dur="2000" advTm="54280"/>
    </mc:Choice>
    <mc:Fallback xmlns="">
      <p:transition spd="slow" advTm="54280"/>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Content Placeholder 2"/>
          <p:cNvSpPr>
            <a:spLocks noGrp="1"/>
          </p:cNvSpPr>
          <p:nvPr>
            <p:ph idx="1"/>
          </p:nvPr>
        </p:nvSpPr>
        <p:spPr>
          <a:xfrm>
            <a:off x="608568" y="1764407"/>
            <a:ext cx="8591219" cy="5044560"/>
          </a:xfrm>
        </p:spPr>
        <p:txBody>
          <a:bodyPr>
            <a:normAutofit fontScale="85000" lnSpcReduction="20000"/>
          </a:bodyPr>
          <a:lstStyle/>
          <a:p>
            <a:pPr eaLnBrk="1" hangingPunct="1"/>
            <a:r>
              <a:rPr lang="nb-NO" altLang="nb-NO" dirty="0"/>
              <a:t>Det er 27 afrikanske land sør for Sahara: Ved uavhengighet hadde </a:t>
            </a:r>
            <a:r>
              <a:rPr lang="nb-NO" altLang="nb-NO" dirty="0">
                <a:solidFill>
                  <a:srgbClr val="FF0000"/>
                </a:solidFill>
              </a:rPr>
              <a:t>5</a:t>
            </a:r>
            <a:r>
              <a:rPr lang="nb-NO" altLang="nb-NO" dirty="0"/>
              <a:t> av </a:t>
            </a:r>
            <a:r>
              <a:rPr lang="nb-NO" altLang="nb-NO" dirty="0">
                <a:solidFill>
                  <a:srgbClr val="FF0000"/>
                </a:solidFill>
              </a:rPr>
              <a:t>disse presidentstyre </a:t>
            </a:r>
            <a:r>
              <a:rPr lang="nb-NO" altLang="nb-NO" dirty="0"/>
              <a:t>resten var </a:t>
            </a:r>
            <a:r>
              <a:rPr lang="nb-NO" altLang="nb-NO" dirty="0">
                <a:solidFill>
                  <a:srgbClr val="FF0000"/>
                </a:solidFill>
              </a:rPr>
              <a:t>parlamentariske demokratier</a:t>
            </a:r>
          </a:p>
          <a:p>
            <a:pPr eaLnBrk="1" hangingPunct="1"/>
            <a:endParaRPr lang="nb-NO" altLang="nb-NO" dirty="0"/>
          </a:p>
          <a:p>
            <a:pPr eaLnBrk="1" hangingPunct="1"/>
            <a:r>
              <a:rPr lang="nb-NO" altLang="nb-NO" dirty="0"/>
              <a:t>I 2009 hadde alle 27 land </a:t>
            </a:r>
            <a:r>
              <a:rPr lang="nb-NO" altLang="nb-NO" dirty="0">
                <a:solidFill>
                  <a:srgbClr val="FF0000"/>
                </a:solidFill>
              </a:rPr>
              <a:t>unntatt tre </a:t>
            </a:r>
            <a:r>
              <a:rPr lang="nb-NO" altLang="nb-NO" dirty="0"/>
              <a:t>(Mauritius, Sør-Afrika og Botswana) presidentstyre</a:t>
            </a:r>
          </a:p>
          <a:p>
            <a:pPr eaLnBrk="1" hangingPunct="1"/>
            <a:endParaRPr lang="nb-NO" altLang="nb-NO" dirty="0"/>
          </a:p>
          <a:p>
            <a:pPr eaLnBrk="1" hangingPunct="1"/>
            <a:r>
              <a:rPr lang="nb-NO" altLang="nb-NO" dirty="0"/>
              <a:t>Mange av presidentene i de nye regimene er tiltalt og dømt (</a:t>
            </a:r>
            <a:r>
              <a:rPr lang="nb-NO" altLang="nb-NO" dirty="0" err="1"/>
              <a:t>jf</a:t>
            </a:r>
            <a:r>
              <a:rPr lang="nb-NO" altLang="nb-NO" dirty="0"/>
              <a:t> Abacha, Suharto, </a:t>
            </a:r>
            <a:r>
              <a:rPr lang="nb-NO" altLang="nb-NO" dirty="0" err="1"/>
              <a:t>Zardari</a:t>
            </a:r>
            <a:r>
              <a:rPr lang="nb-NO" altLang="nb-NO" dirty="0"/>
              <a:t> </a:t>
            </a:r>
            <a:r>
              <a:rPr lang="nb-NO" altLang="nb-NO" dirty="0" err="1"/>
              <a:t>etc</a:t>
            </a:r>
            <a:r>
              <a:rPr lang="nb-NO" altLang="nb-NO" dirty="0"/>
              <a:t>) for tyveri av statlige midler, korrupsjon </a:t>
            </a:r>
            <a:r>
              <a:rPr lang="nb-NO" altLang="nb-NO" dirty="0" err="1"/>
              <a:t>etc</a:t>
            </a:r>
            <a:r>
              <a:rPr lang="nb-NO" altLang="nb-NO" dirty="0"/>
              <a:t> og har penger skjult i skatteparadis.</a:t>
            </a:r>
          </a:p>
          <a:p>
            <a:pPr eaLnBrk="1" hangingPunct="1"/>
            <a:endParaRPr lang="nb-NO" altLang="nb-NO" dirty="0"/>
          </a:p>
          <a:p>
            <a:pPr eaLnBrk="1" hangingPunct="1"/>
            <a:r>
              <a:rPr lang="nb-NO" altLang="nb-NO" dirty="0"/>
              <a:t>I Latin – Amerika finner vi samme mønster</a:t>
            </a:r>
          </a:p>
        </p:txBody>
      </p:sp>
      <p:sp>
        <p:nvSpPr>
          <p:cNvPr id="15363" name="Footer Placeholder 3"/>
          <p:cNvSpPr>
            <a:spLocks noGrp="1"/>
          </p:cNvSpPr>
          <p:nvPr>
            <p:ph type="ftr" sz="quarter" idx="11"/>
          </p:nvPr>
        </p:nvSpPr>
        <p:spPr>
          <a:xfrm>
            <a:off x="3586626" y="7210864"/>
            <a:ext cx="1812428" cy="227640"/>
          </a:xfrm>
        </p:spPr>
        <p:txBody>
          <a:bodyPr/>
          <a:lstStyle/>
          <a:p>
            <a:pPr algn="r">
              <a:defRPr/>
            </a:pPr>
            <a:r>
              <a:rPr lang="nn-NO"/>
              <a:t>Side/Page</a:t>
            </a:r>
          </a:p>
        </p:txBody>
      </p:sp>
      <p:sp>
        <p:nvSpPr>
          <p:cNvPr id="22532" name="Slide Number Placeholder 4"/>
          <p:cNvSpPr>
            <a:spLocks noGrp="1"/>
          </p:cNvSpPr>
          <p:nvPr>
            <p:ph type="sldNum" sz="quarter" idx="12"/>
          </p:nvPr>
        </p:nvSpPr>
        <p:spPr>
          <a:xfrm>
            <a:off x="5319119" y="7210864"/>
            <a:ext cx="3862920" cy="22764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2627">
                <a:solidFill>
                  <a:schemeClr val="tx1"/>
                </a:solidFill>
                <a:latin typeface="Calibri" panose="020F0502020204030204" pitchFamily="34" charset="0"/>
                <a:ea typeface="MS PGothic" panose="020B0600070205080204" pitchFamily="34" charset="-128"/>
              </a:defRPr>
            </a:lvl1pPr>
            <a:lvl2pPr marL="813233" indent="-312782" eaLnBrk="0" hangingPunct="0">
              <a:spcBef>
                <a:spcPct val="20000"/>
              </a:spcBef>
              <a:buChar char="–"/>
              <a:defRPr sz="2189">
                <a:solidFill>
                  <a:schemeClr val="tx1"/>
                </a:solidFill>
                <a:latin typeface="Calibri" panose="020F0502020204030204" pitchFamily="34" charset="0"/>
                <a:ea typeface="MS PGothic" panose="020B0600070205080204" pitchFamily="34" charset="-128"/>
              </a:defRPr>
            </a:lvl2pPr>
            <a:lvl3pPr marL="1251128" indent="-250226" eaLnBrk="0" hangingPunct="0">
              <a:spcBef>
                <a:spcPct val="20000"/>
              </a:spcBef>
              <a:buChar char="•"/>
              <a:defRPr sz="1751">
                <a:solidFill>
                  <a:schemeClr val="tx1"/>
                </a:solidFill>
                <a:latin typeface="Calibri" panose="020F0502020204030204" pitchFamily="34" charset="0"/>
                <a:ea typeface="MS PGothic" panose="020B0600070205080204" pitchFamily="34" charset="-128"/>
              </a:defRPr>
            </a:lvl3pPr>
            <a:lvl4pPr marL="1751579" indent="-250226" eaLnBrk="0" hangingPunct="0">
              <a:spcBef>
                <a:spcPct val="20000"/>
              </a:spcBef>
              <a:buChar char="–"/>
              <a:defRPr sz="1532">
                <a:solidFill>
                  <a:schemeClr val="tx1"/>
                </a:solidFill>
                <a:latin typeface="Calibri" panose="020F0502020204030204" pitchFamily="34" charset="0"/>
                <a:ea typeface="MS PGothic" panose="020B0600070205080204" pitchFamily="34" charset="-128"/>
              </a:defRPr>
            </a:lvl4pPr>
            <a:lvl5pPr marL="2252030" indent="-250226" eaLnBrk="0" hangingPunct="0">
              <a:spcBef>
                <a:spcPct val="20000"/>
              </a:spcBef>
              <a:buChar char="»"/>
              <a:defRPr sz="1532">
                <a:solidFill>
                  <a:schemeClr val="tx1"/>
                </a:solidFill>
                <a:latin typeface="Calibri" panose="020F0502020204030204" pitchFamily="34" charset="0"/>
                <a:ea typeface="MS PGothic" panose="020B0600070205080204" pitchFamily="34" charset="-128"/>
              </a:defRPr>
            </a:lvl5pPr>
            <a:lvl6pPr marL="2752481" indent="-250226" eaLnBrk="0" fontAlgn="base" hangingPunct="0">
              <a:spcBef>
                <a:spcPct val="20000"/>
              </a:spcBef>
              <a:spcAft>
                <a:spcPct val="0"/>
              </a:spcAft>
              <a:buChar char="»"/>
              <a:defRPr sz="1532">
                <a:solidFill>
                  <a:schemeClr val="tx1"/>
                </a:solidFill>
                <a:latin typeface="Calibri" panose="020F0502020204030204" pitchFamily="34" charset="0"/>
                <a:ea typeface="MS PGothic" panose="020B0600070205080204" pitchFamily="34" charset="-128"/>
              </a:defRPr>
            </a:lvl6pPr>
            <a:lvl7pPr marL="3252932" indent="-250226" eaLnBrk="0" fontAlgn="base" hangingPunct="0">
              <a:spcBef>
                <a:spcPct val="20000"/>
              </a:spcBef>
              <a:spcAft>
                <a:spcPct val="0"/>
              </a:spcAft>
              <a:buChar char="»"/>
              <a:defRPr sz="1532">
                <a:solidFill>
                  <a:schemeClr val="tx1"/>
                </a:solidFill>
                <a:latin typeface="Calibri" panose="020F0502020204030204" pitchFamily="34" charset="0"/>
                <a:ea typeface="MS PGothic" panose="020B0600070205080204" pitchFamily="34" charset="-128"/>
              </a:defRPr>
            </a:lvl7pPr>
            <a:lvl8pPr marL="3753383" indent="-250226" eaLnBrk="0" fontAlgn="base" hangingPunct="0">
              <a:spcBef>
                <a:spcPct val="20000"/>
              </a:spcBef>
              <a:spcAft>
                <a:spcPct val="0"/>
              </a:spcAft>
              <a:buChar char="»"/>
              <a:defRPr sz="1532">
                <a:solidFill>
                  <a:schemeClr val="tx1"/>
                </a:solidFill>
                <a:latin typeface="Calibri" panose="020F0502020204030204" pitchFamily="34" charset="0"/>
                <a:ea typeface="MS PGothic" panose="020B0600070205080204" pitchFamily="34" charset="-128"/>
              </a:defRPr>
            </a:lvl8pPr>
            <a:lvl9pPr marL="4253835" indent="-250226" eaLnBrk="0" fontAlgn="base" hangingPunct="0">
              <a:spcBef>
                <a:spcPct val="20000"/>
              </a:spcBef>
              <a:spcAft>
                <a:spcPct val="0"/>
              </a:spcAft>
              <a:buChar char="»"/>
              <a:defRPr sz="1532">
                <a:solidFill>
                  <a:schemeClr val="tx1"/>
                </a:solidFill>
                <a:latin typeface="Calibri" panose="020F0502020204030204" pitchFamily="34" charset="0"/>
                <a:ea typeface="MS PGothic" panose="020B0600070205080204" pitchFamily="34" charset="-128"/>
              </a:defRPr>
            </a:lvl9pPr>
          </a:lstStyle>
          <a:p>
            <a:pPr algn="l" eaLnBrk="1" hangingPunct="1">
              <a:spcBef>
                <a:spcPct val="0"/>
              </a:spcBef>
              <a:buFontTx/>
              <a:buNone/>
            </a:pPr>
            <a:fld id="{C3184602-D3ED-45B3-9C7D-6F29A63EE68C}" type="slidenum">
              <a:rPr lang="nn-NO" altLang="nb-NO" sz="985">
                <a:solidFill>
                  <a:srgbClr val="9E9FA3"/>
                </a:solidFill>
                <a:latin typeface="Verdana" panose="020B0604030504040204" pitchFamily="34" charset="0"/>
              </a:rPr>
              <a:pPr algn="l" eaLnBrk="1" hangingPunct="1">
                <a:spcBef>
                  <a:spcPct val="0"/>
                </a:spcBef>
                <a:buFontTx/>
                <a:buNone/>
              </a:pPr>
              <a:t>47</a:t>
            </a:fld>
            <a:endParaRPr lang="nn-NO" altLang="nb-NO" sz="985">
              <a:solidFill>
                <a:srgbClr val="9E9FA3"/>
              </a:solidFill>
              <a:latin typeface="Verdana" panose="020B0604030504040204" pitchFamily="34" charset="0"/>
            </a:endParaRPr>
          </a:p>
        </p:txBody>
      </p:sp>
      <p:sp>
        <p:nvSpPr>
          <p:cNvPr id="22534" name="Rectangle 2"/>
          <p:cNvSpPr txBox="1">
            <a:spLocks noChangeArrowheads="1"/>
          </p:cNvSpPr>
          <p:nvPr/>
        </p:nvSpPr>
        <p:spPr bwMode="auto">
          <a:xfrm>
            <a:off x="317130" y="324247"/>
            <a:ext cx="9138597" cy="886230"/>
          </a:xfrm>
          <a:prstGeom prst="rect">
            <a:avLst/>
          </a:prstGeom>
          <a:solidFill>
            <a:schemeClr val="tx2">
              <a:lumMod val="75000"/>
              <a:lumOff val="25000"/>
            </a:schemeClr>
          </a:solidFill>
          <a:ln>
            <a:noFill/>
          </a:ln>
        </p:spPr>
        <p:txBody>
          <a:bodyPr lIns="0" tIns="0" rIns="0" bIns="0"/>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algn="ctr" eaLnBrk="1" hangingPunct="1">
              <a:spcBef>
                <a:spcPct val="0"/>
              </a:spcBef>
              <a:buFontTx/>
              <a:buNone/>
            </a:pPr>
            <a:r>
              <a:rPr lang="nb-NO" altLang="nb-NO" sz="3065" dirty="0">
                <a:solidFill>
                  <a:schemeClr val="bg1"/>
                </a:solidFill>
                <a:latin typeface="+mj-lt"/>
              </a:rPr>
              <a:t>Nedriving av offentlige institusjoner (iii):</a:t>
            </a:r>
            <a:br>
              <a:rPr lang="nb-NO" altLang="nb-NO" sz="3065" dirty="0">
                <a:solidFill>
                  <a:schemeClr val="bg1"/>
                </a:solidFill>
                <a:latin typeface="+mj-lt"/>
              </a:rPr>
            </a:br>
            <a:r>
              <a:rPr lang="nb-NO" altLang="nb-NO" sz="3065" dirty="0">
                <a:solidFill>
                  <a:schemeClr val="bg1"/>
                </a:solidFill>
                <a:latin typeface="+mj-lt"/>
              </a:rPr>
              <a:t>Påvirkning av demokratiske institusjoner</a:t>
            </a:r>
          </a:p>
        </p:txBody>
      </p:sp>
    </p:spTree>
    <p:custDataLst>
      <p:tags r:id="rId1"/>
    </p:custDataLst>
    <p:extLst>
      <p:ext uri="{BB962C8B-B14F-4D97-AF65-F5344CB8AC3E}">
        <p14:creationId xmlns:p14="http://schemas.microsoft.com/office/powerpoint/2010/main" val="2775953363"/>
      </p:ext>
    </p:extLst>
  </p:cSld>
  <p:clrMapOvr>
    <a:masterClrMapping/>
  </p:clrMapOvr>
  <p:transition advTm="97694"/>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362">
                                            <p:txEl>
                                              <p:pRg st="0" end="0"/>
                                            </p:txEl>
                                          </p:spTgt>
                                        </p:tgtEl>
                                        <p:attrNameLst>
                                          <p:attrName>style.visibility</p:attrName>
                                        </p:attrNameLst>
                                      </p:cBhvr>
                                      <p:to>
                                        <p:strVal val="visible"/>
                                      </p:to>
                                    </p:set>
                                    <p:animEffect transition="in" filter="fade">
                                      <p:cBhvr>
                                        <p:cTn id="7" dur="2000"/>
                                        <p:tgtEl>
                                          <p:spTgt spid="1536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362">
                                            <p:txEl>
                                              <p:pRg st="2" end="2"/>
                                            </p:txEl>
                                          </p:spTgt>
                                        </p:tgtEl>
                                        <p:attrNameLst>
                                          <p:attrName>style.visibility</p:attrName>
                                        </p:attrNameLst>
                                      </p:cBhvr>
                                      <p:to>
                                        <p:strVal val="visible"/>
                                      </p:to>
                                    </p:set>
                                    <p:animEffect transition="in" filter="fade">
                                      <p:cBhvr>
                                        <p:cTn id="12" dur="2000"/>
                                        <p:tgtEl>
                                          <p:spTgt spid="15362">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5362">
                                            <p:txEl>
                                              <p:pRg st="4" end="4"/>
                                            </p:txEl>
                                          </p:spTgt>
                                        </p:tgtEl>
                                        <p:attrNameLst>
                                          <p:attrName>style.visibility</p:attrName>
                                        </p:attrNameLst>
                                      </p:cBhvr>
                                      <p:to>
                                        <p:strVal val="visible"/>
                                      </p:to>
                                    </p:set>
                                    <p:animEffect transition="in" filter="fade">
                                      <p:cBhvr>
                                        <p:cTn id="17" dur="2000"/>
                                        <p:tgtEl>
                                          <p:spTgt spid="15362">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5362">
                                            <p:txEl>
                                              <p:pRg st="6" end="6"/>
                                            </p:txEl>
                                          </p:spTgt>
                                        </p:tgtEl>
                                        <p:attrNameLst>
                                          <p:attrName>style.visibility</p:attrName>
                                        </p:attrNameLst>
                                      </p:cBhvr>
                                      <p:to>
                                        <p:strVal val="visible"/>
                                      </p:to>
                                    </p:set>
                                    <p:animEffect transition="in" filter="fade">
                                      <p:cBhvr>
                                        <p:cTn id="22" dur="2000"/>
                                        <p:tgtEl>
                                          <p:spTgt spid="1536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3"/>
          <p:cNvPicPr>
            <a:picLocks noGrp="1" noChangeAspect="1" noChangeArrowheads="1"/>
          </p:cNvPicPr>
          <p:nvPr>
            <p:ph type="body" idx="1"/>
          </p:nvPr>
        </p:nvPicPr>
        <p:blipFill>
          <a:blip r:embed="rId3" cstate="print">
            <a:extLst>
              <a:ext uri="{28A0092B-C50C-407E-A947-70E740481C1C}">
                <a14:useLocalDpi xmlns:a14="http://schemas.microsoft.com/office/drawing/2010/main" val="0"/>
              </a:ext>
            </a:extLst>
          </a:blip>
          <a:srcRect/>
          <a:stretch>
            <a:fillRect/>
          </a:stretch>
        </p:blipFill>
        <p:spPr>
          <a:xfrm>
            <a:off x="779597" y="972319"/>
            <a:ext cx="8196761" cy="5049774"/>
          </a:xfrm>
          <a:noFill/>
        </p:spPr>
      </p:pic>
      <p:sp>
        <p:nvSpPr>
          <p:cNvPr id="23555" name="TextBox 3"/>
          <p:cNvSpPr txBox="1">
            <a:spLocks noChangeArrowheads="1"/>
          </p:cNvSpPr>
          <p:nvPr/>
        </p:nvSpPr>
        <p:spPr bwMode="auto">
          <a:xfrm>
            <a:off x="1640335" y="5984047"/>
            <a:ext cx="5516254" cy="429220"/>
          </a:xfrm>
          <a:prstGeom prst="rect">
            <a:avLst/>
          </a:prstGeom>
          <a:solidFill>
            <a:schemeClr val="tx2">
              <a:lumMod val="75000"/>
              <a:lumOff val="25000"/>
            </a:schemeClr>
          </a:solidFill>
          <a:ln>
            <a:noFill/>
          </a:ln>
        </p:spPr>
        <p:txBody>
          <a:bodyPr wrap="none">
            <a:spAutoFit/>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r>
              <a:rPr lang="nb-NO" altLang="nb-NO" sz="2189" b="1" dirty="0">
                <a:solidFill>
                  <a:schemeClr val="bg1"/>
                </a:solidFill>
                <a:latin typeface="Georgia" panose="02040502050405020303" pitchFamily="18" charset="0"/>
              </a:rPr>
              <a:t>Eksportverdi av naturressurser/BNP</a:t>
            </a:r>
          </a:p>
        </p:txBody>
      </p:sp>
      <p:sp>
        <p:nvSpPr>
          <p:cNvPr id="23556" name="TextBox 4"/>
          <p:cNvSpPr txBox="1">
            <a:spLocks noChangeArrowheads="1"/>
          </p:cNvSpPr>
          <p:nvPr/>
        </p:nvSpPr>
        <p:spPr bwMode="auto">
          <a:xfrm>
            <a:off x="78198" y="2685876"/>
            <a:ext cx="922047" cy="400110"/>
          </a:xfrm>
          <a:prstGeom prst="rect">
            <a:avLst/>
          </a:prstGeom>
          <a:solidFill>
            <a:schemeClr val="tx2">
              <a:lumMod val="75000"/>
              <a:lumOff val="25000"/>
            </a:schemeClr>
          </a:solidFill>
          <a:ln>
            <a:noFill/>
          </a:ln>
        </p:spPr>
        <p:txBody>
          <a:bodyPr wrap="none">
            <a:spAutoFit/>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r>
              <a:rPr lang="nb-NO" altLang="nb-NO" sz="2000" b="1" dirty="0">
                <a:solidFill>
                  <a:schemeClr val="bg1"/>
                </a:solidFill>
                <a:latin typeface="Georgia" panose="02040502050405020303" pitchFamily="18" charset="0"/>
              </a:rPr>
              <a:t>Vekst</a:t>
            </a:r>
          </a:p>
        </p:txBody>
      </p:sp>
      <p:sp>
        <p:nvSpPr>
          <p:cNvPr id="10" name="TekstSylinder 9"/>
          <p:cNvSpPr txBox="1">
            <a:spLocks noChangeArrowheads="1"/>
          </p:cNvSpPr>
          <p:nvPr/>
        </p:nvSpPr>
        <p:spPr bwMode="auto">
          <a:xfrm>
            <a:off x="3424986" y="1438527"/>
            <a:ext cx="426648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r>
              <a:rPr lang="nb-NO" altLang="nb-NO" dirty="0">
                <a:solidFill>
                  <a:srgbClr val="050403"/>
                </a:solidFill>
              </a:rPr>
              <a:t>Det er variasjon i datagrunnlaget</a:t>
            </a:r>
          </a:p>
        </p:txBody>
      </p:sp>
      <p:sp>
        <p:nvSpPr>
          <p:cNvPr id="23558" name="TextBox 7"/>
          <p:cNvSpPr txBox="1">
            <a:spLocks noChangeArrowheads="1"/>
          </p:cNvSpPr>
          <p:nvPr/>
        </p:nvSpPr>
        <p:spPr bwMode="auto">
          <a:xfrm>
            <a:off x="252066" y="214434"/>
            <a:ext cx="9143810" cy="830997"/>
          </a:xfrm>
          <a:prstGeom prst="rect">
            <a:avLst/>
          </a:prstGeom>
          <a:solidFill>
            <a:schemeClr val="tx2">
              <a:lumMod val="75000"/>
              <a:lumOff val="25000"/>
            </a:schemeClr>
          </a:solidFill>
          <a:ln>
            <a:noFill/>
          </a:ln>
        </p:spPr>
        <p:txBody>
          <a:bodyPr>
            <a:spAutoFit/>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r>
              <a:rPr lang="nb-NO" altLang="nb-NO" dirty="0">
                <a:solidFill>
                  <a:schemeClr val="bg1"/>
                </a:solidFill>
                <a:latin typeface="Georgia" panose="02040502050405020303" pitchFamily="18" charset="0"/>
              </a:rPr>
              <a:t>Rikdommens Paradoks:  I gjennomsnitt leder ressursrikdom til lavere vekst (regresjonslinjen har negativ helning)</a:t>
            </a:r>
          </a:p>
        </p:txBody>
      </p:sp>
      <p:sp>
        <p:nvSpPr>
          <p:cNvPr id="11" name="TextBox 10"/>
          <p:cNvSpPr txBox="1">
            <a:spLocks noChangeArrowheads="1"/>
          </p:cNvSpPr>
          <p:nvPr/>
        </p:nvSpPr>
        <p:spPr bwMode="auto">
          <a:xfrm>
            <a:off x="5559524" y="2887216"/>
            <a:ext cx="3626593" cy="1033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r>
              <a:rPr lang="nb-NO" altLang="nb-NO" dirty="0">
                <a:solidFill>
                  <a:srgbClr val="050403"/>
                </a:solidFill>
              </a:rPr>
              <a:t>Noen land gjør det bra</a:t>
            </a:r>
          </a:p>
          <a:p>
            <a:pPr eaLnBrk="1" hangingPunct="1">
              <a:spcBef>
                <a:spcPct val="0"/>
              </a:spcBef>
              <a:buFontTx/>
              <a:buNone/>
            </a:pPr>
            <a:r>
              <a:rPr lang="nb-NO" altLang="nb-NO" dirty="0">
                <a:solidFill>
                  <a:srgbClr val="050403"/>
                </a:solidFill>
              </a:rPr>
              <a:t>Hva skiller landene?</a:t>
            </a:r>
          </a:p>
          <a:p>
            <a:pPr eaLnBrk="1" hangingPunct="1">
              <a:spcBef>
                <a:spcPct val="0"/>
              </a:spcBef>
              <a:buFontTx/>
              <a:buNone/>
            </a:pPr>
            <a:endParaRPr lang="nb-NO" altLang="nb-NO" sz="1314" dirty="0">
              <a:latin typeface="Georgia" panose="02040502050405020303" pitchFamily="18" charset="0"/>
            </a:endParaRPr>
          </a:p>
        </p:txBody>
      </p:sp>
      <p:cxnSp>
        <p:nvCxnSpPr>
          <p:cNvPr id="3" name="Straight Arrow Connector 2"/>
          <p:cNvCxnSpPr/>
          <p:nvPr/>
        </p:nvCxnSpPr>
        <p:spPr>
          <a:xfrm>
            <a:off x="3293801" y="5364807"/>
            <a:ext cx="3168352"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p:cNvCxnSpPr/>
          <p:nvPr/>
        </p:nvCxnSpPr>
        <p:spPr>
          <a:xfrm flipV="1">
            <a:off x="684114" y="3276575"/>
            <a:ext cx="0" cy="2016224"/>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266304873"/>
      </p:ext>
    </p:extLst>
  </p:cSld>
  <p:clrMapOvr>
    <a:masterClrMapping/>
  </p:clrMapOvr>
  <p:transition advTm="95058">
    <p:cover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extLst>
    <p:ext uri="{3A86A75C-4F4B-4683-9AE1-C65F6400EC91}">
      <p14:laserTraceLst xmlns:p14="http://schemas.microsoft.com/office/powerpoint/2010/main">
        <p14:tracePtLst>
          <p14:tracePt t="46364" x="3538538" y="7454900"/>
          <p14:tracePt t="46367" x="3662363" y="7372350"/>
          <p14:tracePt t="46379" x="3810000" y="7273925"/>
          <p14:tracePt t="46386" x="3979863" y="7162800"/>
          <p14:tracePt t="46392" x="4170363" y="7026275"/>
          <p14:tracePt t="46400" x="4356100" y="6897688"/>
          <p14:tracePt t="46408" x="4541838" y="6765925"/>
          <p14:tracePt t="46416" x="4740275" y="6654800"/>
          <p14:tracePt t="46424" x="4946650" y="6551613"/>
          <p14:tracePt t="46432" x="5135563" y="6464300"/>
          <p14:tracePt t="46440" x="5318125" y="6394450"/>
          <p14:tracePt t="46448" x="5514975" y="6327775"/>
          <p14:tracePt t="46459" x="5713413" y="6245225"/>
          <p14:tracePt t="46464" x="5937250" y="6146800"/>
          <p14:tracePt t="46472" x="6102350" y="6080125"/>
          <p14:tracePt t="46480" x="6262688" y="6018213"/>
          <p14:tracePt t="46488" x="6419850" y="5935663"/>
          <p14:tracePt t="46496" x="6548438" y="5856288"/>
          <p14:tracePt t="46503" x="6646863" y="5786438"/>
          <p14:tracePt t="46513" x="6742113" y="5708650"/>
          <p14:tracePt t="46520" x="6816725" y="5638800"/>
          <p14:tracePt t="46528" x="6869113" y="5576888"/>
          <p14:tracePt t="46536" x="6915150" y="5513388"/>
          <p14:tracePt t="46544" x="6953250" y="5448300"/>
          <p14:tracePt t="46554" x="6969125" y="5378450"/>
          <p14:tracePt t="46560" x="6981825" y="5316538"/>
          <p14:tracePt t="46568" x="6989763" y="5262563"/>
          <p14:tracePt t="46576" x="6989763" y="5203825"/>
          <p14:tracePt t="46584" x="6989763" y="5141913"/>
          <p14:tracePt t="46592" x="6985000" y="5092700"/>
          <p14:tracePt t="46600" x="6977063" y="5038725"/>
          <p14:tracePt t="46608" x="6973888" y="4989513"/>
          <p14:tracePt t="46616" x="6964363" y="4940300"/>
          <p14:tracePt t="46625" x="6961188" y="4902200"/>
          <p14:tracePt t="46632" x="6953250" y="4857750"/>
          <p14:tracePt t="46640" x="6940550" y="4829175"/>
          <p14:tracePt t="46648" x="6940550" y="4783138"/>
          <p14:tracePt t="46657" x="6923088" y="4754563"/>
          <p14:tracePt t="46664" x="6911975" y="4721225"/>
          <p14:tracePt t="46672" x="6902450" y="4692650"/>
          <p14:tracePt t="46680" x="6886575" y="4654550"/>
          <p14:tracePt t="46688" x="6873875" y="4618038"/>
          <p14:tracePt t="46695" x="6853238" y="4584700"/>
          <p14:tracePt t="46704" x="6837363" y="4556125"/>
          <p14:tracePt t="46713" x="6816725" y="4530725"/>
          <p14:tracePt t="46720" x="6804025" y="4506913"/>
          <p14:tracePt t="46728" x="6786563" y="4460875"/>
          <p14:tracePt t="46736" x="6775450" y="4435475"/>
          <p14:tracePt t="46744" x="6754813" y="4406900"/>
          <p14:tracePt t="46752" x="6750050" y="4370388"/>
          <p14:tracePt t="46760" x="6737350" y="4344988"/>
          <p14:tracePt t="46768" x="6724650" y="4321175"/>
          <p14:tracePt t="46776" x="6713538" y="4295775"/>
          <p14:tracePt t="46784" x="6692900" y="4259263"/>
          <p14:tracePt t="46792" x="6680200" y="4221163"/>
          <p14:tracePt t="46800" x="6667500" y="4195763"/>
          <p14:tracePt t="46808" x="6667500" y="4171950"/>
          <p14:tracePt t="46816" x="6654800" y="4138613"/>
          <p14:tracePt t="46824" x="6654800" y="4122738"/>
          <p14:tracePt t="46832" x="6654800" y="4110038"/>
          <p14:tracePt t="46840" x="6651625" y="4097338"/>
          <p14:tracePt t="46848" x="6651625" y="4076700"/>
          <p14:tracePt t="46857" x="6651625" y="4064000"/>
          <p14:tracePt t="46864" x="6651625" y="4060825"/>
          <p14:tracePt t="46872" x="6651625" y="4040188"/>
          <p14:tracePt t="46880" x="6642100" y="4035425"/>
          <p14:tracePt t="46888" x="6642100" y="4022725"/>
          <p14:tracePt t="46897" x="6638925" y="4010025"/>
          <p14:tracePt t="46904" x="6638925" y="3989388"/>
          <p14:tracePt t="46913" x="6630988" y="3965575"/>
          <p14:tracePt t="46919" x="6626225" y="3948113"/>
          <p14:tracePt t="46929" x="6618288" y="3927475"/>
          <p14:tracePt t="46936" x="6605588" y="3911600"/>
          <p14:tracePt t="46944" x="6600825" y="3886200"/>
          <p14:tracePt t="46952" x="6592888" y="3862388"/>
          <p14:tracePt t="46960" x="6577013" y="3829050"/>
          <p14:tracePt t="46968" x="6564313" y="3803650"/>
          <p14:tracePt t="46976" x="6543675" y="3775075"/>
          <p14:tracePt t="46984" x="6530975" y="3741738"/>
          <p14:tracePt t="46992" x="6515100" y="3705225"/>
          <p14:tracePt t="47000" x="6494463" y="3687763"/>
          <p14:tracePt t="47009" x="6481763" y="3663950"/>
          <p14:tracePt t="47016" x="6469063" y="3643313"/>
          <p14:tracePt t="47024" x="6465888" y="3625850"/>
          <p14:tracePt t="47032" x="6453188" y="3614738"/>
          <p14:tracePt t="47040" x="6445250" y="3594100"/>
          <p14:tracePt t="47048" x="6445250" y="3576638"/>
          <p14:tracePt t="47057" x="6432550" y="3563938"/>
          <p14:tracePt t="47064" x="6427788" y="3552825"/>
          <p14:tracePt t="47072" x="6415088" y="3540125"/>
          <p14:tracePt t="47080" x="6407150" y="3532188"/>
          <p14:tracePt t="47088" x="6407150" y="3519488"/>
          <p14:tracePt t="47096" x="6403975" y="3506788"/>
          <p14:tracePt t="47104" x="6403975" y="3502025"/>
          <p14:tracePt t="47113" x="6394450" y="3494088"/>
          <p14:tracePt t="47120" x="6391275" y="3490913"/>
          <p14:tracePt t="47129" x="6383338" y="3478213"/>
          <p14:tracePt t="47136" x="6378575" y="3470275"/>
          <p14:tracePt t="47144" x="6370638" y="3465513"/>
          <p14:tracePt t="47152" x="6357938" y="3452813"/>
          <p14:tracePt t="47160" x="6353175" y="3444875"/>
          <p14:tracePt t="47168" x="6345238" y="3440113"/>
          <p14:tracePt t="47176" x="6332538" y="3429000"/>
          <p14:tracePt t="47184" x="6329363" y="3419475"/>
          <p14:tracePt t="47193" x="6316663" y="3416300"/>
          <p14:tracePt t="47198" x="6303963" y="3416300"/>
          <p14:tracePt t="47208" x="6296025" y="3403600"/>
          <p14:tracePt t="47216" x="6280150" y="3403600"/>
          <p14:tracePt t="47222" x="6270625" y="3395663"/>
          <p14:tracePt t="47229" x="6254750" y="3395663"/>
          <p14:tracePt t="47240" x="6242050" y="3390900"/>
          <p14:tracePt t="47247" x="6234113" y="3390900"/>
          <p14:tracePt t="47254" x="6221413" y="3390900"/>
          <p14:tracePt t="47264" x="6218238" y="3382963"/>
          <p14:tracePt t="47270" x="6205538" y="3378200"/>
          <p14:tracePt t="47279" x="6197600" y="3378200"/>
          <p14:tracePt t="47286" x="6192838" y="3378200"/>
          <p14:tracePt t="47302" x="6180138" y="3378200"/>
          <p14:tracePt t="47318" x="6180138" y="3370263"/>
          <p14:tracePt t="47326" x="6172200" y="3370263"/>
          <p14:tracePt t="47375" x="6167438" y="3370263"/>
          <p14:tracePt t="47422" x="6167438" y="3367088"/>
          <p14:tracePt t="47446" x="6159500" y="3367088"/>
          <p14:tracePt t="47470" x="6156325" y="3357563"/>
          <p14:tracePt t="47503" x="6146800" y="3357563"/>
          <p14:tracePt t="47558" x="6143625" y="3357563"/>
          <p14:tracePt t="47567" x="6135688" y="3357563"/>
          <p14:tracePt t="47576" x="6130925" y="3357563"/>
          <p14:tracePt t="47582" x="6122988" y="3357563"/>
          <p14:tracePt t="47590" x="6118225" y="3357563"/>
          <p14:tracePt t="47598" x="6105525" y="3357563"/>
          <p14:tracePt t="47609" x="6094413" y="3357563"/>
          <p14:tracePt t="47614" x="6084888" y="3357563"/>
          <p14:tracePt t="47622" x="6073775" y="3362325"/>
          <p14:tracePt t="47630" x="6061075" y="3370263"/>
          <p14:tracePt t="47638" x="6043613" y="3382963"/>
          <p14:tracePt t="47647" x="6022975" y="3382963"/>
          <p14:tracePt t="47654" x="5999163" y="3395663"/>
          <p14:tracePt t="47662" x="5981700" y="3408363"/>
          <p14:tracePt t="47670" x="5961063" y="3419475"/>
          <p14:tracePt t="47678" x="5949950" y="3432175"/>
          <p14:tracePt t="47686" x="5932488" y="3444875"/>
          <p14:tracePt t="47697" x="5911850" y="3449638"/>
          <p14:tracePt t="47702" x="5895975" y="3460750"/>
          <p14:tracePt t="47710" x="5883275" y="3473450"/>
          <p14:tracePt t="47718" x="5862638" y="3486150"/>
          <p14:tracePt t="47726" x="5849938" y="3498850"/>
          <p14:tracePt t="47734" x="5834063" y="3511550"/>
          <p14:tracePt t="47742" x="5813425" y="3522663"/>
          <p14:tracePt t="47750" x="5795963" y="3532188"/>
          <p14:tracePt t="47758" x="5775325" y="3548063"/>
          <p14:tracePt t="47766" x="5759450" y="3556000"/>
          <p14:tracePt t="47774" x="5746750" y="3568700"/>
          <p14:tracePt t="47782" x="5738813" y="3573463"/>
          <p14:tracePt t="47790" x="5734050" y="3581400"/>
          <p14:tracePt t="47798" x="5726113" y="3584575"/>
          <p14:tracePt t="47815" x="5726113" y="3594100"/>
          <p14:tracePt t="47822" x="5722938" y="3594100"/>
          <p14:tracePt t="47832" x="5722938" y="3597275"/>
          <p14:tracePt t="47839" x="5713413" y="3605213"/>
          <p14:tracePt t="47854" x="5713413" y="3609975"/>
          <p14:tracePt t="47861" x="5710238" y="3609975"/>
          <p14:tracePt t="47870" x="5710238" y="3617913"/>
          <p14:tracePt t="47896" x="5710238" y="3630613"/>
          <p14:tracePt t="47913" x="5702300" y="3635375"/>
          <p14:tracePt t="47918" x="5702300" y="3643313"/>
          <p14:tracePt t="47926" x="5702300" y="3646488"/>
          <p14:tracePt t="47934" x="5702300" y="3656013"/>
          <p14:tracePt t="47942" x="5702300" y="3659188"/>
          <p14:tracePt t="47950" x="5702300" y="3667125"/>
          <p14:tracePt t="47958" x="5702300" y="3679825"/>
          <p14:tracePt t="47966" x="5702300" y="3684588"/>
          <p14:tracePt t="47974" x="5702300" y="3692525"/>
          <p14:tracePt t="47982" x="5702300" y="3697288"/>
          <p14:tracePt t="47990" x="5705475" y="3708400"/>
          <p14:tracePt t="47998" x="5713413" y="3721100"/>
          <p14:tracePt t="48005" x="5713413" y="3729038"/>
          <p14:tracePt t="48015" x="5726113" y="3741738"/>
          <p14:tracePt t="48022" x="5730875" y="3746500"/>
          <p14:tracePt t="48031" x="5738813" y="3754438"/>
          <p14:tracePt t="48038" x="5743575" y="3759200"/>
          <p14:tracePt t="48047" x="5751513" y="3767138"/>
          <p14:tracePt t="48054" x="5764213" y="3770313"/>
          <p14:tracePt t="48062" x="5767388" y="3779838"/>
          <p14:tracePt t="48070" x="5780088" y="3779838"/>
          <p14:tracePt t="48078" x="5788025" y="3783013"/>
          <p14:tracePt t="48086" x="5800725" y="3795713"/>
          <p14:tracePt t="48094" x="5813425" y="3803650"/>
          <p14:tracePt t="48102" x="5826125" y="3808413"/>
          <p14:tracePt t="48111" x="5837238" y="3808413"/>
          <p14:tracePt t="48118" x="5849938" y="3816350"/>
          <p14:tracePt t="48126" x="5862638" y="3821113"/>
          <p14:tracePt t="48134" x="5867400" y="3821113"/>
          <p14:tracePt t="48143" x="5878513" y="3821113"/>
          <p14:tracePt t="48151" x="5899150" y="3829050"/>
          <p14:tracePt t="48158" x="5903913" y="3829050"/>
          <p14:tracePt t="48166" x="5924550" y="3829050"/>
          <p14:tracePt t="48174" x="5929313" y="3829050"/>
          <p14:tracePt t="48182" x="5949950" y="3829050"/>
          <p14:tracePt t="48190" x="5961063" y="3829050"/>
          <p14:tracePt t="48199" x="5973763" y="3829050"/>
          <p14:tracePt t="48206" x="5986463" y="3829050"/>
          <p14:tracePt t="48214" x="6002338" y="3829050"/>
          <p14:tracePt t="48221" x="6022975" y="3829050"/>
          <p14:tracePt t="48228" x="6053138" y="3829050"/>
          <p14:tracePt t="48238" x="6073775" y="3824288"/>
          <p14:tracePt t="48246" x="6097588" y="3816350"/>
          <p14:tracePt t="48254" x="6122988" y="3816350"/>
          <p14:tracePt t="48262" x="6135688" y="3813175"/>
          <p14:tracePt t="48270" x="6151563" y="3803650"/>
          <p14:tracePt t="48279" x="6164263" y="3800475"/>
          <p14:tracePt t="48286" x="6184900" y="3792538"/>
          <p14:tracePt t="48294" x="6197600" y="3792538"/>
          <p14:tracePt t="48302" x="6213475" y="3779838"/>
          <p14:tracePt t="48310" x="6221413" y="3779838"/>
          <p14:tracePt t="48318" x="6226175" y="3775075"/>
          <p14:tracePt t="48326" x="6238875" y="3767138"/>
          <p14:tracePt t="48334" x="6249988" y="3754438"/>
          <p14:tracePt t="48343" x="6259513" y="3749675"/>
          <p14:tracePt t="48350" x="6262688" y="3741738"/>
          <p14:tracePt t="48356" x="6270625" y="3738563"/>
          <p14:tracePt t="48366" x="6275388" y="3729038"/>
          <p14:tracePt t="48375" x="6275388" y="3725863"/>
          <p14:tracePt t="48382" x="6283325" y="3717925"/>
          <p14:tracePt t="48390" x="6283325" y="3713163"/>
          <p14:tracePt t="48398" x="6288088" y="3705225"/>
          <p14:tracePt t="48404" x="6288088" y="3700463"/>
          <p14:tracePt t="48413" x="6288088" y="3692525"/>
          <p14:tracePt t="48422" x="6288088" y="3687763"/>
          <p14:tracePt t="48431" x="6296025" y="3679825"/>
          <p14:tracePt t="48438" x="6296025" y="3676650"/>
          <p14:tracePt t="48446" x="6300788" y="3667125"/>
          <p14:tracePt t="48452" x="6300788" y="3663950"/>
          <p14:tracePt t="48460" x="6300788" y="3651250"/>
          <p14:tracePt t="48478" x="6300788" y="3638550"/>
          <p14:tracePt t="48486" x="6300788" y="3630613"/>
          <p14:tracePt t="48492" x="6300788" y="3625850"/>
          <p14:tracePt t="48500" x="6300788" y="3617913"/>
          <p14:tracePt t="48508" x="6300788" y="3614738"/>
          <p14:tracePt t="48516" x="6300788" y="3605213"/>
          <p14:tracePt t="48525" x="6300788" y="3594100"/>
          <p14:tracePt t="48540" x="6300788" y="3589338"/>
          <p14:tracePt t="48550" x="6300788" y="3581400"/>
          <p14:tracePt t="48556" x="6300788" y="3576638"/>
          <p14:tracePt t="48564" x="6300788" y="3568700"/>
          <p14:tracePt t="48575" x="6300788" y="3563938"/>
          <p14:tracePt t="48580" x="6300788" y="3552825"/>
          <p14:tracePt t="48596" x="6296025" y="3540125"/>
          <p14:tracePt t="48612" x="6296025" y="3532188"/>
          <p14:tracePt t="48628" x="6296025" y="3527425"/>
          <p14:tracePt t="48638" x="6291263" y="3527425"/>
          <p14:tracePt t="48660" x="6291263" y="3519488"/>
          <p14:tracePt t="48724" x="6283325" y="3519488"/>
          <p14:tracePt t="48751" x="6280150" y="3514725"/>
          <p14:tracePt t="48766" x="6270625" y="3514725"/>
          <p14:tracePt t="48774" x="6267450" y="3506788"/>
          <p14:tracePt t="48780" x="6259513" y="3506788"/>
          <p14:tracePt t="48788" x="6254750" y="3506788"/>
          <p14:tracePt t="48798" x="6246813" y="3502025"/>
          <p14:tracePt t="48804" x="6242050" y="3502025"/>
          <p14:tracePt t="48812" x="6234113" y="3502025"/>
          <p14:tracePt t="48820" x="6229350" y="3502025"/>
          <p14:tracePt t="48828" x="6221413" y="3502025"/>
          <p14:tracePt t="48837" x="6218238" y="3494088"/>
          <p14:tracePt t="48844" x="6208713" y="3494088"/>
          <p14:tracePt t="48852" x="6205538" y="3494088"/>
          <p14:tracePt t="48860" x="6197600" y="3494088"/>
          <p14:tracePt t="48877" x="6184900" y="3494088"/>
          <p14:tracePt t="48898" x="6172200" y="3494088"/>
          <p14:tracePt t="48913" x="6167438" y="3494088"/>
          <p14:tracePt t="48916" x="6159500" y="3494088"/>
          <p14:tracePt t="48924" x="6156325" y="3494088"/>
          <p14:tracePt t="48932" x="6146800" y="3494088"/>
          <p14:tracePt t="48940" x="6143625" y="3494088"/>
          <p14:tracePt t="48949" x="6135688" y="3494088"/>
          <p14:tracePt t="48964" x="6122988" y="3494088"/>
          <p14:tracePt t="48972" x="6118225" y="3494088"/>
          <p14:tracePt t="48989" x="6110288" y="3494088"/>
          <p14:tracePt t="48997" x="6105525" y="3494088"/>
          <p14:tracePt t="49014" x="6097588" y="3494088"/>
          <p14:tracePt t="49028" x="6094413" y="3494088"/>
          <p14:tracePt t="49061" x="6084888" y="3498850"/>
          <p14:tracePt t="49092" x="6081713" y="3498850"/>
          <p14:tracePt t="49100" x="6081713" y="3506788"/>
          <p14:tracePt t="49108" x="6073775" y="3506788"/>
          <p14:tracePt t="49126" x="6069013" y="3506788"/>
          <p14:tracePt t="49140" x="6069013" y="3511550"/>
          <p14:tracePt t="49147" x="6061075" y="3511550"/>
          <p14:tracePt t="49164" x="6056313" y="3519488"/>
          <p14:tracePt t="49188" x="6048375" y="3519488"/>
          <p14:tracePt t="49206" x="6048375" y="3522663"/>
          <p14:tracePt t="49236" x="6043613" y="3522663"/>
          <p14:tracePt t="49252" x="6043613" y="3532188"/>
          <p14:tracePt t="49268" x="6035675" y="3532188"/>
          <p14:tracePt t="49284" x="6035675" y="3535363"/>
          <p14:tracePt t="49292" x="6032500" y="3535363"/>
          <p14:tracePt t="49316" x="6022975" y="3535363"/>
          <p14:tracePt t="49333" x="6022975" y="3543300"/>
          <p14:tracePt t="49356" x="6019800" y="3543300"/>
          <p14:tracePt t="49373" x="6019800" y="3548063"/>
          <p14:tracePt t="49381" x="6011863" y="3548063"/>
          <p14:tracePt t="49396" x="6011863" y="3556000"/>
          <p14:tracePt t="49404" x="6007100" y="3556000"/>
          <p14:tracePt t="49428" x="5999163" y="3560763"/>
          <p14:tracePt t="49452" x="5999163" y="3568700"/>
          <p14:tracePt t="49461" x="5994400" y="3568700"/>
          <p14:tracePt t="49492" x="5994400" y="3573463"/>
          <p14:tracePt t="49509" x="5986463" y="3573463"/>
          <p14:tracePt t="49541" x="5986463" y="3581400"/>
          <p14:tracePt t="49556" x="5981700" y="3581400"/>
          <p14:tracePt t="49564" x="5981700" y="3584575"/>
          <p14:tracePt t="49589" x="5981700" y="3594100"/>
          <p14:tracePt t="49604" x="5973763" y="3597275"/>
          <p14:tracePt t="49618" x="5973763" y="3605213"/>
          <p14:tracePt t="49627" x="5973763" y="3609975"/>
          <p14:tracePt t="49636" x="5970588" y="3617913"/>
          <p14:tracePt t="49651" x="5970588" y="3622675"/>
          <p14:tracePt t="49660" x="5970588" y="3630613"/>
          <p14:tracePt t="49668" x="5970588" y="3635375"/>
          <p14:tracePt t="49674" x="5961063" y="3643313"/>
          <p14:tracePt t="49682" x="5961063" y="3646488"/>
          <p14:tracePt t="49690" x="5961063" y="3656013"/>
          <p14:tracePt t="49699" x="5961063" y="3659188"/>
          <p14:tracePt t="49714" x="5961063" y="3667125"/>
          <p14:tracePt t="49722" x="5961063" y="3671888"/>
          <p14:tracePt t="49738" x="5961063" y="3679825"/>
          <p14:tracePt t="49765" x="5961063" y="3684588"/>
          <p14:tracePt t="49787" x="5961063" y="3692525"/>
          <p14:tracePt t="49811" x="5965825" y="3692525"/>
          <p14:tracePt t="49818" x="5965825" y="3697288"/>
          <p14:tracePt t="49834" x="5973763" y="3697288"/>
          <p14:tracePt t="49858" x="5978525" y="3697288"/>
          <p14:tracePt t="49875" x="5986463" y="3705225"/>
          <p14:tracePt t="49882" x="5991225" y="3705225"/>
          <p14:tracePt t="49890" x="5999163" y="3705225"/>
          <p14:tracePt t="49900" x="6002338" y="3708400"/>
          <p14:tracePt t="49906" x="6011863" y="3708400"/>
          <p14:tracePt t="49914" x="6015038" y="3708400"/>
          <p14:tracePt t="49922" x="6035675" y="3717925"/>
          <p14:tracePt t="49930" x="6040438" y="3717925"/>
          <p14:tracePt t="49938" x="6061075" y="3717925"/>
          <p14:tracePt t="49946" x="6073775" y="3717925"/>
          <p14:tracePt t="49954" x="6089650" y="3721100"/>
          <p14:tracePt t="49962" x="6110288" y="3721100"/>
          <p14:tracePt t="49971" x="6122988" y="3721100"/>
          <p14:tracePt t="49978" x="6138863" y="3721100"/>
          <p14:tracePt t="49986" x="6151563" y="3721100"/>
          <p14:tracePt t="49994" x="6172200" y="3721100"/>
          <p14:tracePt t="50002" x="6184900" y="3721100"/>
          <p14:tracePt t="50011" x="6200775" y="3721100"/>
          <p14:tracePt t="50018" x="6221413" y="3721100"/>
          <p14:tracePt t="50026" x="6238875" y="3721100"/>
          <p14:tracePt t="50034" x="6246813" y="3721100"/>
          <p14:tracePt t="50042" x="6259513" y="3721100"/>
          <p14:tracePt t="50050" x="6270625" y="3717925"/>
          <p14:tracePt t="50059" x="6275388" y="3717925"/>
          <p14:tracePt t="50066" x="6283325" y="3717925"/>
          <p14:tracePt t="50074" x="6296025" y="3713163"/>
          <p14:tracePt t="50090" x="6300788" y="3705225"/>
          <p14:tracePt t="50100" x="6308725" y="3705225"/>
          <p14:tracePt t="50106" x="6311900" y="3700463"/>
          <p14:tracePt t="50122" x="6321425" y="3700463"/>
          <p14:tracePt t="50344" x="6321425" y="3692525"/>
          <p14:tracePt t="50361" x="6321425" y="3687763"/>
          <p14:tracePt t="50368" x="6321425" y="3679825"/>
          <p14:tracePt t="50384" x="6321425" y="3676650"/>
          <p14:tracePt t="50392" x="6321425" y="3667125"/>
          <p14:tracePt t="50400" x="6316663" y="3663950"/>
          <p14:tracePt t="50408" x="6308725" y="3651250"/>
          <p14:tracePt t="50417" x="6303963" y="3643313"/>
          <p14:tracePt t="50424" x="6296025" y="3638550"/>
          <p14:tracePt t="50432" x="6291263" y="3625850"/>
          <p14:tracePt t="50440" x="6283325" y="3617913"/>
          <p14:tracePt t="50448" x="6280150" y="3614738"/>
          <p14:tracePt t="50456" x="6270625" y="3614738"/>
          <p14:tracePt t="50464" x="6259513" y="3605213"/>
          <p14:tracePt t="50473" x="6254750" y="3594100"/>
          <p14:tracePt t="50480" x="6246813" y="3589338"/>
          <p14:tracePt t="50488" x="6234113" y="3581400"/>
          <p14:tracePt t="50496" x="6229350" y="3581400"/>
          <p14:tracePt t="50504" x="6221413" y="3576638"/>
          <p14:tracePt t="50512" x="6205538" y="3563938"/>
          <p14:tracePt t="50520" x="6197600" y="3563938"/>
          <p14:tracePt t="50528" x="6184900" y="3556000"/>
          <p14:tracePt t="50536" x="6180138" y="3556000"/>
          <p14:tracePt t="50544" x="6172200" y="3556000"/>
          <p14:tracePt t="50552" x="6167438" y="3552825"/>
          <p14:tracePt t="50561" x="6159500" y="3552825"/>
          <p14:tracePt t="50568" x="6156325" y="3552825"/>
          <p14:tracePt t="50576" x="6143625" y="3552825"/>
          <p14:tracePt t="50584" x="6135688" y="3552825"/>
          <p14:tracePt t="50592" x="6130925" y="3552825"/>
          <p14:tracePt t="50600" x="6122988" y="3552825"/>
          <p14:tracePt t="50609" x="6118225" y="3552825"/>
          <p14:tracePt t="50625" x="6110288" y="3552825"/>
          <p14:tracePt t="50633" x="6105525" y="3552825"/>
          <p14:tracePt t="50649" x="6097588" y="3552825"/>
          <p14:tracePt t="50656" x="6094413" y="3552825"/>
          <p14:tracePt t="50664" x="6084888" y="3552825"/>
          <p14:tracePt t="50674" x="6081713" y="3552825"/>
          <p14:tracePt t="50680" x="6073775" y="3552825"/>
          <p14:tracePt t="50688" x="6069013" y="3552825"/>
          <p14:tracePt t="50696" x="6056313" y="3552825"/>
          <p14:tracePt t="50704" x="6048375" y="3556000"/>
          <p14:tracePt t="50712" x="6043613" y="3556000"/>
          <p14:tracePt t="50720" x="6035675" y="3556000"/>
          <p14:tracePt t="50728" x="6032500" y="3556000"/>
          <p14:tracePt t="50745" x="6022975" y="3556000"/>
          <p14:tracePt t="50760" x="6019800" y="3556000"/>
          <p14:tracePt t="50784" x="6011863" y="3560763"/>
          <p14:tracePt t="50808" x="6007100" y="3560763"/>
          <p14:tracePt t="50830" x="5999163" y="3568700"/>
          <p14:tracePt t="50854" x="5994400" y="3568700"/>
          <p14:tracePt t="50871" x="5994400" y="3573463"/>
          <p14:tracePt t="50903" x="5986463" y="3573463"/>
          <p14:tracePt t="51030" x="5986463" y="3581400"/>
          <p14:tracePt t="51046" x="5986463" y="3584575"/>
          <p14:tracePt t="51054" x="5981700" y="3584575"/>
          <p14:tracePt t="51062" x="5973763" y="3594100"/>
          <p14:tracePt t="51070" x="5970588" y="3597275"/>
          <p14:tracePt t="51079" x="5970588" y="3605213"/>
          <p14:tracePt t="51086" x="5961063" y="3609975"/>
          <p14:tracePt t="51095" x="5957888" y="3622675"/>
          <p14:tracePt t="51102" x="5957888" y="3630613"/>
          <p14:tracePt t="51110" x="5949950" y="3635375"/>
          <p14:tracePt t="51118" x="5949950" y="3646488"/>
          <p14:tracePt t="51128" x="5945188" y="3659188"/>
          <p14:tracePt t="51134" x="5937250" y="3667125"/>
          <p14:tracePt t="51142" x="5937250" y="3671888"/>
          <p14:tracePt t="51149" x="5937250" y="3679825"/>
          <p14:tracePt t="51158" x="5937250" y="3684588"/>
          <p14:tracePt t="51166" x="5937250" y="3692525"/>
          <p14:tracePt t="51174" x="5937250" y="3697288"/>
          <p14:tracePt t="51183" x="5937250" y="3705225"/>
          <p14:tracePt t="51190" x="5937250" y="3717925"/>
          <p14:tracePt t="51198" x="5937250" y="3721100"/>
          <p14:tracePt t="51207" x="5937250" y="3729038"/>
          <p14:tracePt t="51214" x="5937250" y="3733800"/>
          <p14:tracePt t="51230" x="5937250" y="3741738"/>
          <p14:tracePt t="51238" x="5937250" y="3746500"/>
          <p14:tracePt t="51262" x="5937250" y="3754438"/>
          <p14:tracePt t="51318" x="5937250" y="3759200"/>
          <p14:tracePt t="51342" x="5940425" y="3759200"/>
          <p14:tracePt t="51357" x="5949950" y="3767138"/>
          <p14:tracePt t="51366" x="5961063" y="3767138"/>
          <p14:tracePt t="51374" x="5965825" y="3767138"/>
          <p14:tracePt t="51382" x="5973763" y="3767138"/>
          <p14:tracePt t="51389" x="5986463" y="3767138"/>
          <p14:tracePt t="51398" x="5999163" y="3770313"/>
          <p14:tracePt t="51409" x="6002338" y="3770313"/>
          <p14:tracePt t="51414" x="6022975" y="3770313"/>
          <p14:tracePt t="51422" x="6035675" y="3770313"/>
          <p14:tracePt t="51431" x="6048375" y="3770313"/>
          <p14:tracePt t="51436" x="6073775" y="3770313"/>
          <p14:tracePt t="51446" x="6084888" y="3770313"/>
          <p14:tracePt t="51452" x="6102350" y="3770313"/>
          <p14:tracePt t="51460" x="6122988" y="3770313"/>
          <p14:tracePt t="51468" x="6135688" y="3770313"/>
          <p14:tracePt t="51476" x="6151563" y="3770313"/>
          <p14:tracePt t="51483" x="6172200" y="3767138"/>
          <p14:tracePt t="51492" x="6188075" y="3767138"/>
          <p14:tracePt t="51500" x="6208713" y="3762375"/>
          <p14:tracePt t="51508" x="6221413" y="3754438"/>
          <p14:tracePt t="51516" x="6234113" y="3754438"/>
          <p14:tracePt t="51523" x="6246813" y="3749675"/>
          <p14:tracePt t="51532" x="6249988" y="3749675"/>
          <p14:tracePt t="51542" x="6259513" y="3749675"/>
          <p14:tracePt t="51548" x="6262688" y="3741738"/>
          <p14:tracePt t="51558" x="6270625" y="3741738"/>
          <p14:tracePt t="51564" x="6275388" y="3741738"/>
          <p14:tracePt t="51580" x="6283325" y="3738563"/>
          <p14:tracePt t="51598" x="6288088" y="3738563"/>
          <p14:tracePt t="51604" x="6288088" y="3729038"/>
          <p14:tracePt t="51612" x="6296025" y="3725863"/>
          <p14:tracePt t="51622" x="6300788" y="3717925"/>
          <p14:tracePt t="51628" x="6308725" y="3713163"/>
          <p14:tracePt t="51645" x="6308725" y="3705225"/>
          <p14:tracePt t="51652" x="6311900" y="3692525"/>
          <p14:tracePt t="51668" x="6321425" y="3679825"/>
          <p14:tracePt t="51678" x="6321425" y="3676650"/>
          <p14:tracePt t="51683" x="6321425" y="3663950"/>
          <p14:tracePt t="51692" x="6321425" y="3651250"/>
          <p14:tracePt t="51700" x="6321425" y="3643313"/>
          <p14:tracePt t="51708" x="6321425" y="3630613"/>
          <p14:tracePt t="51716" x="6321425" y="3617913"/>
          <p14:tracePt t="51724" x="6321425" y="3614738"/>
          <p14:tracePt t="51732" x="6321425" y="3594100"/>
          <p14:tracePt t="51740" x="6316663" y="3589338"/>
          <p14:tracePt t="51748" x="6308725" y="3581400"/>
          <p14:tracePt t="51756" x="6303963" y="3568700"/>
          <p14:tracePt t="51766" x="6296025" y="3563938"/>
          <p14:tracePt t="51780" x="6291263" y="3556000"/>
          <p14:tracePt t="51788" x="6291263" y="3552825"/>
          <p14:tracePt t="51796" x="6283325" y="3552825"/>
          <p14:tracePt t="51804" x="6280150" y="3552825"/>
          <p14:tracePt t="51812" x="6280150" y="3543300"/>
          <p14:tracePt t="51820" x="6270625" y="3543300"/>
          <p14:tracePt t="51836" x="6267450" y="3543300"/>
          <p14:tracePt t="51844" x="6259513" y="3543300"/>
          <p14:tracePt t="51852" x="6254750" y="3543300"/>
          <p14:tracePt t="51860" x="6246813" y="3540125"/>
          <p14:tracePt t="51868" x="6234113" y="3540125"/>
          <p14:tracePt t="51876" x="6229350" y="3540125"/>
          <p14:tracePt t="51884" x="6218238" y="3540125"/>
          <p14:tracePt t="51902" x="6197600" y="3540125"/>
          <p14:tracePt t="51908" x="6184900" y="3540125"/>
          <p14:tracePt t="51916" x="6172200" y="3540125"/>
          <p14:tracePt t="51924" x="6159500" y="3540125"/>
          <p14:tracePt t="51933" x="6143625" y="3532188"/>
          <p14:tracePt t="51941" x="6122988" y="3532188"/>
          <p14:tracePt t="51948" x="6110288" y="3532188"/>
          <p14:tracePt t="51957" x="6097588" y="3527425"/>
          <p14:tracePt t="51964" x="6084888" y="3527425"/>
          <p14:tracePt t="51972" x="6073775" y="3527425"/>
          <p14:tracePt t="51980" x="6069013" y="3527425"/>
          <p14:tracePt t="51987" x="6061075" y="3527425"/>
          <p14:tracePt t="51996" x="6048375" y="3519488"/>
          <p14:tracePt t="52013" x="6043613" y="3519488"/>
          <p14:tracePt t="52037" x="6035675" y="3519488"/>
          <p14:tracePt t="52060" x="6032500" y="3519488"/>
          <p14:tracePt t="52092" x="6022975" y="3519488"/>
          <p14:tracePt t="52107" x="6011863" y="3519488"/>
          <p14:tracePt t="52125" x="6007100" y="3519488"/>
          <p14:tracePt t="52146" x="5999163" y="3519488"/>
          <p14:tracePt t="52172" x="5999163" y="3522663"/>
          <p14:tracePt t="52186" x="5994400" y="3522663"/>
          <p14:tracePt t="52251" x="5986463" y="3522663"/>
          <p14:tracePt t="52258" x="5986463" y="3532188"/>
          <p14:tracePt t="52266" x="5981700" y="3532188"/>
          <p14:tracePt t="52274" x="5981700" y="3535363"/>
          <p14:tracePt t="52282" x="5973763" y="3543300"/>
          <p14:tracePt t="52298" x="5970588" y="3548063"/>
          <p14:tracePt t="52306" x="5961063" y="3556000"/>
          <p14:tracePt t="52322" x="5957888" y="3568700"/>
          <p14:tracePt t="52333" x="5949950" y="3568700"/>
          <p14:tracePt t="52338" x="5949950" y="3573463"/>
          <p14:tracePt t="52348" x="5945188" y="3581400"/>
          <p14:tracePt t="52354" x="5945188" y="3584575"/>
          <p14:tracePt t="52362" x="5937250" y="3597275"/>
          <p14:tracePt t="52370" x="5937250" y="3605213"/>
          <p14:tracePt t="52378" x="5932488" y="3609975"/>
          <p14:tracePt t="52386" x="5924550" y="3622675"/>
          <p14:tracePt t="52394" x="5924550" y="3630613"/>
          <p14:tracePt t="52402" x="5924550" y="3643313"/>
          <p14:tracePt t="52410" x="5924550" y="3646488"/>
          <p14:tracePt t="52418" x="5919788" y="3656013"/>
          <p14:tracePt t="52426" x="5919788" y="3659188"/>
          <p14:tracePt t="52434" x="5919788" y="3667125"/>
          <p14:tracePt t="52442" x="5919788" y="3679825"/>
          <p14:tracePt t="52451" x="5919788" y="3684588"/>
          <p14:tracePt t="52458" x="5919788" y="3692525"/>
          <p14:tracePt t="52466" x="5919788" y="3697288"/>
          <p14:tracePt t="52474" x="5919788" y="3705225"/>
          <p14:tracePt t="52482" x="5919788" y="3708400"/>
          <p14:tracePt t="52490" x="5919788" y="3717925"/>
          <p14:tracePt t="52499" x="5919788" y="3721100"/>
          <p14:tracePt t="52506" x="5919788" y="3729038"/>
          <p14:tracePt t="52538" x="5919788" y="3733800"/>
          <p14:tracePt t="52603" x="5924550" y="3733800"/>
          <p14:tracePt t="52619" x="5929313" y="3733800"/>
          <p14:tracePt t="52626" x="5937250" y="3733800"/>
          <p14:tracePt t="52634" x="5940425" y="3733800"/>
          <p14:tracePt t="52642" x="5949950" y="3733800"/>
          <p14:tracePt t="52658" x="5961063" y="3733800"/>
          <p14:tracePt t="52666" x="5965825" y="3733800"/>
          <p14:tracePt t="52674" x="5973763" y="3733800"/>
          <p14:tracePt t="52682" x="5978525" y="3733800"/>
          <p14:tracePt t="52690" x="5986463" y="3733800"/>
          <p14:tracePt t="52698" x="5991225" y="3733800"/>
          <p14:tracePt t="52706" x="6002338" y="3741738"/>
          <p14:tracePt t="52714" x="6011863" y="3741738"/>
          <p14:tracePt t="52722" x="6015038" y="3741738"/>
          <p14:tracePt t="52730" x="6022975" y="3746500"/>
          <p14:tracePt t="52736" x="6035675" y="3746500"/>
          <p14:tracePt t="52752" x="6040438" y="3746500"/>
          <p14:tracePt t="52762" x="6048375" y="3746500"/>
          <p14:tracePt t="52770" x="6053138" y="3746500"/>
          <p14:tracePt t="52776" x="6061075" y="3746500"/>
          <p14:tracePt t="52784" x="6064250" y="3746500"/>
          <p14:tracePt t="52792" x="6076950" y="3746500"/>
          <p14:tracePt t="52810" x="6084888" y="3746500"/>
          <p14:tracePt t="52816" x="6097588" y="3754438"/>
          <p14:tracePt t="52824" x="6102350" y="3754438"/>
          <p14:tracePt t="52832" x="6115050" y="3754438"/>
          <p14:tracePt t="52841" x="6122988" y="3754438"/>
          <p14:tracePt t="52849" x="6126163" y="3754438"/>
          <p14:tracePt t="52856" x="6135688" y="3754438"/>
          <p14:tracePt t="52864" x="6146800" y="3754438"/>
          <p14:tracePt t="52873" x="6151563" y="3754438"/>
          <p14:tracePt t="52880" x="6159500" y="3754438"/>
          <p14:tracePt t="52902" x="6164263" y="3754438"/>
          <p14:tracePt t="52917" x="6172200" y="3754438"/>
          <p14:tracePt t="53017" x="6176963" y="3749675"/>
          <p14:tracePt t="53032" x="6184900" y="3738563"/>
          <p14:tracePt t="53043" x="6184900" y="3729038"/>
          <p14:tracePt t="53048" x="6184900" y="3725863"/>
          <p14:tracePt t="53057" x="6188075" y="3717925"/>
          <p14:tracePt t="53065" x="6188075" y="3705225"/>
          <p14:tracePt t="53072" x="6188075" y="3700463"/>
          <p14:tracePt t="53080" x="6188075" y="3692525"/>
          <p14:tracePt t="53088" x="6188075" y="3679825"/>
          <p14:tracePt t="53096" x="6188075" y="3676650"/>
          <p14:tracePt t="53104" x="6188075" y="3667125"/>
          <p14:tracePt t="53112" x="6188075" y="3656013"/>
          <p14:tracePt t="53120" x="6188075" y="3651250"/>
          <p14:tracePt t="53128" x="6188075" y="3643313"/>
          <p14:tracePt t="53136" x="6188075" y="3630613"/>
          <p14:tracePt t="53144" x="6188075" y="3617913"/>
          <p14:tracePt t="53151" x="6188075" y="3614738"/>
          <p14:tracePt t="53160" x="6188075" y="3605213"/>
          <p14:tracePt t="53169" x="6188075" y="3594100"/>
          <p14:tracePt t="53177" x="6184900" y="3589338"/>
          <p14:tracePt t="53185" x="6184900" y="3576638"/>
          <p14:tracePt t="53192" x="6184900" y="3568700"/>
          <p14:tracePt t="53200" x="6184900" y="3563938"/>
          <p14:tracePt t="53209" x="6180138" y="3556000"/>
          <p14:tracePt t="53216" x="6180138" y="3552825"/>
          <p14:tracePt t="53224" x="6180138" y="3543300"/>
          <p14:tracePt t="53231" x="6172200" y="3540125"/>
          <p14:tracePt t="53248" x="6167438" y="3532188"/>
          <p14:tracePt t="53265" x="6159500" y="3532188"/>
          <p14:tracePt t="53281" x="6156325" y="3532188"/>
          <p14:tracePt t="53288" x="6146800" y="3532188"/>
          <p14:tracePt t="53304" x="6143625" y="3532188"/>
          <p14:tracePt t="53312" x="6135688" y="3532188"/>
          <p14:tracePt t="53320" x="6122988" y="3532188"/>
          <p14:tracePt t="53328" x="6118225" y="3532188"/>
          <p14:tracePt t="53336" x="6110288" y="3532188"/>
          <p14:tracePt t="53344" x="6105525" y="3532188"/>
          <p14:tracePt t="53352" x="6097588" y="3532188"/>
          <p14:tracePt t="53368" x="6094413" y="3535363"/>
          <p14:tracePt t="53374" x="6081713" y="3535363"/>
          <p14:tracePt t="53384" x="6073775" y="3543300"/>
          <p14:tracePt t="53390" x="6069013" y="3543300"/>
          <p14:tracePt t="53400" x="6061075" y="3543300"/>
          <p14:tracePt t="53406" x="6061075" y="3548063"/>
          <p14:tracePt t="53414" x="6056313" y="3548063"/>
          <p14:tracePt t="53424" x="6048375" y="3548063"/>
          <p14:tracePt t="53431" x="6043613" y="3548063"/>
          <p14:tracePt t="53440" x="6043613" y="3556000"/>
          <p14:tracePt t="53446" x="6035675" y="3556000"/>
          <p14:tracePt t="53454" x="6032500" y="3560763"/>
          <p14:tracePt t="53462" x="6022975" y="3560763"/>
          <p14:tracePt t="53478" x="6019800" y="3560763"/>
          <p14:tracePt t="53486" x="6019800" y="3568700"/>
          <p14:tracePt t="53496" x="6011863" y="3568700"/>
          <p14:tracePt t="53518" x="6007100" y="3573463"/>
          <p14:tracePt t="53534" x="5999163" y="3581400"/>
          <p14:tracePt t="53560" x="5994400" y="3584575"/>
          <p14:tracePt t="53582" x="5986463" y="3594100"/>
          <p14:tracePt t="53622" x="5986463" y="3597275"/>
          <p14:tracePt t="53638" x="5981700" y="3597275"/>
          <p14:tracePt t="53647" x="5981700" y="3605213"/>
          <p14:tracePt t="53663" x="5981700" y="3609975"/>
          <p14:tracePt t="53678" x="5981700" y="3617913"/>
          <p14:tracePt t="53687" x="5973763" y="3622675"/>
          <p14:tracePt t="53694" x="5973763" y="3630613"/>
          <p14:tracePt t="53710" x="5973763" y="3635375"/>
          <p14:tracePt t="53718" x="5973763" y="3643313"/>
          <p14:tracePt t="53726" x="5973763" y="3646488"/>
          <p14:tracePt t="53734" x="5973763" y="3656013"/>
          <p14:tracePt t="53742" x="5973763" y="3667125"/>
          <p14:tracePt t="53751" x="5973763" y="3671888"/>
          <p14:tracePt t="53758" x="5973763" y="3679825"/>
          <p14:tracePt t="53766" x="5978525" y="3679825"/>
          <p14:tracePt t="53774" x="5978525" y="3684588"/>
          <p14:tracePt t="53782" x="5986463" y="3692525"/>
          <p14:tracePt t="53798" x="5991225" y="3697288"/>
          <p14:tracePt t="53806" x="5991225" y="3705225"/>
          <p14:tracePt t="53815" x="5999163" y="3708400"/>
          <p14:tracePt t="53830" x="6002338" y="3717925"/>
          <p14:tracePt t="53846" x="6011863" y="3721100"/>
          <p14:tracePt t="53862" x="6015038" y="3729038"/>
          <p14:tracePt t="53870" x="6022975" y="3733800"/>
          <p14:tracePt t="53878" x="6027738" y="3741738"/>
          <p14:tracePt t="53887" x="6035675" y="3741738"/>
          <p14:tracePt t="53894" x="6040438" y="3746500"/>
          <p14:tracePt t="53901" x="6048375" y="3754438"/>
          <p14:tracePt t="53910" x="6061075" y="3754438"/>
          <p14:tracePt t="53921" x="6064250" y="3759200"/>
          <p14:tracePt t="53926" x="6076950" y="3767138"/>
          <p14:tracePt t="53934" x="6097588" y="3767138"/>
          <p14:tracePt t="53942" x="6102350" y="3767138"/>
          <p14:tracePt t="53950" x="6115050" y="3767138"/>
          <p14:tracePt t="53958" x="6126163" y="3767138"/>
          <p14:tracePt t="53966" x="6135688" y="3767138"/>
          <p14:tracePt t="53974" x="6151563" y="3767138"/>
          <p14:tracePt t="53982" x="6159500" y="3767138"/>
          <p14:tracePt t="53990" x="6164263" y="3767138"/>
          <p14:tracePt t="53998" x="6176963" y="3767138"/>
          <p14:tracePt t="54006" x="6184900" y="3762375"/>
          <p14:tracePt t="54014" x="6188075" y="3762375"/>
          <p14:tracePt t="54022" x="6197600" y="3754438"/>
          <p14:tracePt t="54030" x="6208713" y="3749675"/>
          <p14:tracePt t="54038" x="6213475" y="3741738"/>
          <p14:tracePt t="54046" x="6221413" y="3729038"/>
          <p14:tracePt t="54054" x="6226175" y="3725863"/>
          <p14:tracePt t="54062" x="6234113" y="3717925"/>
          <p14:tracePt t="54071" x="6246813" y="3705225"/>
          <p14:tracePt t="54078" x="6246813" y="3700463"/>
          <p14:tracePt t="54084" x="6259513" y="3687763"/>
          <p14:tracePt t="54092" x="6262688" y="3676650"/>
          <p14:tracePt t="54100" x="6262688" y="3656013"/>
          <p14:tracePt t="54108" x="6270625" y="3643313"/>
          <p14:tracePt t="54116" x="6270625" y="3638550"/>
          <p14:tracePt t="54124" x="6270625" y="3625850"/>
          <p14:tracePt t="54132" x="6270625" y="3614738"/>
          <p14:tracePt t="54140" x="6270625" y="3605213"/>
          <p14:tracePt t="54149" x="6270625" y="3602038"/>
          <p14:tracePt t="54156" x="6270625" y="3594100"/>
          <p14:tracePt t="54164" x="6267450" y="3581400"/>
          <p14:tracePt t="54172" x="6259513" y="3576638"/>
          <p14:tracePt t="54180" x="6254750" y="3576638"/>
          <p14:tracePt t="54188" x="6246813" y="3568700"/>
          <p14:tracePt t="54196" x="6242050" y="3568700"/>
          <p14:tracePt t="54205" x="6234113" y="3568700"/>
          <p14:tracePt t="54211" x="6229350" y="3563938"/>
          <p14:tracePt t="54220" x="6221413" y="3563938"/>
          <p14:tracePt t="54228" x="6218238" y="3563938"/>
          <p14:tracePt t="54237" x="6205538" y="3563938"/>
          <p14:tracePt t="54244" x="6197600" y="3563938"/>
          <p14:tracePt t="54253" x="6192838" y="3563938"/>
          <p14:tracePt t="54260" x="6184900" y="3563938"/>
          <p14:tracePt t="54268" x="6180138" y="3563938"/>
          <p14:tracePt t="54276" x="6172200" y="3563938"/>
          <p14:tracePt t="54292" x="6167438" y="3563938"/>
          <p14:tracePt t="54303" x="6159500" y="3563938"/>
          <p14:tracePt t="54308" x="6146800" y="3568700"/>
          <p14:tracePt t="54316" x="6143625" y="3568700"/>
          <p14:tracePt t="54325" x="6130925" y="3581400"/>
          <p14:tracePt t="54332" x="6118225" y="3584575"/>
          <p14:tracePt t="54340" x="6110288" y="3594100"/>
          <p14:tracePt t="54349" x="6097588" y="3594100"/>
          <p14:tracePt t="54356" x="6084888" y="3605213"/>
          <p14:tracePt t="54364" x="6081713" y="3609975"/>
          <p14:tracePt t="54372" x="6069013" y="3617913"/>
          <p14:tracePt t="54380" x="6061075" y="3617913"/>
          <p14:tracePt t="54388" x="6056313" y="3622675"/>
          <p14:tracePt t="54404" x="6048375" y="3622675"/>
          <p14:tracePt t="54413" x="6048375" y="3630613"/>
          <p14:tracePt t="54419" x="6043613" y="3630613"/>
          <p14:tracePt t="55336" x="6032500" y="3630613"/>
          <p14:tracePt t="55344" x="6022975" y="3630613"/>
          <p14:tracePt t="55353" x="6011863" y="3630613"/>
          <p14:tracePt t="55360" x="5999163" y="3630613"/>
          <p14:tracePt t="55368" x="5986463" y="3630613"/>
          <p14:tracePt t="55378" x="5970588" y="3630613"/>
          <p14:tracePt t="55384" x="5957888" y="3630613"/>
          <p14:tracePt t="55392" x="5937250" y="3630613"/>
          <p14:tracePt t="55401" x="5919788" y="3630613"/>
          <p14:tracePt t="55408" x="5899150" y="3630613"/>
          <p14:tracePt t="55416" x="5875338" y="3630613"/>
          <p14:tracePt t="55424" x="5857875" y="3630613"/>
          <p14:tracePt t="55432" x="5834063" y="3630613"/>
          <p14:tracePt t="55440" x="5795963" y="3630613"/>
          <p14:tracePt t="55448" x="5772150" y="3630613"/>
          <p14:tracePt t="55456" x="5734050" y="3630613"/>
          <p14:tracePt t="55464" x="5689600" y="3630613"/>
          <p14:tracePt t="55474" x="5651500" y="3630613"/>
          <p14:tracePt t="55480" x="5602288" y="3630613"/>
          <p14:tracePt t="55490" x="5561013" y="3630613"/>
          <p14:tracePt t="55496" x="5503863" y="3630613"/>
          <p14:tracePt t="55505" x="5465763" y="3630613"/>
          <p14:tracePt t="55512" x="5416550" y="3630613"/>
          <p14:tracePt t="55520" x="5387975" y="3630613"/>
          <p14:tracePt t="55528" x="5362575" y="3630613"/>
          <p14:tracePt t="55536" x="5326063" y="3630613"/>
          <p14:tracePt t="55544" x="5300663" y="3630613"/>
          <p14:tracePt t="55554" x="5267325" y="3635375"/>
          <p14:tracePt t="55560" x="5243513" y="3635375"/>
          <p14:tracePt t="55569" x="5214938" y="3635375"/>
          <p14:tracePt t="55576" x="5176838" y="3643313"/>
          <p14:tracePt t="55584" x="5132388" y="3643313"/>
          <p14:tracePt t="55592" x="5094288" y="3646488"/>
          <p14:tracePt t="55600" x="5032375" y="3656013"/>
          <p14:tracePt t="55608" x="4978400" y="3659188"/>
          <p14:tracePt t="55618" x="4908550" y="3671888"/>
          <p14:tracePt t="55624" x="4833938" y="3671888"/>
          <p14:tracePt t="55632" x="4760913" y="3679825"/>
          <p14:tracePt t="55639" x="4673600" y="3692525"/>
          <p14:tracePt t="55649" x="4598988" y="3705225"/>
          <p14:tracePt t="55656" x="4524375" y="3705225"/>
          <p14:tracePt t="55664" x="4451350" y="3717925"/>
          <p14:tracePt t="55672" x="4397375" y="3729038"/>
          <p14:tracePt t="55680" x="4325938" y="3733800"/>
          <p14:tracePt t="55688" x="4273550" y="3733800"/>
          <p14:tracePt t="55696" x="4191000" y="3741738"/>
          <p14:tracePt t="55704" x="4124325" y="3746500"/>
          <p14:tracePt t="55712" x="4054475" y="3754438"/>
          <p14:tracePt t="55720" x="3979863" y="3767138"/>
          <p14:tracePt t="55728" x="3913188" y="3770313"/>
          <p14:tracePt t="55736" x="3840163" y="3770313"/>
          <p14:tracePt t="55744" x="3781425" y="3779838"/>
          <p14:tracePt t="55753" x="3706813" y="3783013"/>
          <p14:tracePt t="55760" x="3654425" y="3792538"/>
          <p14:tracePt t="55768" x="3592513" y="3795713"/>
          <p14:tracePt t="55776" x="3554413" y="3803650"/>
          <p14:tracePt t="55784" x="3509963" y="3808413"/>
          <p14:tracePt t="55792" x="3484563" y="3816350"/>
          <p14:tracePt t="55802" x="3455988" y="3816350"/>
          <p14:tracePt t="55809" x="3417888" y="3821113"/>
          <p14:tracePt t="55816" x="3381375" y="3821113"/>
          <p14:tracePt t="55824" x="3355975" y="3833813"/>
          <p14:tracePt t="55832" x="3332163" y="3833813"/>
          <p14:tracePt t="55840" x="3306763" y="3833813"/>
          <p14:tracePt t="55849" x="3286125" y="3844925"/>
          <p14:tracePt t="55856" x="3270250" y="3844925"/>
          <p14:tracePt t="55864" x="3244850" y="3844925"/>
          <p14:tracePt t="55872" x="3221038" y="3844925"/>
          <p14:tracePt t="55889" x="3170238" y="3854450"/>
          <p14:tracePt t="55894" x="3149600" y="3854450"/>
          <p14:tracePt t="55905" x="3121025" y="3857625"/>
          <p14:tracePt t="55911" x="3100388" y="3857625"/>
          <p14:tracePt t="55922" x="3074988" y="3857625"/>
          <p14:tracePt t="55928" x="3051175" y="3865563"/>
          <p14:tracePt t="55937" x="3033713" y="3870325"/>
          <p14:tracePt t="55944" x="3013075" y="3870325"/>
          <p14:tracePt t="55950" x="2997200" y="3878263"/>
          <p14:tracePt t="55960" x="2984500" y="3878263"/>
          <p14:tracePt t="55968" x="2963863" y="3878263"/>
          <p14:tracePt t="55974" x="2951163" y="3883025"/>
          <p14:tracePt t="55982" x="2935288" y="3890963"/>
          <p14:tracePt t="55990" x="2922588" y="3890963"/>
          <p14:tracePt t="55998" x="2901950" y="3890963"/>
          <p14:tracePt t="56008" x="2889250" y="3895725"/>
          <p14:tracePt t="56014" x="2873375" y="3895725"/>
          <p14:tracePt t="56021" x="2852738" y="3903663"/>
          <p14:tracePt t="56030" x="2836863" y="3903663"/>
          <p14:tracePt t="56037" x="2816225" y="3903663"/>
          <p14:tracePt t="56046" x="2798763" y="3903663"/>
          <p14:tracePt t="56054" x="2774950" y="3903663"/>
          <p14:tracePt t="56062" x="2754313" y="3906838"/>
          <p14:tracePt t="56073" x="2741613" y="3906838"/>
          <p14:tracePt t="56078" x="2716213" y="3906838"/>
          <p14:tracePt t="56086" x="2700338" y="3906838"/>
          <p14:tracePt t="56094" x="2674938" y="3906838"/>
          <p14:tracePt t="56102" x="2654300" y="3906838"/>
          <p14:tracePt t="56111" x="2630488" y="3906838"/>
          <p14:tracePt t="56119" x="2605088" y="3906838"/>
          <p14:tracePt t="56126" x="2563813" y="3906838"/>
          <p14:tracePt t="56134" x="2530475" y="3906838"/>
          <p14:tracePt t="56143" x="2506663" y="3906838"/>
          <p14:tracePt t="56150" x="2481263" y="3906838"/>
          <p14:tracePt t="56158" x="2455863" y="3906838"/>
          <p14:tracePt t="56167" x="2427288" y="3906838"/>
          <p14:tracePt t="56174" x="2390775" y="3906838"/>
          <p14:tracePt t="56182" x="2365375" y="3906838"/>
          <p14:tracePt t="56190" x="2332038" y="3906838"/>
          <p14:tracePt t="56198" x="2290763" y="3903663"/>
          <p14:tracePt t="56209" x="2254250" y="3898900"/>
          <p14:tracePt t="56213" x="2220913" y="3898900"/>
          <p14:tracePt t="56223" x="2197100" y="3898900"/>
          <p14:tracePt t="56232" x="2171700" y="3898900"/>
          <p14:tracePt t="56238" x="2143125" y="3886200"/>
          <p14:tracePt t="56246" x="2117725" y="3886200"/>
          <p14:tracePt t="56255" x="2084388" y="3886200"/>
          <p14:tracePt t="56262" x="2047875" y="3886200"/>
          <p14:tracePt t="56270" x="2019300" y="3886200"/>
          <p14:tracePt t="56278" x="1985963" y="3886200"/>
          <p14:tracePt t="56287" x="1960563" y="3886200"/>
          <p14:tracePt t="56294" x="1924050" y="3886200"/>
          <p14:tracePt t="56302" x="1898650" y="3886200"/>
          <p14:tracePt t="56310" x="1874838" y="3886200"/>
          <p14:tracePt t="56318" x="1862138" y="3886200"/>
          <p14:tracePt t="56326" x="1844675" y="3886200"/>
          <p14:tracePt t="56334" x="1824038" y="3886200"/>
          <p14:tracePt t="56343" x="1808163" y="3886200"/>
          <p14:tracePt t="56351" x="1787525" y="3886200"/>
          <p14:tracePt t="56359" x="1774825" y="3886200"/>
          <p14:tracePt t="56367" x="1762125" y="3886200"/>
          <p14:tracePt t="56373" x="1758950" y="3886200"/>
          <p14:tracePt t="56383" x="1746250" y="3886200"/>
          <p14:tracePt t="56390" x="1738313" y="3886200"/>
          <p14:tracePt t="56398" x="1725613" y="3886200"/>
          <p14:tracePt t="56414" x="1720850" y="3886200"/>
          <p14:tracePt t="56423" x="1712913" y="3886200"/>
          <p14:tracePt t="56430" x="1709738" y="3886200"/>
          <p14:tracePt t="56446" x="1700213" y="3886200"/>
          <p14:tracePt t="56454" x="1697038" y="3886200"/>
          <p14:tracePt t="56462" x="1689100" y="3886200"/>
          <p14:tracePt t="56471" x="1684338" y="3886200"/>
          <p14:tracePt t="56478" x="1676400" y="3886200"/>
          <p14:tracePt t="56494" x="1671638" y="3886200"/>
          <p14:tracePt t="57426" x="1671638" y="3890963"/>
          <p14:tracePt t="57434" x="1671638" y="3895725"/>
          <p14:tracePt t="57442" x="1671638" y="3906838"/>
          <p14:tracePt t="57452" x="1671638" y="3927475"/>
          <p14:tracePt t="57458" x="1671638" y="3952875"/>
          <p14:tracePt t="57466" x="1676400" y="3989388"/>
          <p14:tracePt t="57474" x="1676400" y="4030663"/>
          <p14:tracePt t="57482" x="1689100" y="4089400"/>
          <p14:tracePt t="57490" x="1700213" y="4143375"/>
          <p14:tracePt t="57498" x="1717675" y="4229100"/>
          <p14:tracePt t="57507" x="1738313" y="4303713"/>
          <p14:tracePt t="57514" x="1754188" y="4373563"/>
          <p14:tracePt t="57522" x="1762125" y="4448175"/>
          <p14:tracePt t="57529" x="1774825" y="4522788"/>
          <p14:tracePt t="57538" x="1779588" y="4576763"/>
          <p14:tracePt t="57546" x="1792288" y="4625975"/>
          <p14:tracePt t="57554" x="1800225" y="4672013"/>
          <p14:tracePt t="57562" x="1803400" y="4695825"/>
          <p14:tracePt t="57570" x="1816100" y="4733925"/>
          <p14:tracePt t="57578" x="1824038" y="4757738"/>
          <p14:tracePt t="57588" x="1836738" y="4783138"/>
          <p14:tracePt t="57594" x="1836738" y="4808538"/>
          <p14:tracePt t="57602" x="1849438" y="4832350"/>
          <p14:tracePt t="57610" x="1849438" y="4857750"/>
          <p14:tracePt t="57619" x="1862138" y="4873625"/>
          <p14:tracePt t="57627" x="1862138" y="4894263"/>
          <p14:tracePt t="57634" x="1865313" y="4911725"/>
          <p14:tracePt t="57642" x="1865313" y="4932363"/>
          <p14:tracePt t="57650" x="1865313" y="4943475"/>
          <p14:tracePt t="57658" x="1865313" y="4948238"/>
          <p14:tracePt t="57666" x="1874838" y="4960938"/>
          <p14:tracePt t="57674" x="1874838" y="4973638"/>
          <p14:tracePt t="57682" x="1874838" y="4984750"/>
          <p14:tracePt t="57690" x="1874838" y="5005388"/>
          <p14:tracePt t="57698" x="1874838" y="5018088"/>
          <p14:tracePt t="57705" x="1874838" y="5030788"/>
          <p14:tracePt t="57714" x="1874838" y="5046663"/>
          <p14:tracePt t="57722" x="1878013" y="5067300"/>
          <p14:tracePt t="57730" x="1878013" y="5084763"/>
          <p14:tracePt t="57738" x="1887538" y="5105400"/>
          <p14:tracePt t="57747" x="1887538" y="5130800"/>
          <p14:tracePt t="57754" x="1898650" y="5146675"/>
          <p14:tracePt t="57762" x="1898650" y="5172075"/>
          <p14:tracePt t="57770" x="1903413" y="5195888"/>
          <p14:tracePt t="57778" x="1911350" y="5216525"/>
          <p14:tracePt t="57786" x="1911350" y="5229225"/>
          <p14:tracePt t="57794" x="1916113" y="5241925"/>
          <p14:tracePt t="57802" x="1916113" y="5254625"/>
          <p14:tracePt t="57810" x="1916113" y="5265738"/>
          <p14:tracePt t="57819" x="1924050" y="5278438"/>
          <p14:tracePt t="57826" x="1924050" y="5283200"/>
          <p14:tracePt t="57834" x="1928813" y="5295900"/>
          <p14:tracePt t="57842" x="1928813" y="5303838"/>
          <p14:tracePt t="57850" x="1928813" y="5307013"/>
          <p14:tracePt t="57857" x="1928813" y="5316538"/>
          <p14:tracePt t="57866" x="1928813" y="5319713"/>
          <p14:tracePt t="58009" x="1924050" y="5327650"/>
          <p14:tracePt t="58056" x="1919288" y="5327650"/>
          <p14:tracePt t="58438" x="1911350" y="5327650"/>
          <p14:tracePt t="58454" x="1908175" y="5327650"/>
          <p14:tracePt t="58462" x="1898650" y="5327650"/>
          <p14:tracePt t="58478" x="1887538" y="5327650"/>
          <p14:tracePt t="58486" x="1882775" y="5327650"/>
          <p14:tracePt t="58494" x="1874838" y="5324475"/>
          <p14:tracePt t="58503" x="1870075" y="5324475"/>
          <p14:tracePt t="58511" x="1862138" y="5316538"/>
          <p14:tracePt t="58518" x="1849438" y="5316538"/>
          <p14:tracePt t="58526" x="1836738" y="5316538"/>
          <p14:tracePt t="58534" x="1824038" y="5311775"/>
          <p14:tracePt t="58542" x="1812925" y="5311775"/>
          <p14:tracePt t="58550" x="1800225" y="5303838"/>
          <p14:tracePt t="58558" x="1787525" y="5303838"/>
          <p14:tracePt t="58566" x="1774825" y="5299075"/>
          <p14:tracePt t="58575" x="1771650" y="5299075"/>
          <p14:tracePt t="58582" x="1758950" y="5291138"/>
          <p14:tracePt t="58590" x="1751013" y="5291138"/>
          <p14:tracePt t="58598" x="1738313" y="5286375"/>
          <p14:tracePt t="58608" x="1725613" y="5286375"/>
          <p14:tracePt t="58614" x="1720850" y="5278438"/>
          <p14:tracePt t="58622" x="1712913" y="5278438"/>
          <p14:tracePt t="58630" x="1709738" y="5275263"/>
          <p14:tracePt t="58638" x="1700213" y="5275263"/>
          <p14:tracePt t="58647" x="1697038" y="5275263"/>
          <p14:tracePt t="58654" x="1697038" y="5265738"/>
          <p14:tracePt t="58662" x="1689100" y="5265738"/>
          <p14:tracePt t="58678" x="1689100" y="5262563"/>
          <p14:tracePt t="58686" x="1684338" y="5262563"/>
          <p14:tracePt t="58703" x="1684338" y="5254625"/>
          <p14:tracePt t="58710" x="1676400" y="5249863"/>
          <p14:tracePt t="58719" x="1671638" y="5241925"/>
          <p14:tracePt t="58726" x="1671638" y="5229225"/>
          <p14:tracePt t="58734" x="1671638" y="5216525"/>
          <p14:tracePt t="58742" x="1663700" y="5203825"/>
          <p14:tracePt t="58750" x="1663700" y="5180013"/>
          <p14:tracePt t="58759" x="1663700" y="5162550"/>
          <p14:tracePt t="58766" x="1663700" y="5141913"/>
          <p14:tracePt t="58774" x="1663700" y="5126038"/>
          <p14:tracePt t="58782" x="1663700" y="5100638"/>
          <p14:tracePt t="58790" x="1663700" y="5080000"/>
          <p14:tracePt t="58798" x="1663700" y="5056188"/>
          <p14:tracePt t="58806" x="1668463" y="5030788"/>
          <p14:tracePt t="58814" x="1668463" y="4994275"/>
          <p14:tracePt t="58822" x="1679575" y="4968875"/>
          <p14:tracePt t="58830" x="1689100" y="4940300"/>
          <p14:tracePt t="58838" x="1689100" y="4906963"/>
          <p14:tracePt t="58846" x="1692275" y="4881563"/>
          <p14:tracePt t="58854" x="1700213" y="4845050"/>
          <p14:tracePt t="58862" x="1700213" y="4816475"/>
          <p14:tracePt t="58870" x="1704975" y="4783138"/>
          <p14:tracePt t="58881" x="1704975" y="4767263"/>
          <p14:tracePt t="58892" x="1712913" y="4733925"/>
          <p14:tracePt t="58907" x="1717675" y="4684713"/>
          <p14:tracePt t="58910" x="1717675" y="4654550"/>
          <p14:tracePt t="58918" x="1717675" y="4633913"/>
          <p14:tracePt t="58926" x="1725613" y="4630738"/>
          <p14:tracePt t="58934" x="1730375" y="4605338"/>
          <p14:tracePt t="58943" x="1738313" y="4592638"/>
          <p14:tracePt t="58950" x="1738313" y="4579938"/>
          <p14:tracePt t="58958" x="1738313" y="4559300"/>
          <p14:tracePt t="58966" x="1738313" y="4543425"/>
          <p14:tracePt t="58973" x="1738313" y="4522788"/>
          <p14:tracePt t="58981" x="1738313" y="4510088"/>
          <p14:tracePt t="58990" x="1738313" y="4494213"/>
          <p14:tracePt t="58998" x="1738313" y="4473575"/>
          <p14:tracePt t="59006" x="1738313" y="4456113"/>
          <p14:tracePt t="59012" x="1738313" y="4445000"/>
          <p14:tracePt t="59020" x="1738313" y="4424363"/>
          <p14:tracePt t="59030" x="1738313" y="4406900"/>
          <p14:tracePt t="59036" x="1738313" y="4386263"/>
          <p14:tracePt t="59044" x="1738313" y="4370388"/>
          <p14:tracePt t="59053" x="1738313" y="4357688"/>
          <p14:tracePt t="59060" x="1738313" y="4337050"/>
          <p14:tracePt t="59068" x="1738313" y="4321175"/>
          <p14:tracePt t="59076" x="1733550" y="4300538"/>
          <p14:tracePt t="59084" x="1733550" y="4287838"/>
          <p14:tracePt t="59092" x="1725613" y="4270375"/>
          <p14:tracePt t="59100" x="1725613" y="4249738"/>
          <p14:tracePt t="59108" x="1725613" y="4233863"/>
          <p14:tracePt t="59116" x="1725613" y="4200525"/>
          <p14:tracePt t="59123" x="1720850" y="4184650"/>
          <p14:tracePt t="59132" x="1720850" y="4164013"/>
          <p14:tracePt t="59141" x="1712913" y="4146550"/>
          <p14:tracePt t="59148" x="1712913" y="4122738"/>
          <p14:tracePt t="59156" x="1712913" y="4097338"/>
          <p14:tracePt t="59164" x="1712913" y="4071938"/>
          <p14:tracePt t="59173" x="1709738" y="4048125"/>
          <p14:tracePt t="59180" x="1709738" y="4014788"/>
          <p14:tracePt t="59188" x="1709738" y="3989388"/>
          <p14:tracePt t="59197" x="1700213" y="3973513"/>
          <p14:tracePt t="59205" x="1700213" y="3948113"/>
          <p14:tracePt t="59211" x="1700213" y="3927475"/>
          <p14:tracePt t="59221" x="1697038" y="3911600"/>
          <p14:tracePt t="59228" x="1697038" y="3886200"/>
          <p14:tracePt t="59237" x="1689100" y="3865563"/>
          <p14:tracePt t="59244" x="1689100" y="3849688"/>
          <p14:tracePt t="59255" x="1689100" y="3829050"/>
          <p14:tracePt t="59260" x="1689100" y="3813175"/>
          <p14:tracePt t="59268" x="1684338" y="3792538"/>
          <p14:tracePt t="59276" x="1684338" y="3775075"/>
          <p14:tracePt t="59284" x="1684338" y="3754438"/>
          <p14:tracePt t="59292" x="1684338" y="3729038"/>
          <p14:tracePt t="59300" x="1684338" y="3717925"/>
          <p14:tracePt t="59308" x="1684338" y="3700463"/>
          <p14:tracePt t="59317" x="1684338" y="3679825"/>
          <p14:tracePt t="59324" x="1684338" y="3667125"/>
          <p14:tracePt t="59332" x="1684338" y="3651250"/>
          <p14:tracePt t="59341" x="1684338" y="3638550"/>
          <p14:tracePt t="59348" x="1684338" y="3625850"/>
          <p14:tracePt t="59356" x="1684338" y="3605213"/>
          <p14:tracePt t="59364" x="1684338" y="3589338"/>
          <p14:tracePt t="59372" x="1684338" y="3576638"/>
          <p14:tracePt t="59380" x="1684338" y="3556000"/>
          <p14:tracePt t="59389" x="1684338" y="3540125"/>
          <p14:tracePt t="59396" x="1684338" y="3519488"/>
          <p14:tracePt t="59404" x="1684338" y="3502025"/>
          <p14:tracePt t="59412" x="1684338" y="3481388"/>
          <p14:tracePt t="59420" x="1684338" y="3470275"/>
          <p14:tracePt t="59428" x="1684338" y="3452813"/>
          <p14:tracePt t="59436" x="1684338" y="3432175"/>
          <p14:tracePt t="59444" x="1684338" y="3419475"/>
          <p14:tracePt t="59452" x="1684338" y="3408363"/>
          <p14:tracePt t="59460" x="1684338" y="3395663"/>
          <p14:tracePt t="59468" x="1684338" y="3378200"/>
          <p14:tracePt t="59476" x="1684338" y="3370263"/>
          <p14:tracePt t="59484" x="1684338" y="3357563"/>
          <p14:tracePt t="59492" x="1689100" y="3346450"/>
          <p14:tracePt t="59500" x="1689100" y="3341688"/>
          <p14:tracePt t="59508" x="1689100" y="3328988"/>
          <p14:tracePt t="59516" x="1689100" y="3316288"/>
          <p14:tracePt t="59524" x="1689100" y="3308350"/>
          <p14:tracePt t="59532" x="1689100" y="3303588"/>
          <p14:tracePt t="59538" x="1689100" y="3295650"/>
          <p14:tracePt t="59548" x="1689100" y="3292475"/>
          <p14:tracePt t="59556" x="1689100" y="3282950"/>
          <p14:tracePt t="59572" x="1689100" y="3279775"/>
          <p14:tracePt t="59578" x="1689100" y="3271838"/>
          <p14:tracePt t="59594" x="1689100" y="3267075"/>
          <p14:tracePt t="59602" x="1689100" y="3259138"/>
          <p14:tracePt t="59610" x="1689100" y="3254375"/>
          <p14:tracePt t="59619" x="1689100" y="3246438"/>
          <p14:tracePt t="59626" x="1692275" y="3241675"/>
          <p14:tracePt t="59634" x="1692275" y="3230563"/>
          <p14:tracePt t="59643" x="1692275" y="3221038"/>
          <p14:tracePt t="59650" x="1692275" y="3217863"/>
          <p14:tracePt t="59657" x="1692275" y="3209925"/>
          <p14:tracePt t="59666" x="1692275" y="3205163"/>
          <p14:tracePt t="59675" x="1692275" y="3197225"/>
          <p14:tracePt t="59682" x="1700213" y="3184525"/>
          <p14:tracePt t="59690" x="1700213" y="3179763"/>
          <p14:tracePt t="59698" x="1704975" y="3171825"/>
          <p14:tracePt t="59706" x="1704975" y="3159125"/>
          <p14:tracePt t="59714" x="1704975" y="3148013"/>
          <p14:tracePt t="59723" x="1712913" y="3143250"/>
          <p14:tracePt t="59730" x="1712913" y="3130550"/>
          <p14:tracePt t="59738" x="1725613" y="3117850"/>
          <p14:tracePt t="59746" x="1725613" y="3094038"/>
          <p14:tracePt t="59754" x="1730375" y="3086100"/>
          <p14:tracePt t="59762" x="1741488" y="3068638"/>
          <p14:tracePt t="59771" x="1741488" y="3060700"/>
          <p14:tracePt t="59779" x="1751013" y="3044825"/>
          <p14:tracePt t="59786" x="1754188" y="3032125"/>
          <p14:tracePt t="59794" x="1762125" y="3019425"/>
          <p14:tracePt t="59802" x="1766888" y="3006725"/>
          <p14:tracePt t="59809" x="1766888" y="2994025"/>
          <p14:tracePt t="59818" x="1774825" y="2986088"/>
          <p14:tracePt t="59826" x="1779588" y="2973388"/>
          <p14:tracePt t="59834" x="1779588" y="2970213"/>
          <p14:tracePt t="59842" x="1792288" y="2949575"/>
          <p14:tracePt t="59850" x="1792288" y="2944813"/>
          <p14:tracePt t="59858" x="1800225" y="2936875"/>
          <p14:tracePt t="59866" x="1800225" y="2932113"/>
          <p14:tracePt t="59875" x="1803400" y="2924175"/>
          <p14:tracePt t="59882" x="1812925" y="2911475"/>
          <p14:tracePt t="59890" x="1812925" y="2908300"/>
          <p14:tracePt t="59908" x="1816100" y="2895600"/>
          <p14:tracePt t="59914" x="1824038" y="2882900"/>
          <p14:tracePt t="59922" x="1828800" y="2874963"/>
          <p14:tracePt t="59939" x="1836738" y="2870200"/>
          <p14:tracePt t="59946" x="1836738" y="2862263"/>
          <p14:tracePt t="59955" x="1841500" y="2857500"/>
          <p14:tracePt t="59962" x="1841500" y="2849563"/>
          <p14:tracePt t="59978" x="1849438" y="2846388"/>
          <p14:tracePt t="59987" x="1849438" y="2833688"/>
          <p14:tracePt t="59994" x="1854200" y="2825750"/>
          <p14:tracePt t="60002" x="1862138" y="2820988"/>
          <p14:tracePt t="60010" x="1862138" y="2813050"/>
          <p14:tracePt t="60018" x="1865313" y="2800350"/>
          <p14:tracePt t="60026" x="1874838" y="2787650"/>
          <p14:tracePt t="60034" x="1878013" y="2774950"/>
          <p14:tracePt t="60043" x="1878013" y="2771775"/>
          <p14:tracePt t="60050" x="1887538" y="2763838"/>
          <p14:tracePt t="60058" x="1887538" y="2751138"/>
          <p14:tracePt t="60066" x="1890713" y="2738438"/>
          <p14:tracePt t="60076" x="1890713" y="2725738"/>
          <p14:tracePt t="60080" x="1898650" y="2713038"/>
          <p14:tracePt t="60091" x="1898650" y="2701925"/>
          <p14:tracePt t="60098" x="1898650" y="2697163"/>
          <p14:tracePt t="60106" x="1898650" y="2676525"/>
          <p14:tracePt t="60114" x="1898650" y="2660650"/>
          <p14:tracePt t="60120" x="1903413" y="2640013"/>
          <p14:tracePt t="60128" x="1903413" y="2614613"/>
          <p14:tracePt t="60138" x="1903413" y="2598738"/>
          <p14:tracePt t="60144" x="1903413" y="2578100"/>
          <p14:tracePt t="60152" x="1903413" y="2560638"/>
          <p14:tracePt t="60160" x="1903413" y="2547938"/>
          <p14:tracePt t="60168" x="1903413" y="2536825"/>
          <p14:tracePt t="60176" x="1903413" y="2524125"/>
          <p14:tracePt t="60184" x="1903413" y="2516188"/>
          <p14:tracePt t="60192" x="1903413" y="2511425"/>
          <p14:tracePt t="60200" x="1903413" y="2503488"/>
          <p14:tracePt t="60216" x="1903413" y="2498725"/>
          <p14:tracePt t="60409" x="1898650" y="2498725"/>
          <p14:tracePt t="60424" x="1895475" y="2498725"/>
          <p14:tracePt t="60440" x="1887538" y="2498725"/>
          <p14:tracePt t="60448" x="1882775" y="2498725"/>
          <p14:tracePt t="60456" x="1874838" y="2498725"/>
          <p14:tracePt t="60464" x="1862138" y="2498725"/>
          <p14:tracePt t="60472" x="1849438" y="2498725"/>
          <p14:tracePt t="60480" x="1836738" y="2498725"/>
          <p14:tracePt t="60488" x="1824038" y="2498725"/>
          <p14:tracePt t="60496" x="1808163" y="2498725"/>
          <p14:tracePt t="60504" x="1795463" y="2498725"/>
          <p14:tracePt t="60512" x="1782763" y="2498725"/>
          <p14:tracePt t="60520" x="1771650" y="2498725"/>
          <p14:tracePt t="60528" x="1751013" y="2498725"/>
          <p14:tracePt t="60536" x="1746250" y="2503488"/>
          <p14:tracePt t="60545" x="1725613" y="2503488"/>
          <p14:tracePt t="60550" x="1720850" y="2503488"/>
          <p14:tracePt t="60560" x="1712913" y="2503488"/>
          <p14:tracePt t="60568" x="1709738" y="2503488"/>
          <p14:tracePt t="60577" x="1709738" y="2506663"/>
          <p14:tracePt t="60719" x="1712913" y="2506663"/>
          <p14:tracePt t="60725" x="1717675" y="2506663"/>
          <p14:tracePt t="60734" x="1725613" y="2506663"/>
          <p14:tracePt t="60742" x="1730375" y="2506663"/>
          <p14:tracePt t="60750" x="1738313" y="2503488"/>
          <p14:tracePt t="60774" x="1741488" y="2503488"/>
          <p14:tracePt t="61325" x="1741488" y="2516188"/>
          <p14:tracePt t="61332" x="1741488" y="2519363"/>
          <p14:tracePt t="61340" x="1751013" y="2532063"/>
          <p14:tracePt t="61348" x="1751013" y="2544763"/>
          <p14:tracePt t="61357" x="1751013" y="2565400"/>
          <p14:tracePt t="61364" x="1751013" y="2568575"/>
          <p14:tracePt t="61372" x="1754188" y="2593975"/>
          <p14:tracePt t="61380" x="1754188" y="2601913"/>
          <p14:tracePt t="61388" x="1754188" y="2619375"/>
          <p14:tracePt t="61396" x="1754188" y="2640013"/>
          <p14:tracePt t="61405" x="1762125" y="2651125"/>
          <p14:tracePt t="61412" x="1762125" y="2663825"/>
          <p14:tracePt t="61420" x="1762125" y="2676525"/>
          <p14:tracePt t="61428" x="1762125" y="2692400"/>
          <p14:tracePt t="61436" x="1762125" y="2701925"/>
          <p14:tracePt t="61444" x="1762125" y="2713038"/>
          <p14:tracePt t="61452" x="1762125" y="2725738"/>
          <p14:tracePt t="61460" x="1762125" y="2730500"/>
          <p14:tracePt t="61468" x="1762125" y="2738438"/>
          <p14:tracePt t="61477" x="1762125" y="2743200"/>
          <p14:tracePt t="61484" x="1766888" y="2751138"/>
          <p14:tracePt t="61493" x="1766888" y="2754313"/>
          <p14:tracePt t="61500" x="1766888" y="2763838"/>
          <p14:tracePt t="61508" x="1766888" y="2767013"/>
          <p14:tracePt t="61516" x="1766888" y="2774950"/>
          <p14:tracePt t="61524" x="1766888" y="2779713"/>
          <p14:tracePt t="61532" x="1766888" y="2787650"/>
          <p14:tracePt t="61541" x="1766888" y="2792413"/>
          <p14:tracePt t="61548" x="1766888" y="2800350"/>
          <p14:tracePt t="61556" x="1766888" y="2805113"/>
          <p14:tracePt t="61564" x="1766888" y="2825750"/>
          <p14:tracePt t="61574" x="1766888" y="2836863"/>
          <p14:tracePt t="61580" x="1766888" y="2849563"/>
          <p14:tracePt t="61590" x="1766888" y="2862263"/>
          <p14:tracePt t="61596" x="1766888" y="2878138"/>
          <p14:tracePt t="61605" x="1766888" y="2890838"/>
          <p14:tracePt t="61612" x="1766888" y="2903538"/>
          <p14:tracePt t="61620" x="1766888" y="2916238"/>
          <p14:tracePt t="61628" x="1766888" y="2928938"/>
          <p14:tracePt t="61636" x="1766888" y="2936875"/>
          <p14:tracePt t="61643" x="1766888" y="2949575"/>
          <p14:tracePt t="61650" x="1766888" y="2962275"/>
          <p14:tracePt t="61658" x="1766888" y="2973388"/>
          <p14:tracePt t="61666" x="1766888" y="2978150"/>
          <p14:tracePt t="61674" x="1766888" y="2990850"/>
          <p14:tracePt t="61682" x="1766888" y="2998788"/>
          <p14:tracePt t="61690" x="1766888" y="3011488"/>
          <p14:tracePt t="61698" x="1766888" y="3024188"/>
          <p14:tracePt t="61706" x="1766888" y="3027363"/>
          <p14:tracePt t="61714" x="1766888" y="3035300"/>
          <p14:tracePt t="61722" x="1766888" y="3040063"/>
          <p14:tracePt t="61730" x="1766888" y="3048000"/>
          <p14:tracePt t="61739" x="1766888" y="3052763"/>
          <p14:tracePt t="61746" x="1766888" y="3060700"/>
          <p14:tracePt t="61754" x="1766888" y="3065463"/>
          <p14:tracePt t="61762" x="1766888" y="3073400"/>
          <p14:tracePt t="61771" x="1766888" y="3076575"/>
          <p14:tracePt t="61778" x="1766888" y="3086100"/>
          <p14:tracePt t="61787" x="1766888" y="3089275"/>
          <p14:tracePt t="61794" x="1766888" y="3101975"/>
          <p14:tracePt t="61802" x="1766888" y="3109913"/>
          <p14:tracePt t="61810" x="1766888" y="3114675"/>
          <p14:tracePt t="61818" x="1766888" y="3127375"/>
          <p14:tracePt t="61827" x="1774825" y="3135313"/>
          <p14:tracePt t="61834" x="1774825" y="3148013"/>
          <p14:tracePt t="61842" x="1774825" y="3151188"/>
          <p14:tracePt t="61850" x="1774825" y="3171825"/>
          <p14:tracePt t="61858" x="1779588" y="3176588"/>
          <p14:tracePt t="61866" x="1787525" y="3197225"/>
          <p14:tracePt t="61874" x="1787525" y="3209925"/>
          <p14:tracePt t="61882" x="1792288" y="3225800"/>
          <p14:tracePt t="61894" x="1792288" y="3246438"/>
          <p14:tracePt t="61898" x="1800225" y="3271838"/>
          <p14:tracePt t="61907" x="1803400" y="3287713"/>
          <p14:tracePt t="61915" x="1803400" y="3313113"/>
          <p14:tracePt t="61922" x="1812925" y="3346450"/>
          <p14:tracePt t="61930" x="1816100" y="3375025"/>
          <p14:tracePt t="61938" x="1824038" y="3411538"/>
          <p14:tracePt t="61946" x="1828800" y="3444875"/>
          <p14:tracePt t="61954" x="1836738" y="3473450"/>
          <p14:tracePt t="61963" x="1841500" y="3506788"/>
          <p14:tracePt t="61970" x="1849438" y="3548063"/>
          <p14:tracePt t="61978" x="1862138" y="3573463"/>
          <p14:tracePt t="61986" x="1862138" y="3609975"/>
          <p14:tracePt t="61994" x="1874838" y="3656013"/>
          <p14:tracePt t="62002" x="1878013" y="3679825"/>
          <p14:tracePt t="62009" x="1887538" y="3721100"/>
          <p14:tracePt t="62018" x="1890713" y="3754438"/>
          <p14:tracePt t="62026" x="1903413" y="3783013"/>
          <p14:tracePt t="62034" x="1903413" y="3808413"/>
          <p14:tracePt t="62043" x="1911350" y="3854450"/>
          <p14:tracePt t="62050" x="1916113" y="3883025"/>
          <p14:tracePt t="62058" x="1924050" y="3906838"/>
          <p14:tracePt t="62066" x="1928813" y="3932238"/>
          <p14:tracePt t="62074" x="1936750" y="3957638"/>
          <p14:tracePt t="62082" x="1939925" y="3981450"/>
          <p14:tracePt t="62090" x="1939925" y="4014788"/>
          <p14:tracePt t="62098" x="1949450" y="4051300"/>
          <p14:tracePt t="62106" x="1949450" y="4076700"/>
          <p14:tracePt t="62112" x="1952625" y="4113213"/>
          <p14:tracePt t="62120" x="1960563" y="4154488"/>
          <p14:tracePt t="62128" x="1960563" y="4192588"/>
          <p14:tracePt t="62136" x="1973263" y="4238625"/>
          <p14:tracePt t="62144" x="1973263" y="4267200"/>
          <p14:tracePt t="62152" x="1978025" y="4300538"/>
          <p14:tracePt t="62160" x="1985963" y="4337050"/>
          <p14:tracePt t="62168" x="1990725" y="4365625"/>
          <p14:tracePt t="62177" x="1998663" y="4403725"/>
          <p14:tracePt t="62184" x="2001838" y="4448175"/>
          <p14:tracePt t="62192" x="2011363" y="4476750"/>
          <p14:tracePt t="62200" x="2014538" y="4522788"/>
          <p14:tracePt t="62209" x="2022475" y="4559300"/>
          <p14:tracePt t="62215" x="2022475" y="4589463"/>
          <p14:tracePt t="62224" x="2027238" y="4633913"/>
          <p14:tracePt t="62232" x="2039938" y="4662488"/>
          <p14:tracePt t="62240" x="2039938" y="4695825"/>
          <p14:tracePt t="62248" x="2047875" y="4737100"/>
          <p14:tracePt t="62257" x="2052638" y="4770438"/>
          <p14:tracePt t="62264" x="2060575" y="4799013"/>
          <p14:tracePt t="62273" x="2063750" y="4832350"/>
          <p14:tracePt t="62280" x="2073275" y="4845050"/>
          <p14:tracePt t="62288" x="2084388" y="4870450"/>
          <p14:tracePt t="62298" x="2089150" y="4899025"/>
          <p14:tracePt t="62304" x="2097088" y="4922838"/>
          <p14:tracePt t="62312" x="2101850" y="4956175"/>
          <p14:tracePt t="62321" x="2114550" y="4981575"/>
          <p14:tracePt t="62328" x="2122488" y="4997450"/>
          <p14:tracePt t="62336" x="2125663" y="5018088"/>
          <p14:tracePt t="62344" x="2138363" y="5035550"/>
          <p14:tracePt t="62352" x="2151063" y="5059363"/>
          <p14:tracePt t="62361" x="2171700" y="5084763"/>
          <p14:tracePt t="62368" x="2184400" y="5108575"/>
          <p14:tracePt t="62376" x="2197100" y="5121275"/>
          <p14:tracePt t="62384" x="2212975" y="5141913"/>
          <p14:tracePt t="62391" x="2233613" y="5167313"/>
          <p14:tracePt t="62400" x="2249488" y="5180013"/>
          <p14:tracePt t="62408" x="2274888" y="5203825"/>
          <p14:tracePt t="62416" x="2300288" y="5221288"/>
          <p14:tracePt t="62424" x="2324100" y="5233988"/>
          <p14:tracePt t="62432" x="2344738" y="5245100"/>
          <p14:tracePt t="62440" x="2373313" y="5265738"/>
          <p14:tracePt t="62448" x="2398713" y="5283200"/>
          <p14:tracePt t="62457" x="2424113" y="5295900"/>
          <p14:tracePt t="62464" x="2444750" y="5316538"/>
          <p14:tracePt t="62472" x="2460625" y="5327650"/>
          <p14:tracePt t="62480" x="2481263" y="5340350"/>
          <p14:tracePt t="62488" x="2497138" y="5353050"/>
          <p14:tracePt t="62496" x="2517775" y="5365750"/>
          <p14:tracePt t="62504" x="2530475" y="5368925"/>
          <p14:tracePt t="62512" x="2547938" y="5381625"/>
          <p14:tracePt t="62520" x="2559050" y="5389563"/>
          <p14:tracePt t="62528" x="2571750" y="5402263"/>
          <p14:tracePt t="62536" x="2584450" y="5407025"/>
          <p14:tracePt t="62543" x="2597150" y="5414963"/>
          <p14:tracePt t="62552" x="2609850" y="5419725"/>
          <p14:tracePt t="62561" x="2617788" y="5427663"/>
          <p14:tracePt t="62568" x="2630488" y="5430838"/>
          <p14:tracePt t="62576" x="2633663" y="5440363"/>
          <p14:tracePt t="62584" x="2641600" y="5443538"/>
          <p14:tracePt t="62592" x="2654300" y="5451475"/>
          <p14:tracePt t="62600" x="2667000" y="5456238"/>
          <p14:tracePt t="62609" x="2671763" y="5464175"/>
          <p14:tracePt t="62618" x="2682875" y="5468938"/>
          <p14:tracePt t="62624" x="2695575" y="5476875"/>
          <p14:tracePt t="62632" x="2703513" y="5481638"/>
          <p14:tracePt t="62640" x="2708275" y="5489575"/>
          <p14:tracePt t="62648" x="2720975" y="5492750"/>
          <p14:tracePt t="62657" x="2728913" y="5502275"/>
          <p14:tracePt t="62664" x="2741613" y="5505450"/>
          <p14:tracePt t="62673" x="2744788" y="5513388"/>
          <p14:tracePt t="62680" x="2757488" y="5513388"/>
          <p14:tracePt t="62686" x="2770188" y="5526088"/>
          <p14:tracePt t="62693" x="2778125" y="5530850"/>
          <p14:tracePt t="62704" x="2790825" y="5543550"/>
          <p14:tracePt t="62712" x="2803525" y="5551488"/>
          <p14:tracePt t="62721" x="2816225" y="5564188"/>
          <p14:tracePt t="62726" x="2832100" y="5576888"/>
          <p14:tracePt t="62734" x="2840038" y="5580063"/>
          <p14:tracePt t="62743" x="2857500" y="5592763"/>
          <p14:tracePt t="62750" x="2868613" y="5600700"/>
          <p14:tracePt t="62758" x="2881313" y="5613400"/>
          <p14:tracePt t="62766" x="2894013" y="5626100"/>
          <p14:tracePt t="62774" x="2906713" y="5629275"/>
          <p14:tracePt t="62782" x="2927350" y="5638800"/>
          <p14:tracePt t="62791" x="2930525" y="5641975"/>
          <p14:tracePt t="62798" x="2951163" y="5649913"/>
          <p14:tracePt t="62806" x="2955925" y="5654675"/>
          <p14:tracePt t="62814" x="2976563" y="5662613"/>
          <p14:tracePt t="62822" x="2981325" y="5662613"/>
          <p14:tracePt t="62830" x="2992438" y="5667375"/>
          <p14:tracePt t="62838" x="3005138" y="5667375"/>
          <p14:tracePt t="62846" x="3013075" y="5675313"/>
          <p14:tracePt t="62854" x="3017838" y="5675313"/>
          <p14:tracePt t="62863" x="3025775" y="5675313"/>
          <p14:tracePt t="62870" x="3030538" y="5680075"/>
          <p14:tracePt t="62877" x="3038475" y="5680075"/>
          <p14:tracePt t="62886" x="3043238" y="5680075"/>
          <p14:tracePt t="62902" x="3051175" y="5680075"/>
          <p14:tracePt t="62911" x="3054350" y="5680075"/>
          <p14:tracePt t="62929" x="3063875" y="5680075"/>
          <p14:tracePt t="62933" x="3067050" y="5680075"/>
          <p14:tracePt t="62943" x="3074988" y="5680075"/>
          <p14:tracePt t="62950" x="3079750" y="5680075"/>
          <p14:tracePt t="62959" x="3087688" y="5675313"/>
          <p14:tracePt t="62967" x="3100388" y="5670550"/>
          <p14:tracePt t="62974" x="3113088" y="5662613"/>
          <p14:tracePt t="62982" x="3116263" y="5662613"/>
          <p14:tracePt t="62990" x="3128963" y="5659438"/>
          <p14:tracePt t="62998" x="3138488" y="5649913"/>
          <p14:tracePt t="63007" x="3149600" y="5649913"/>
          <p14:tracePt t="63016" x="3162300" y="5649913"/>
          <p14:tracePt t="63022" x="3167063" y="5646738"/>
          <p14:tracePt t="63030" x="3179763" y="5646738"/>
          <p14:tracePt t="63038" x="3190875" y="5646738"/>
          <p14:tracePt t="63047" x="3200400" y="5638800"/>
          <p14:tracePt t="63057" x="3211513" y="5638800"/>
          <p14:tracePt t="63062" x="3216275" y="5638800"/>
          <p14:tracePt t="63070" x="3236913" y="5638800"/>
          <p14:tracePt t="63078" x="3241675" y="5634038"/>
          <p14:tracePt t="63086" x="3252788" y="5634038"/>
          <p14:tracePt t="63095" x="3265488" y="5634038"/>
          <p14:tracePt t="63102" x="3286125" y="5634038"/>
          <p14:tracePt t="63111" x="3298825" y="5634038"/>
          <p14:tracePt t="63118" x="3314700" y="5626100"/>
          <p14:tracePt t="63126" x="3327400" y="5626100"/>
          <p14:tracePt t="63134" x="3348038" y="5621338"/>
          <p14:tracePt t="63142" x="3360738" y="5621338"/>
          <p14:tracePt t="63150" x="3376613" y="5621338"/>
          <p14:tracePt t="63159" x="3397250" y="5621338"/>
          <p14:tracePt t="63166" x="3409950" y="5613400"/>
          <p14:tracePt t="63175" x="3427413" y="5613400"/>
          <p14:tracePt t="63182" x="3438525" y="5613400"/>
          <p14:tracePt t="63190" x="3451225" y="5613400"/>
          <p14:tracePt t="63198" x="3463925" y="5613400"/>
          <p14:tracePt t="63206" x="3476625" y="5613400"/>
          <p14:tracePt t="63214" x="3489325" y="5613400"/>
          <p14:tracePt t="63222" x="3497263" y="5613400"/>
          <p14:tracePt t="63238" x="3500438" y="5613400"/>
          <p14:tracePt t="63364" x="3497263" y="5608638"/>
          <p14:tracePt t="63372" x="3479800" y="5608638"/>
          <p14:tracePt t="63380" x="3455988" y="5608638"/>
          <p14:tracePt t="63390" x="3430588" y="5600700"/>
          <p14:tracePt t="63396" x="3409950" y="5597525"/>
          <p14:tracePt t="63404" x="3381375" y="5588000"/>
          <p14:tracePt t="63413" x="3355975" y="5588000"/>
          <p14:tracePt t="63420" x="3324225" y="5576888"/>
          <p14:tracePt t="63428" x="3282950" y="5572125"/>
          <p14:tracePt t="63438" x="3249613" y="5559425"/>
          <p14:tracePt t="63445" x="3195638" y="5546725"/>
          <p14:tracePt t="63452" x="3146425" y="5534025"/>
          <p14:tracePt t="63460" x="3100388" y="5526088"/>
          <p14:tracePt t="63468" x="3059113" y="5522913"/>
          <p14:tracePt t="63477" x="3009900" y="5510213"/>
          <p14:tracePt t="63484" x="2951163" y="5497513"/>
          <p14:tracePt t="63492" x="2889250" y="5484813"/>
          <p14:tracePt t="63502" x="2836863" y="5476875"/>
          <p14:tracePt t="63508" x="2774950" y="5464175"/>
          <p14:tracePt t="63516" x="2713038" y="5451475"/>
          <p14:tracePt t="63524" x="2641600" y="5448300"/>
          <p14:tracePt t="63532" x="2576513" y="5440363"/>
          <p14:tracePt t="63540" x="2517775" y="5440363"/>
          <p14:tracePt t="63548" x="2452688" y="5440363"/>
          <p14:tracePt t="63556" x="2393950" y="5440363"/>
          <p14:tracePt t="63564" x="2332038" y="5440363"/>
          <p14:tracePt t="63572" x="2303463" y="5440363"/>
          <p14:tracePt t="63580" x="2266950" y="5451475"/>
          <p14:tracePt t="63588" x="2241550" y="5451475"/>
          <p14:tracePt t="63596" x="2228850" y="5451475"/>
          <p14:tracePt t="63604" x="2217738" y="5456238"/>
          <p14:tracePt t="63613" x="2208213" y="5464175"/>
          <p14:tracePt t="63620" x="2205038" y="5464175"/>
          <p14:tracePt t="63629" x="2197100" y="5464175"/>
          <p14:tracePt t="63636" x="2192338" y="5468938"/>
          <p14:tracePt t="63645" x="2184400" y="5468938"/>
          <p14:tracePt t="63652" x="2179638" y="5468938"/>
          <p14:tracePt t="63670" x="2171700" y="5468938"/>
          <p14:tracePt t="63724" x="2171700" y="5464175"/>
          <p14:tracePt t="63732" x="2171700" y="5448300"/>
          <p14:tracePt t="63740" x="2171700" y="5414963"/>
          <p14:tracePt t="63748" x="2171700" y="5389563"/>
          <p14:tracePt t="63758" x="2171700" y="5360988"/>
          <p14:tracePt t="63764" x="2171700" y="5327650"/>
          <p14:tracePt t="63772" x="2184400" y="5303838"/>
          <p14:tracePt t="63780" x="2187575" y="5278438"/>
          <p14:tracePt t="63786" x="2200275" y="5254625"/>
          <p14:tracePt t="63796" x="2208213" y="5241925"/>
          <p14:tracePt t="63804" x="2212975" y="5229225"/>
          <p14:tracePt t="63811" x="2225675" y="5216525"/>
          <p14:tracePt t="63820" x="2238375" y="5203825"/>
          <p14:tracePt t="63828" x="2249488" y="5192713"/>
          <p14:tracePt t="63836" x="2262188" y="5180013"/>
          <p14:tracePt t="63846" x="2282825" y="5162550"/>
          <p14:tracePt t="63850" x="2287588" y="5151438"/>
          <p14:tracePt t="63858" x="2308225" y="5141913"/>
          <p14:tracePt t="63868" x="2320925" y="5130800"/>
          <p14:tracePt t="63876" x="2324100" y="5126038"/>
          <p14:tracePt t="63882" x="2336800" y="5118100"/>
          <p14:tracePt t="63896" x="2349500" y="5105400"/>
          <p14:tracePt t="63898" x="2362200" y="5100638"/>
          <p14:tracePt t="63906" x="2373313" y="5092700"/>
          <p14:tracePt t="63914" x="2386013" y="5080000"/>
          <p14:tracePt t="63922" x="2406650" y="5076825"/>
          <p14:tracePt t="63933" x="2419350" y="5067300"/>
          <p14:tracePt t="63938" x="2435225" y="5067300"/>
          <p14:tracePt t="63947" x="2447925" y="5064125"/>
          <p14:tracePt t="63954" x="2460625" y="5056188"/>
          <p14:tracePt t="63962" x="2468563" y="5056188"/>
          <p14:tracePt t="63970" x="2481263" y="5051425"/>
          <p14:tracePt t="63978" x="2486025" y="5051425"/>
          <p14:tracePt t="63986" x="2497138" y="5051425"/>
          <p14:tracePt t="63994" x="2509838" y="5051425"/>
          <p14:tracePt t="64004" x="2522538" y="5051425"/>
          <p14:tracePt t="64011" x="2543175" y="5043488"/>
          <p14:tracePt t="64018" x="2555875" y="5043488"/>
          <p14:tracePt t="64026" x="2568575" y="5043488"/>
          <p14:tracePt t="64034" x="2584450" y="5043488"/>
          <p14:tracePt t="64042" x="2597150" y="5043488"/>
          <p14:tracePt t="64050" x="2609850" y="5043488"/>
          <p14:tracePt t="64059" x="2617788" y="5043488"/>
          <p14:tracePt t="64066" x="2633663" y="5043488"/>
          <p14:tracePt t="64074" x="2646363" y="5043488"/>
          <p14:tracePt t="64082" x="2654300" y="5043488"/>
          <p14:tracePt t="64091" x="2671763" y="5043488"/>
          <p14:tracePt t="64098" x="2682875" y="5043488"/>
          <p14:tracePt t="64106" x="2703513" y="5043488"/>
          <p14:tracePt t="64114" x="2716213" y="5043488"/>
          <p14:tracePt t="64123" x="2741613" y="5043488"/>
          <p14:tracePt t="64130" x="2757488" y="5043488"/>
          <p14:tracePt t="64140" x="2782888" y="5043488"/>
          <p14:tracePt t="64146" x="2806700" y="5043488"/>
          <p14:tracePt t="64156" x="2832100" y="5043488"/>
          <p14:tracePt t="64163" x="2865438" y="5043488"/>
          <p14:tracePt t="64170" x="2881313" y="5043488"/>
          <p14:tracePt t="64180" x="2906713" y="5043488"/>
          <p14:tracePt t="64186" x="2940050" y="5046663"/>
          <p14:tracePt t="64194" x="2968625" y="5046663"/>
          <p14:tracePt t="64203" x="3005138" y="5046663"/>
          <p14:tracePt t="64211" x="3043238" y="5056188"/>
          <p14:tracePt t="64218" x="3087688" y="5059363"/>
          <p14:tracePt t="64226" x="3125788" y="5059363"/>
          <p14:tracePt t="64234" x="3175000" y="5067300"/>
          <p14:tracePt t="64242" x="3211513" y="5072063"/>
          <p14:tracePt t="64250" x="3249613" y="5072063"/>
          <p14:tracePt t="64258" x="3278188" y="5072063"/>
          <p14:tracePt t="64266" x="3311525" y="5080000"/>
          <p14:tracePt t="64275" x="3335338" y="5080000"/>
          <p14:tracePt t="64282" x="3373438" y="5084763"/>
          <p14:tracePt t="64291" x="3397250" y="5084763"/>
          <p14:tracePt t="64298" x="3422650" y="5092700"/>
          <p14:tracePt t="64306" x="3451225" y="5092700"/>
          <p14:tracePt t="64315" x="3476625" y="5097463"/>
          <p14:tracePt t="64322" x="3500438" y="5097463"/>
          <p14:tracePt t="64329" x="3525838" y="5105400"/>
          <p14:tracePt t="64338" x="3559175" y="5105400"/>
          <p14:tracePt t="64345" x="3575050" y="5105400"/>
          <p14:tracePt t="64354" x="3595688" y="5105400"/>
          <p14:tracePt t="64362" x="3600450" y="5105400"/>
          <p14:tracePt t="64370" x="3621088" y="5105400"/>
          <p14:tracePt t="64379" x="3624263" y="5108575"/>
          <p14:tracePt t="64387" x="3644900" y="5108575"/>
          <p14:tracePt t="64394" x="3649663" y="5108575"/>
          <p14:tracePt t="64400" x="3670300" y="5108575"/>
          <p14:tracePt t="64411" x="3683000" y="5108575"/>
          <p14:tracePt t="64418" x="3698875" y="5108575"/>
          <p14:tracePt t="64427" x="3711575" y="5108575"/>
          <p14:tracePt t="64432" x="3736975" y="5108575"/>
          <p14:tracePt t="64441" x="3757613" y="5118100"/>
          <p14:tracePt t="64451" x="3768725" y="5118100"/>
          <p14:tracePt t="64456" x="3794125" y="5118100"/>
          <p14:tracePt t="64464" x="3810000" y="5118100"/>
          <p14:tracePt t="64472" x="3822700" y="5118100"/>
          <p14:tracePt t="64480" x="3830638" y="5118100"/>
          <p14:tracePt t="64488" x="3835400" y="5118100"/>
          <p14:tracePt t="64568" x="3827463" y="5118100"/>
          <p14:tracePt t="64576" x="3789363" y="5121275"/>
          <p14:tracePt t="64584" x="3727450" y="5133975"/>
          <p14:tracePt t="64592" x="3657600" y="5159375"/>
          <p14:tracePt t="64600" x="3571875" y="5180013"/>
          <p14:tracePt t="64608" x="3492500" y="5203825"/>
          <p14:tracePt t="64616" x="3406775" y="5229225"/>
          <p14:tracePt t="64624" x="3324225" y="5265738"/>
          <p14:tracePt t="64632" x="3249613" y="5291138"/>
          <p14:tracePt t="64641" x="3175000" y="5307013"/>
          <p14:tracePt t="64648" x="3100388" y="5332413"/>
          <p14:tracePt t="64656" x="3022600" y="5357813"/>
          <p14:tracePt t="64663" x="2927350" y="5381625"/>
          <p14:tracePt t="64672" x="2852738" y="5414963"/>
          <p14:tracePt t="64681" x="2774950" y="5443538"/>
          <p14:tracePt t="64691" x="2703513" y="5464175"/>
          <p14:tracePt t="64697" x="2651125" y="5492750"/>
          <p14:tracePt t="64704" x="2600325" y="5526088"/>
          <p14:tracePt t="64714" x="2555875" y="5543550"/>
          <p14:tracePt t="64720" x="2517775" y="5567363"/>
          <p14:tracePt t="64728" x="2493963" y="5592763"/>
          <p14:tracePt t="64736" x="2476500" y="5613400"/>
          <p14:tracePt t="64744" x="2455863" y="5626100"/>
          <p14:tracePt t="64752" x="2439988" y="5649913"/>
          <p14:tracePt t="64761" x="2427288" y="5662613"/>
          <p14:tracePt t="64768" x="2414588" y="5680075"/>
          <p14:tracePt t="64777" x="2406650" y="5691188"/>
          <p14:tracePt t="64785" x="2403475" y="5711825"/>
          <p14:tracePt t="64793" x="2393950" y="5724525"/>
          <p14:tracePt t="64800" x="2390775" y="5737225"/>
          <p14:tracePt t="64808" x="2390775" y="5741988"/>
          <p14:tracePt t="64816" x="2390775" y="5753100"/>
          <p14:tracePt t="64864" x="2390775" y="5749925"/>
          <p14:tracePt t="64872" x="2390775" y="5732463"/>
          <p14:tracePt t="64880" x="2390775" y="5721350"/>
          <p14:tracePt t="64896" x="2406650" y="5670550"/>
          <p14:tracePt t="64904" x="2424113" y="5634038"/>
          <p14:tracePt t="64913" x="2444750" y="5597525"/>
          <p14:tracePt t="64920" x="2460625" y="5564188"/>
          <p14:tracePt t="64928" x="2481263" y="5513388"/>
          <p14:tracePt t="64936" x="2517775" y="5472113"/>
          <p14:tracePt t="64943" x="2535238" y="5440363"/>
          <p14:tracePt t="64952" x="2571750" y="5389563"/>
          <p14:tracePt t="64960" x="2605088" y="5353050"/>
          <p14:tracePt t="64968" x="2633663" y="5316538"/>
          <p14:tracePt t="64976" x="2667000" y="5278438"/>
          <p14:tracePt t="64984" x="2695575" y="5241925"/>
          <p14:tracePt t="64993" x="2720975" y="5216525"/>
          <p14:tracePt t="65000" x="2754313" y="5175250"/>
          <p14:tracePt t="65010" x="2770188" y="5141913"/>
          <p14:tracePt t="65016" x="2803525" y="5113338"/>
          <p14:tracePt t="65024" x="2819400" y="5087938"/>
          <p14:tracePt t="65031" x="2840038" y="5067300"/>
          <p14:tracePt t="65041" x="2865438" y="5043488"/>
          <p14:tracePt t="65048" x="2889250" y="5018088"/>
          <p14:tracePt t="65054" x="2919413" y="4994275"/>
          <p14:tracePt t="65062" x="2943225" y="4976813"/>
          <p14:tracePt t="65071" x="2955925" y="4964113"/>
          <p14:tracePt t="65078" x="2976563" y="4943475"/>
          <p14:tracePt t="65086" x="2989263" y="4940300"/>
          <p14:tracePt t="65094" x="3001963" y="4927600"/>
          <p14:tracePt t="65102" x="3013075" y="4914900"/>
          <p14:tracePt t="65109" x="3017838" y="4906963"/>
          <p14:tracePt t="65118" x="3030538" y="4894263"/>
          <p14:tracePt t="65126" x="3038475" y="4891088"/>
          <p14:tracePt t="65134" x="3043238" y="4881563"/>
          <p14:tracePt t="65142" x="3051175" y="4878388"/>
          <p14:tracePt t="65149" x="3054350" y="4870450"/>
          <p14:tracePt t="65158" x="3063875" y="4865688"/>
          <p14:tracePt t="65166" x="3067050" y="4852988"/>
          <p14:tracePt t="65175" x="3074988" y="4852988"/>
          <p14:tracePt t="65182" x="3087688" y="4845050"/>
          <p14:tracePt t="65190" x="3092450" y="4840288"/>
          <p14:tracePt t="65198" x="3100388" y="4840288"/>
          <p14:tracePt t="65208" x="3100388" y="4832350"/>
          <p14:tracePt t="65214" x="3105150" y="4832350"/>
          <p14:tracePt t="65222" x="3113088" y="4832350"/>
          <p14:tracePt t="65238" x="3116263" y="4832350"/>
          <p14:tracePt t="65247" x="3116263" y="4829175"/>
          <p14:tracePt t="65254" x="3125788" y="4829175"/>
          <p14:tracePt t="65263" x="3128963" y="4829175"/>
          <p14:tracePt t="65272" x="3138488" y="4829175"/>
          <p14:tracePt t="65278" x="3149600" y="4829175"/>
          <p14:tracePt t="65286" x="3162300" y="4829175"/>
          <p14:tracePt t="65294" x="3175000" y="4829175"/>
          <p14:tracePt t="65302" x="3190875" y="4829175"/>
          <p14:tracePt t="65310" x="3211513" y="4829175"/>
          <p14:tracePt t="65318" x="3236913" y="4832350"/>
          <p14:tracePt t="65326" x="3249613" y="4837113"/>
          <p14:tracePt t="65333" x="3278188" y="4845050"/>
          <p14:tracePt t="65342" x="3298825" y="4849813"/>
          <p14:tracePt t="65350" x="3324225" y="4860925"/>
          <p14:tracePt t="65361" x="3348038" y="4870450"/>
          <p14:tracePt t="65366" x="3373438" y="4881563"/>
          <p14:tracePt t="65374" x="3389313" y="4894263"/>
          <p14:tracePt t="65382" x="3414713" y="4906963"/>
          <p14:tracePt t="65390" x="3438525" y="4919663"/>
          <p14:tracePt t="65398" x="3471863" y="4932363"/>
          <p14:tracePt t="65406" x="3500438" y="4943475"/>
          <p14:tracePt t="65414" x="3546475" y="4960938"/>
          <p14:tracePt t="65422" x="3575050" y="4981575"/>
          <p14:tracePt t="65430" x="3621088" y="4997450"/>
          <p14:tracePt t="65438" x="3662363" y="5022850"/>
          <p14:tracePt t="65446" x="3698875" y="5046663"/>
          <p14:tracePt t="65454" x="3732213" y="5067300"/>
          <p14:tracePt t="65461" x="3781425" y="5084763"/>
          <p14:tracePt t="65470" x="3830638" y="5108575"/>
          <p14:tracePt t="65478" x="3871913" y="5130800"/>
          <p14:tracePt t="65486" x="3910013" y="5146675"/>
          <p14:tracePt t="65495" x="3943350" y="5167313"/>
          <p14:tracePt t="65501" x="3979863" y="5192713"/>
          <p14:tracePt t="65510" x="4008438" y="5208588"/>
          <p14:tracePt t="65519" x="4046538" y="5229225"/>
          <p14:tracePt t="65526" x="4078288" y="5241925"/>
          <p14:tracePt t="65534" x="4108450" y="5257800"/>
          <p14:tracePt t="65542" x="4132263" y="5265738"/>
          <p14:tracePt t="65550" x="4152900" y="5278438"/>
          <p14:tracePt t="65558" x="4170363" y="5291138"/>
          <p14:tracePt t="65566" x="4202113" y="5295900"/>
          <p14:tracePt t="65574" x="4219575" y="5307013"/>
          <p14:tracePt t="65582" x="4240213" y="5316538"/>
          <p14:tracePt t="65590" x="4252913" y="5316538"/>
          <p14:tracePt t="65598" x="4268788" y="5319713"/>
          <p14:tracePt t="65606" x="4276725" y="5319713"/>
          <p14:tracePt t="65615" x="4281488" y="5327650"/>
          <p14:tracePt t="65622" x="4289425" y="5327650"/>
          <p14:tracePt t="65631" x="4294188" y="5327650"/>
          <p14:tracePt t="66133" x="4284663" y="5324475"/>
          <p14:tracePt t="66140" x="4273550" y="5311775"/>
          <p14:tracePt t="66148" x="4260850" y="5299075"/>
          <p14:tracePt t="66156" x="4240213" y="5278438"/>
          <p14:tracePt t="66164" x="4222750" y="5262563"/>
          <p14:tracePt t="66172" x="4191000" y="5241925"/>
          <p14:tracePt t="66180" x="4165600" y="5216525"/>
          <p14:tracePt t="66188" x="4129088" y="5192713"/>
          <p14:tracePt t="66196" x="4090988" y="5162550"/>
          <p14:tracePt t="66205" x="4049713" y="5126038"/>
          <p14:tracePt t="66212" x="4000500" y="5087938"/>
          <p14:tracePt t="66221" x="3951288" y="5051425"/>
          <p14:tracePt t="66228" x="3892550" y="5018088"/>
          <p14:tracePt t="66236" x="3840163" y="4976813"/>
          <p14:tracePt t="66244" x="3768725" y="4932363"/>
          <p14:tracePt t="66252" x="3706813" y="4891088"/>
          <p14:tracePt t="66261" x="3641725" y="4840288"/>
          <p14:tracePt t="66268" x="3571875" y="4791075"/>
          <p14:tracePt t="66276" x="3497263" y="4746625"/>
          <p14:tracePt t="66284" x="3422650" y="4705350"/>
          <p14:tracePt t="66292" x="3348038" y="4659313"/>
          <p14:tracePt t="66300" x="3270250" y="4621213"/>
          <p14:tracePt t="66308" x="3175000" y="4579938"/>
          <p14:tracePt t="66316" x="3095625" y="4535488"/>
          <p14:tracePt t="66324" x="3013075" y="4494213"/>
          <p14:tracePt t="66332" x="2927350" y="4460875"/>
          <p14:tracePt t="66340" x="2847975" y="4424363"/>
          <p14:tracePt t="66348" x="2754313" y="4394200"/>
          <p14:tracePt t="66354" x="2654300" y="4357688"/>
          <p14:tracePt t="66362" x="2555875" y="4332288"/>
          <p14:tracePt t="66370" x="2455863" y="4300538"/>
          <p14:tracePt t="66379" x="2357438" y="4270375"/>
          <p14:tracePt t="66386" x="2259013" y="4246563"/>
          <p14:tracePt t="66396" x="2159000" y="4221163"/>
          <p14:tracePt t="66404" x="2068513" y="4200525"/>
          <p14:tracePt t="66410" x="1970088" y="4184650"/>
          <p14:tracePt t="66418" x="1870075" y="4164013"/>
          <p14:tracePt t="66428" x="1774825" y="4146550"/>
          <p14:tracePt t="66434" x="1684338" y="4125913"/>
          <p14:tracePt t="66442" x="1589088" y="4113213"/>
          <p14:tracePt t="66452" x="1514475" y="4097338"/>
          <p14:tracePt t="66458" x="1441450" y="4076700"/>
          <p14:tracePt t="66466" x="1374775" y="4064000"/>
          <p14:tracePt t="66474" x="1304925" y="4060825"/>
          <p14:tracePt t="66482" x="1243013" y="4060825"/>
          <p14:tracePt t="66490" x="1204913" y="4051300"/>
          <p14:tracePt t="66498" x="1181100" y="4051300"/>
          <p14:tracePt t="66506" x="1152525" y="4048125"/>
          <p14:tracePt t="66514" x="1139825" y="4048125"/>
          <p14:tracePt t="66522" x="1127125" y="4048125"/>
          <p14:tracePt t="66532" x="1119188" y="4048125"/>
          <p14:tracePt t="66537" x="1114425" y="4048125"/>
          <p14:tracePt t="66546" x="1106488" y="4048125"/>
          <p14:tracePt t="66570" x="1101725" y="4048125"/>
          <p14:tracePt t="66611" x="1093788" y="4048125"/>
          <p14:tracePt t="66731" x="1093788" y="4051300"/>
          <p14:tracePt t="66738" x="1098550" y="4051300"/>
          <p14:tracePt t="66746" x="1106488" y="4056063"/>
          <p14:tracePt t="66754" x="1111250" y="4056063"/>
          <p14:tracePt t="66762" x="1111250" y="4064000"/>
          <p14:tracePt t="66770" x="1119188" y="4064000"/>
          <p14:tracePt t="66778" x="1122363" y="4064000"/>
          <p14:tracePt t="66794" x="1131888" y="4064000"/>
          <p14:tracePt t="66802" x="1135063" y="4068763"/>
          <p14:tracePt t="66810" x="1147763" y="4068763"/>
          <p14:tracePt t="66818" x="1155700" y="4068763"/>
          <p14:tracePt t="66826" x="1160463" y="4076700"/>
          <p14:tracePt t="66834" x="1168400" y="4076700"/>
          <p14:tracePt t="66842" x="1184275" y="4076700"/>
          <p14:tracePt t="66850" x="1196975" y="4081463"/>
          <p14:tracePt t="66858" x="1204913" y="4081463"/>
          <p14:tracePt t="66866" x="1209675" y="4081463"/>
          <p14:tracePt t="66874" x="1217613" y="4081463"/>
          <p14:tracePt t="66881" x="1222375" y="4081463"/>
          <p14:tracePt t="66890" x="1230313" y="4089400"/>
          <p14:tracePt t="66899" x="1235075" y="4089400"/>
          <p14:tracePt t="66914" x="1243013" y="4089400"/>
          <p14:tracePt t="66921" x="1243013" y="4092575"/>
          <p14:tracePt t="66931" x="1246188" y="4092575"/>
          <p14:tracePt t="66939" x="1255713" y="4092575"/>
          <p14:tracePt t="66946" x="1258888" y="4102100"/>
          <p14:tracePt t="66954" x="1266825" y="4102100"/>
          <p14:tracePt t="66970" x="1271588" y="4105275"/>
          <p14:tracePt t="66979" x="1279525" y="4105275"/>
          <p14:tracePt t="66986" x="1284288" y="4105275"/>
          <p14:tracePt t="66994" x="1284288" y="4113213"/>
          <p14:tracePt t="67002" x="1292225" y="4117975"/>
          <p14:tracePt t="67010" x="1296988" y="4117975"/>
          <p14:tracePt t="67016" x="1304925" y="4125913"/>
          <p14:tracePt t="67024" x="1308100" y="4130675"/>
          <p14:tracePt t="67033" x="1320800" y="4130675"/>
          <p14:tracePt t="67040" x="1328738" y="4138613"/>
          <p14:tracePt t="67048" x="1333500" y="4138613"/>
          <p14:tracePt t="67058" x="1341438" y="4143375"/>
          <p14:tracePt t="67064" x="1346200" y="4151313"/>
          <p14:tracePt t="67072" x="1358900" y="4154488"/>
          <p14:tracePt t="67081" x="1366838" y="4154488"/>
          <p14:tracePt t="67088" x="1370013" y="4154488"/>
          <p14:tracePt t="67096" x="1379538" y="4164013"/>
          <p14:tracePt t="67112" x="1382713" y="4167188"/>
          <p14:tracePt t="67120" x="1390650" y="4167188"/>
          <p14:tracePt t="67128" x="1395413" y="4167188"/>
          <p14:tracePt t="67138" x="1403350" y="4175125"/>
          <p14:tracePt t="67145" x="1408113" y="4175125"/>
          <p14:tracePt t="67160" x="1416050" y="4175125"/>
          <p14:tracePt t="67185" x="1420813" y="4175125"/>
          <p14:tracePt t="67192" x="1420813" y="4179888"/>
          <p14:tracePt t="67208" x="1428750" y="4179888"/>
          <p14:tracePt t="67224" x="1431925" y="4187825"/>
          <p14:tracePt t="67248" x="1441450" y="4187825"/>
          <p14:tracePt t="67274" x="1444625" y="4187825"/>
          <p14:tracePt t="67352" x="1444625" y="4192588"/>
          <p14:tracePt t="67424" x="1452563" y="4192588"/>
          <p14:tracePt t="67441" x="1457325" y="4200525"/>
          <p14:tracePt t="67448" x="1465263" y="4200525"/>
          <p14:tracePt t="67456" x="1465263" y="4205288"/>
          <p14:tracePt t="67464" x="1470025" y="4205288"/>
          <p14:tracePt t="67472" x="1477963" y="4213225"/>
          <p14:tracePt t="67480" x="1482725" y="4216400"/>
          <p14:tracePt t="67488" x="1493838" y="4216400"/>
          <p14:tracePt t="67496" x="1506538" y="4229100"/>
          <p14:tracePt t="67504" x="1514475" y="4229100"/>
          <p14:tracePt t="67512" x="1527175" y="4238625"/>
          <p14:tracePt t="67520" x="1544638" y="4241800"/>
          <p14:tracePt t="67528" x="1552575" y="4249738"/>
          <p14:tracePt t="67536" x="1565275" y="4254500"/>
          <p14:tracePt t="67544" x="1576388" y="4267200"/>
          <p14:tracePt t="67553" x="1593850" y="4275138"/>
          <p14:tracePt t="67560" x="1601788" y="4279900"/>
          <p14:tracePt t="67568" x="1617663" y="4287838"/>
          <p14:tracePt t="67576" x="1630363" y="4291013"/>
          <p14:tracePt t="67584" x="1638300" y="4300538"/>
          <p14:tracePt t="67592" x="1651000" y="4303713"/>
          <p14:tracePt t="67600" x="1655763" y="4303713"/>
          <p14:tracePt t="67608" x="1663700" y="4311650"/>
          <p14:tracePt t="67617" x="1668463" y="4311650"/>
          <p14:tracePt t="67624" x="1676400" y="4316413"/>
          <p14:tracePt t="67632" x="1679575" y="4316413"/>
          <p14:tracePt t="67640" x="1689100" y="4324350"/>
          <p14:tracePt t="67656" x="1692275" y="4324350"/>
          <p14:tracePt t="67664" x="1692275" y="4329113"/>
          <p14:tracePt t="67680" x="1700213" y="4329113"/>
          <p14:tracePt t="67720" x="1704975" y="4329113"/>
          <p14:tracePt t="67753" x="1712913" y="4329113"/>
          <p14:tracePt t="67774" x="1717675" y="4329113"/>
          <p14:tracePt t="67807" x="1717675" y="4337050"/>
          <p14:tracePt t="67815" x="1725613" y="4337050"/>
          <p14:tracePt t="67838" x="1730375" y="4337050"/>
          <p14:tracePt t="67862" x="1738313" y="4337050"/>
          <p14:tracePt t="67879" x="1738313" y="4341813"/>
          <p14:tracePt t="67896" x="1741488" y="4341813"/>
          <p14:tracePt t="67911" x="1751013" y="4341813"/>
          <p14:tracePt t="67918" x="1754188" y="4349750"/>
          <p14:tracePt t="67926" x="1762125" y="4349750"/>
          <p14:tracePt t="67934" x="1766888" y="4349750"/>
          <p14:tracePt t="67942" x="1774825" y="4352925"/>
          <p14:tracePt t="67952" x="1787525" y="4352925"/>
          <p14:tracePt t="67958" x="1800225" y="4352925"/>
          <p14:tracePt t="67968" x="1812925" y="4352925"/>
          <p14:tracePt t="67975" x="1824038" y="4362450"/>
          <p14:tracePt t="67982" x="1836738" y="4365625"/>
          <p14:tracePt t="67990" x="1849438" y="4373563"/>
          <p14:tracePt t="68001" x="1862138" y="4373563"/>
          <p14:tracePt t="68006" x="1878013" y="4373563"/>
          <p14:tracePt t="68014" x="1898650" y="4386263"/>
          <p14:tracePt t="68021" x="1911350" y="4386263"/>
          <p14:tracePt t="68030" x="1928813" y="4391025"/>
          <p14:tracePt t="68038" x="1939925" y="4398963"/>
          <p14:tracePt t="68046" x="1965325" y="4403725"/>
          <p14:tracePt t="68054" x="1985963" y="4411663"/>
          <p14:tracePt t="68064" x="1998663" y="4414838"/>
          <p14:tracePt t="68070" x="2022475" y="4424363"/>
          <p14:tracePt t="68078" x="2035175" y="4427538"/>
          <p14:tracePt t="68086" x="2047875" y="4435475"/>
          <p14:tracePt t="68095" x="2060575" y="4440238"/>
          <p14:tracePt t="68102" x="2073275" y="4448175"/>
          <p14:tracePt t="68110" x="2097088" y="4452938"/>
          <p14:tracePt t="68118" x="2109788" y="4460875"/>
          <p14:tracePt t="68126" x="2122488" y="4465638"/>
          <p14:tracePt t="68134" x="2138363" y="4473575"/>
          <p14:tracePt t="68142" x="2159000" y="4476750"/>
          <p14:tracePt t="68151" x="2176463" y="4476750"/>
          <p14:tracePt t="68158" x="2197100" y="4489450"/>
          <p14:tracePt t="68167" x="2208213" y="4497388"/>
          <p14:tracePt t="68174" x="2225675" y="4502150"/>
          <p14:tracePt t="68182" x="2246313" y="4510088"/>
          <p14:tracePt t="68190" x="2259013" y="4514850"/>
          <p14:tracePt t="68199" x="2274888" y="4522788"/>
          <p14:tracePt t="68208" x="2300288" y="4535488"/>
          <p14:tracePt t="68214" x="2320925" y="4538663"/>
          <p14:tracePt t="68222" x="2336800" y="4548188"/>
          <p14:tracePt t="68230" x="2357438" y="4551363"/>
          <p14:tracePt t="68238" x="2386013" y="4564063"/>
          <p14:tracePt t="68247" x="2411413" y="4576763"/>
          <p14:tracePt t="68254" x="2435225" y="4584700"/>
          <p14:tracePt t="68262" x="2468563" y="4597400"/>
          <p14:tracePt t="68270" x="2493963" y="4610100"/>
          <p14:tracePt t="68279" x="2522538" y="4613275"/>
          <p14:tracePt t="68286" x="2559050" y="4625975"/>
          <p14:tracePt t="68294" x="2584450" y="4633913"/>
          <p14:tracePt t="68302" x="2617788" y="4646613"/>
          <p14:tracePt t="68310" x="2641600" y="4659313"/>
          <p14:tracePt t="68318" x="2671763" y="4662488"/>
          <p14:tracePt t="68324" x="2703513" y="4675188"/>
          <p14:tracePt t="68334" x="2741613" y="4687888"/>
          <p14:tracePt t="68343" x="2770188" y="4695825"/>
          <p14:tracePt t="68350" x="2803525" y="4708525"/>
          <p14:tracePt t="68358" x="2827338" y="4721225"/>
          <p14:tracePt t="68367" x="2857500" y="4733925"/>
          <p14:tracePt t="68372" x="2901950" y="4737100"/>
          <p14:tracePt t="68381" x="2927350" y="4749800"/>
          <p14:tracePt t="68388" x="2955925" y="4770438"/>
          <p14:tracePt t="68397" x="2981325" y="4783138"/>
          <p14:tracePt t="68404" x="3001963" y="4787900"/>
          <p14:tracePt t="68412" x="3025775" y="4795838"/>
          <p14:tracePt t="68420" x="3054350" y="4808538"/>
          <p14:tracePt t="68428" x="3079750" y="4811713"/>
          <p14:tracePt t="68437" x="3105150" y="4819650"/>
          <p14:tracePt t="68444" x="3128963" y="4832350"/>
          <p14:tracePt t="68452" x="3154363" y="4837113"/>
          <p14:tracePt t="68460" x="3179763" y="4845050"/>
          <p14:tracePt t="68468" x="3203575" y="4857750"/>
          <p14:tracePt t="68476" x="3228975" y="4860925"/>
          <p14:tracePt t="68485" x="3262313" y="4873625"/>
          <p14:tracePt t="68492" x="3286125" y="4873625"/>
          <p14:tracePt t="68501" x="3311525" y="4886325"/>
          <p14:tracePt t="68508" x="3327400" y="4886325"/>
          <p14:tracePt t="68516" x="3352800" y="4894263"/>
          <p14:tracePt t="68524" x="3373438" y="4899025"/>
          <p14:tracePt t="68532" x="3389313" y="4899025"/>
          <p14:tracePt t="68539" x="3409950" y="4906963"/>
          <p14:tracePt t="68548" x="3438525" y="4911725"/>
          <p14:tracePt t="68556" x="3459163" y="4911725"/>
          <p14:tracePt t="68565" x="3476625" y="4911725"/>
          <p14:tracePt t="68572" x="3497263" y="4919663"/>
          <p14:tracePt t="68581" x="3513138" y="4919663"/>
          <p14:tracePt t="68588" x="3533775" y="4919663"/>
          <p14:tracePt t="68596" x="3551238" y="4922838"/>
          <p14:tracePt t="68605" x="3575050" y="4932363"/>
          <p14:tracePt t="68612" x="3600450" y="4935538"/>
          <p14:tracePt t="68620" x="3621088" y="4943475"/>
          <p14:tracePt t="68629" x="3649663" y="4943475"/>
          <p14:tracePt t="68636" x="3675063" y="4948238"/>
          <p14:tracePt t="68644" x="3698875" y="4956175"/>
          <p14:tracePt t="68652" x="3732213" y="4956175"/>
          <p14:tracePt t="68661" x="3757613" y="4960938"/>
          <p14:tracePt t="68668" x="3781425" y="4960938"/>
          <p14:tracePt t="68675" x="3806825" y="4960938"/>
          <p14:tracePt t="68684" x="3822700" y="4960938"/>
          <p14:tracePt t="68692" x="3848100" y="4968875"/>
          <p14:tracePt t="68699" x="3871913" y="4973638"/>
          <p14:tracePt t="68708" x="3897313" y="4973638"/>
          <p14:tracePt t="68717" x="3922713" y="4973638"/>
          <p14:tracePt t="68725" x="3946525" y="4973638"/>
          <p14:tracePt t="68733" x="3971925" y="4981575"/>
          <p14:tracePt t="68740" x="3992563" y="4981575"/>
          <p14:tracePt t="68748" x="4008438" y="4981575"/>
          <p14:tracePt t="68757" x="4033838" y="4984750"/>
          <p14:tracePt t="68764" x="4054475" y="4984750"/>
          <p14:tracePt t="68772" x="4070350" y="4994275"/>
          <p14:tracePt t="68781" x="4090988" y="4994275"/>
          <p14:tracePt t="68788" x="4103688" y="4997450"/>
          <p14:tracePt t="68796" x="4129088" y="4997450"/>
          <p14:tracePt t="68806" x="4144963" y="5005388"/>
          <p14:tracePt t="68812" x="4165600" y="5005388"/>
          <p14:tracePt t="68819" x="4181475" y="5005388"/>
          <p14:tracePt t="68828" x="4194175" y="5005388"/>
          <p14:tracePt t="68836" x="4206875" y="5010150"/>
          <p14:tracePt t="68844" x="4227513" y="5010150"/>
          <p14:tracePt t="68853" x="4240213" y="5018088"/>
          <p14:tracePt t="68860" x="4252913" y="5022850"/>
          <p14:tracePt t="68868" x="4264025" y="5022850"/>
          <p14:tracePt t="68876" x="4281488" y="5022850"/>
          <p14:tracePt t="68885" x="4305300" y="5022850"/>
          <p14:tracePt t="68901" x="4330700" y="5030788"/>
          <p14:tracePt t="68908" x="4351338" y="5035550"/>
          <p14:tracePt t="68917" x="4376738" y="5035550"/>
          <p14:tracePt t="68924" x="4389438" y="5043488"/>
          <p14:tracePt t="68932" x="4400550" y="5043488"/>
          <p14:tracePt t="68940" x="4413250" y="5043488"/>
          <p14:tracePt t="68948" x="4425950" y="5046663"/>
          <p14:tracePt t="68956" x="4441825" y="5046663"/>
          <p14:tracePt t="68964" x="4454525" y="5046663"/>
          <p14:tracePt t="68972" x="4475163" y="5056188"/>
          <p14:tracePt t="68980" x="4492625" y="5056188"/>
          <p14:tracePt t="68986" x="4513263" y="5059363"/>
          <p14:tracePt t="68996" x="4529138" y="5067300"/>
          <p14:tracePt t="69004" x="4549775" y="5067300"/>
          <p14:tracePt t="69015" x="4565650" y="5072063"/>
          <p14:tracePt t="69020" x="4586288" y="5080000"/>
          <p14:tracePt t="69029" x="4603750" y="5080000"/>
          <p14:tracePt t="69036" x="4624388" y="5080000"/>
          <p14:tracePt t="69044" x="4640263" y="5084763"/>
          <p14:tracePt t="69052" x="4660900" y="5084763"/>
          <p14:tracePt t="69060" x="4689475" y="5092700"/>
          <p14:tracePt t="69068" x="4710113" y="5092700"/>
          <p14:tracePt t="69076" x="4735513" y="5097463"/>
          <p14:tracePt t="69084" x="4751388" y="5105400"/>
          <p14:tracePt t="69090" x="4784725" y="5105400"/>
          <p14:tracePt t="69098" x="4810125" y="5108575"/>
          <p14:tracePt t="69108" x="4826000" y="5108575"/>
          <p14:tracePt t="69114" x="4859338" y="5118100"/>
          <p14:tracePt t="69122" x="4875213" y="5118100"/>
          <p14:tracePt t="69132" x="4900613" y="5121275"/>
          <p14:tracePt t="69140" x="4926013" y="5130800"/>
          <p14:tracePt t="69146" x="4957763" y="5130800"/>
          <p14:tracePt t="69154" x="4983163" y="5133975"/>
          <p14:tracePt t="69163" x="5008563" y="5133975"/>
          <p14:tracePt t="69170" x="5037138" y="5141913"/>
          <p14:tracePt t="69178" x="5060950" y="5141913"/>
          <p14:tracePt t="69186" x="5086350" y="5146675"/>
          <p14:tracePt t="69194" x="5119688" y="5154613"/>
          <p14:tracePt t="69203" x="5148263" y="5159375"/>
          <p14:tracePt t="69210" x="5173663" y="5159375"/>
          <p14:tracePt t="69218" x="5210175" y="5167313"/>
          <p14:tracePt t="69226" x="5235575" y="5172075"/>
          <p14:tracePt t="69235" x="5267325" y="5180013"/>
          <p14:tracePt t="69242" x="5292725" y="5183188"/>
          <p14:tracePt t="69250" x="5318125" y="5183188"/>
          <p14:tracePt t="69258" x="5334000" y="5192713"/>
          <p14:tracePt t="69267" x="5359400" y="5195888"/>
          <p14:tracePt t="69274" x="5380038" y="5203825"/>
          <p14:tracePt t="69283" x="5395913" y="5203825"/>
          <p14:tracePt t="69290" x="5421313" y="5208588"/>
          <p14:tracePt t="69298" x="5441950" y="5208588"/>
          <p14:tracePt t="69306" x="5457825" y="5216525"/>
          <p14:tracePt t="69314" x="5483225" y="5221288"/>
          <p14:tracePt t="69322" x="5503863" y="5221288"/>
          <p14:tracePt t="69330" x="5527675" y="5229225"/>
          <p14:tracePt t="69338" x="5545138" y="5233988"/>
          <p14:tracePt t="69346" x="5565775" y="5233988"/>
          <p14:tracePt t="69354" x="5576888" y="5241925"/>
          <p14:tracePt t="69363" x="5594350" y="5254625"/>
          <p14:tracePt t="69370" x="5607050" y="5254625"/>
          <p14:tracePt t="69378" x="5627688" y="5265738"/>
          <p14:tracePt t="69386" x="5640388" y="5265738"/>
          <p14:tracePt t="69394" x="5656263" y="5270500"/>
          <p14:tracePt t="69402" x="5668963" y="5278438"/>
          <p14:tracePt t="69410" x="5689600" y="5283200"/>
          <p14:tracePt t="69418" x="5692775" y="5291138"/>
          <p14:tracePt t="69426" x="5705475" y="5291138"/>
          <p14:tracePt t="69435" x="5718175" y="5295900"/>
          <p14:tracePt t="69442" x="5726113" y="5295900"/>
          <p14:tracePt t="69451" x="5738813" y="5303838"/>
          <p14:tracePt t="69458" x="5751513" y="5307013"/>
          <p14:tracePt t="69466" x="5764213" y="5316538"/>
          <p14:tracePt t="69474" x="5775325" y="5319713"/>
          <p14:tracePt t="69482" x="5780088" y="5319713"/>
          <p14:tracePt t="69490" x="5800725" y="5327650"/>
          <p14:tracePt t="69498" x="5813425" y="5327650"/>
          <p14:tracePt t="69507" x="5826125" y="5340350"/>
          <p14:tracePt t="69514" x="5837238" y="5345113"/>
          <p14:tracePt t="69522" x="5842000" y="5345113"/>
          <p14:tracePt t="69530" x="5854700" y="5353050"/>
          <p14:tracePt t="69538" x="5867400" y="5353050"/>
          <p14:tracePt t="69546" x="5878513" y="5357813"/>
          <p14:tracePt t="69554" x="5891213" y="5365750"/>
          <p14:tracePt t="69562" x="5899150" y="5368925"/>
          <p14:tracePt t="69570" x="5916613" y="5378450"/>
          <p14:tracePt t="69578" x="5929313" y="5381625"/>
          <p14:tracePt t="69587" x="5949950" y="5389563"/>
          <p14:tracePt t="69594" x="5961063" y="5389563"/>
          <p14:tracePt t="69602" x="5973763" y="5394325"/>
          <p14:tracePt t="69611" x="5991225" y="5402263"/>
          <p14:tracePt t="69618" x="6002338" y="5407025"/>
          <p14:tracePt t="69626" x="6015038" y="5407025"/>
          <p14:tracePt t="69633" x="6027738" y="5407025"/>
          <p14:tracePt t="69642" x="6035675" y="5414963"/>
          <p14:tracePt t="69650" x="6048375" y="5414963"/>
          <p14:tracePt t="69658" x="6061075" y="5419725"/>
          <p14:tracePt t="69666" x="6064250" y="5427663"/>
          <p14:tracePt t="69674" x="6073775" y="5430838"/>
          <p14:tracePt t="69682" x="6084888" y="5430838"/>
          <p14:tracePt t="69690" x="6089650" y="5440363"/>
          <p14:tracePt t="69698" x="6097588" y="5440363"/>
          <p14:tracePt t="69706" x="6102350" y="5443538"/>
          <p14:tracePt t="69713" x="6110288" y="5443538"/>
          <p14:tracePt t="69730" x="6115050" y="5443538"/>
          <p14:tracePt t="69736" x="6122988" y="5443538"/>
          <p14:tracePt t="69751" x="6122988" y="5451475"/>
          <p14:tracePt t="69760" x="6126163" y="5451475"/>
          <p14:tracePt t="69768" x="6135688" y="5451475"/>
          <p14:tracePt t="69783" x="6138863" y="5456238"/>
          <p14:tracePt t="69792" x="6146800" y="5456238"/>
          <p14:tracePt t="69809" x="6151563" y="5456238"/>
          <p14:tracePt t="69817" x="6164263" y="5464175"/>
          <p14:tracePt t="69833" x="6172200" y="5464175"/>
          <p14:tracePt t="69840" x="6176963" y="5468938"/>
          <p14:tracePt t="69848" x="6184900" y="5468938"/>
          <p14:tracePt t="69856" x="6188075" y="5468938"/>
          <p14:tracePt t="69864" x="6188075" y="5476875"/>
          <p14:tracePt t="69874" x="6197600" y="5476875"/>
          <p14:tracePt t="69880" x="6200775" y="5476875"/>
          <p14:tracePt t="69901" x="6221413" y="5481638"/>
          <p14:tracePt t="69917" x="6246813" y="5492750"/>
          <p14:tracePt t="69920" x="6249988" y="5492750"/>
          <p14:tracePt t="69928" x="6262688" y="5502275"/>
          <p14:tracePt t="69938" x="6275388" y="5505450"/>
          <p14:tracePt t="69944" x="6283325" y="5513388"/>
          <p14:tracePt t="69952" x="6300788" y="5518150"/>
          <p14:tracePt t="69960" x="6311900" y="5518150"/>
          <p14:tracePt t="69969" x="6324600" y="5526088"/>
          <p14:tracePt t="69976" x="6337300" y="5526088"/>
          <p14:tracePt t="69984" x="6357938" y="5526088"/>
          <p14:tracePt t="69994" x="6370638" y="5538788"/>
          <p14:tracePt t="70002" x="6383338" y="5538788"/>
          <p14:tracePt t="70008" x="6394450" y="5543550"/>
          <p14:tracePt t="70016" x="6407150" y="5551488"/>
          <p14:tracePt t="70024" x="6419850" y="5551488"/>
          <p14:tracePt t="70032" x="6432550" y="5551488"/>
          <p14:tracePt t="70041" x="6445250" y="5554663"/>
          <p14:tracePt t="70048" x="6448425" y="5564188"/>
          <p14:tracePt t="70056" x="6456363" y="5564188"/>
          <p14:tracePt t="70072" x="6461125" y="5564188"/>
          <p14:tracePt t="70471" x="6461125" y="5567363"/>
          <p14:tracePt t="70949" x="6469063" y="5567363"/>
          <p14:tracePt t="70964" x="6473825" y="5567363"/>
          <p14:tracePt t="70972" x="6481763" y="5567363"/>
          <p14:tracePt t="70981" x="6486525" y="5567363"/>
          <p14:tracePt t="70988" x="6494463" y="5576888"/>
          <p14:tracePt t="70996" x="6507163" y="5576888"/>
          <p14:tracePt t="71004" x="6518275" y="5580063"/>
          <p14:tracePt t="71012" x="6530975" y="5588000"/>
          <p14:tracePt t="71020" x="6535738" y="5588000"/>
          <p14:tracePt t="71028" x="6548438" y="5588000"/>
          <p14:tracePt t="71036" x="6559550" y="5592763"/>
          <p14:tracePt t="71044" x="6572250" y="5600700"/>
          <p14:tracePt t="71051" x="6584950" y="5600700"/>
          <p14:tracePt t="71060" x="6592888" y="5600700"/>
          <p14:tracePt t="71068" x="6597650" y="5600700"/>
          <p14:tracePt t="71076" x="6605588" y="5600700"/>
          <p14:tracePt t="71084" x="6610350" y="5600700"/>
          <p14:tracePt t="71092" x="6618288" y="5605463"/>
          <p14:tracePt t="71100" x="6621463" y="5605463"/>
          <p14:tracePt t="71116" x="6630988" y="5605463"/>
          <p14:tracePt t="71132" x="6634163" y="5605463"/>
          <p14:tracePt t="78433" x="6634163" y="5597525"/>
          <p14:tracePt t="78441" x="6634163" y="5576888"/>
          <p14:tracePt t="78450" x="6634163" y="5546725"/>
          <p14:tracePt t="78457" x="6634163" y="5502275"/>
          <p14:tracePt t="78464" x="6646863" y="5435600"/>
          <p14:tracePt t="78472" x="6659563" y="5365750"/>
          <p14:tracePt t="78480" x="6683375" y="5275263"/>
          <p14:tracePt t="78488" x="6704013" y="5187950"/>
          <p14:tracePt t="78496" x="6734175" y="5080000"/>
          <p14:tracePt t="78504" x="6765925" y="4968875"/>
          <p14:tracePt t="78514" x="6804025" y="4845050"/>
          <p14:tracePt t="78522" x="6832600" y="4721225"/>
          <p14:tracePt t="78528" x="6865938" y="4605338"/>
          <p14:tracePt t="78536" x="6902450" y="4473575"/>
          <p14:tracePt t="78544" x="6919913" y="4362450"/>
          <p14:tracePt t="78552" x="6943725" y="4249738"/>
          <p14:tracePt t="78560" x="6969125" y="4151313"/>
          <p14:tracePt t="78568" x="6989763" y="4064000"/>
          <p14:tracePt t="78576" x="7002463" y="3973513"/>
          <p14:tracePt t="78584" x="7015163" y="3890963"/>
          <p14:tracePt t="78591" x="7026275" y="3816350"/>
          <p14:tracePt t="78600" x="7026275" y="3762375"/>
          <p14:tracePt t="78608" x="7031038" y="3692525"/>
          <p14:tracePt t="78616" x="7031038" y="3651250"/>
          <p14:tracePt t="78624" x="7031038" y="3614738"/>
          <p14:tracePt t="78632" x="7031038" y="3581400"/>
          <p14:tracePt t="78640" x="7031038" y="3543300"/>
          <p14:tracePt t="78648" x="7031038" y="3527425"/>
          <p14:tracePt t="78656" x="7031038" y="3506788"/>
          <p14:tracePt t="78663" x="7031038" y="3494088"/>
          <p14:tracePt t="78672" x="7031038" y="3481388"/>
          <p14:tracePt t="78680" x="7031038" y="3470275"/>
          <p14:tracePt t="78688" x="7031038" y="3465513"/>
          <p14:tracePt t="78696" x="7026275" y="3452813"/>
          <p14:tracePt t="78704" x="7023100" y="3444875"/>
          <p14:tracePt t="78711" x="7015163" y="3440113"/>
          <p14:tracePt t="78720" x="7002463" y="3432175"/>
          <p14:tracePt t="78728" x="6989763" y="3419475"/>
          <p14:tracePt t="78736" x="6973888" y="3416300"/>
          <p14:tracePt t="78744" x="6953250" y="3403600"/>
          <p14:tracePt t="78752" x="6927850" y="3390900"/>
          <p14:tracePt t="78760" x="6891338" y="3378200"/>
          <p14:tracePt t="78768" x="6853238" y="3367088"/>
          <p14:tracePt t="78776" x="6811963" y="3357563"/>
          <p14:tracePt t="78784" x="6762750" y="3341688"/>
          <p14:tracePt t="78791" x="6716713" y="3321050"/>
          <p14:tracePt t="78800" x="6667500" y="3316288"/>
          <p14:tracePt t="78808" x="6600825" y="3303588"/>
          <p14:tracePt t="78816" x="6538913" y="3292475"/>
          <p14:tracePt t="78824" x="6481763" y="3282950"/>
          <p14:tracePt t="78832" x="6427788" y="3271838"/>
          <p14:tracePt t="78840" x="6365875" y="3259138"/>
          <p14:tracePt t="78848" x="6308725" y="3254375"/>
          <p14:tracePt t="78855" x="6259513" y="3246438"/>
          <p14:tracePt t="78864" x="6218238" y="3241675"/>
          <p14:tracePt t="78872" x="6172200" y="3241675"/>
          <p14:tracePt t="78891" x="6094413" y="3230563"/>
          <p14:tracePt t="78906" x="6032500" y="3230563"/>
          <p14:tracePt t="78910" x="6011863" y="3221038"/>
          <p14:tracePt t="78917" x="5986463" y="3221038"/>
          <p14:tracePt t="78925" x="5970588" y="3221038"/>
          <p14:tracePt t="78934" x="5957888" y="3221038"/>
          <p14:tracePt t="78942" x="5945188" y="3221038"/>
          <p14:tracePt t="78950" x="5932488" y="3221038"/>
          <p14:tracePt t="78958" x="5919788" y="3221038"/>
          <p14:tracePt t="78966" x="5911850" y="3221038"/>
          <p14:tracePt t="78974" x="5899150" y="3225800"/>
          <p14:tracePt t="78982" x="5895975" y="3233738"/>
          <p14:tracePt t="78990" x="5875338" y="3246438"/>
          <p14:tracePt t="78998" x="5862638" y="3259138"/>
          <p14:tracePt t="79006" x="5849938" y="3271838"/>
          <p14:tracePt t="79014" x="5834063" y="3282950"/>
          <p14:tracePt t="79023" x="5826125" y="3295650"/>
          <p14:tracePt t="79030" x="5813425" y="3300413"/>
          <p14:tracePt t="79038" x="5808663" y="3313113"/>
          <p14:tracePt t="79046" x="5800725" y="3324225"/>
          <p14:tracePt t="79054" x="5795963" y="3336925"/>
          <p14:tracePt t="79061" x="5784850" y="3349625"/>
          <p14:tracePt t="79070" x="5784850" y="3362325"/>
          <p14:tracePt t="79078" x="5775325" y="3382963"/>
          <p14:tracePt t="79086" x="5772150" y="3395663"/>
          <p14:tracePt t="79094" x="5764213" y="3411538"/>
          <p14:tracePt t="79102" x="5764213" y="3432175"/>
          <p14:tracePt t="79111" x="5764213" y="3436938"/>
          <p14:tracePt t="79118" x="5764213" y="3457575"/>
          <p14:tracePt t="79128" x="5764213" y="3470275"/>
          <p14:tracePt t="79134" x="5764213" y="3494088"/>
          <p14:tracePt t="79142" x="5764213" y="3506788"/>
          <p14:tracePt t="79150" x="5764213" y="3522663"/>
          <p14:tracePt t="79158" x="5767388" y="3535363"/>
          <p14:tracePt t="79166" x="5775325" y="3548063"/>
          <p14:tracePt t="79174" x="5780088" y="3568700"/>
          <p14:tracePt t="79182" x="5788025" y="3573463"/>
          <p14:tracePt t="79189" x="5792788" y="3581400"/>
          <p14:tracePt t="79198" x="5800725" y="3594100"/>
          <p14:tracePt t="79206" x="5805488" y="3597275"/>
          <p14:tracePt t="79213" x="5816600" y="3605213"/>
          <p14:tracePt t="79222" x="5837238" y="3617913"/>
          <p14:tracePt t="79230" x="5842000" y="3622675"/>
          <p14:tracePt t="79238" x="5854700" y="3622675"/>
          <p14:tracePt t="79246" x="5867400" y="3630613"/>
          <p14:tracePt t="79255" x="5888038" y="3635375"/>
          <p14:tracePt t="79263" x="5899150" y="3643313"/>
          <p14:tracePt t="79270" x="5911850" y="3643313"/>
          <p14:tracePt t="79278" x="5924550" y="3646488"/>
          <p14:tracePt t="79286" x="5940425" y="3646488"/>
          <p14:tracePt t="79294" x="5961063" y="3646488"/>
          <p14:tracePt t="79302" x="5978525" y="3656013"/>
          <p14:tracePt t="79309" x="6002338" y="3656013"/>
          <p14:tracePt t="79318" x="6027738" y="3656013"/>
          <p14:tracePt t="79326" x="6048375" y="3656013"/>
          <p14:tracePt t="79334" x="6073775" y="3656013"/>
          <p14:tracePt t="79342" x="6097588" y="3656013"/>
          <p14:tracePt t="79350" x="6115050" y="3656013"/>
          <p14:tracePt t="79358" x="6146800" y="3656013"/>
          <p14:tracePt t="79366" x="6172200" y="3656013"/>
          <p14:tracePt t="79374" x="6197600" y="3643313"/>
          <p14:tracePt t="79380" x="6226175" y="3638550"/>
          <p14:tracePt t="79389" x="6249988" y="3625850"/>
          <p14:tracePt t="79396" x="6275388" y="3614738"/>
          <p14:tracePt t="79404" x="6300788" y="3602038"/>
          <p14:tracePt t="79412" x="6324600" y="3581400"/>
          <p14:tracePt t="79420" x="6350000" y="3563938"/>
          <p14:tracePt t="79428" x="6370638" y="3556000"/>
          <p14:tracePt t="79436" x="6383338" y="3532188"/>
          <p14:tracePt t="79444" x="6394450" y="3519488"/>
          <p14:tracePt t="79452" x="6407150" y="3494088"/>
          <p14:tracePt t="79460" x="6419850" y="3470275"/>
          <p14:tracePt t="79468" x="6424613" y="3452813"/>
          <p14:tracePt t="79476" x="6435725" y="3429000"/>
          <p14:tracePt t="79484" x="6445250" y="3408363"/>
          <p14:tracePt t="79492" x="6448425" y="3390900"/>
          <p14:tracePt t="79500" x="6448425" y="3370263"/>
          <p14:tracePt t="79508" x="6456363" y="3354388"/>
          <p14:tracePt t="79516" x="6456363" y="3333750"/>
          <p14:tracePt t="79524" x="6456363" y="3328988"/>
          <p14:tracePt t="79532" x="6456363" y="3316288"/>
          <p14:tracePt t="79540" x="6456363" y="3308350"/>
          <p14:tracePt t="79548" x="6456363" y="3303588"/>
          <p14:tracePt t="79556" x="6453188" y="3295650"/>
          <p14:tracePt t="79564" x="6445250" y="3295650"/>
          <p14:tracePt t="79572" x="6432550" y="3295650"/>
          <p14:tracePt t="79579" x="6419850" y="3292475"/>
          <p14:tracePt t="79588" x="6407150" y="3282950"/>
          <p14:tracePt t="79596" x="6391275" y="3282950"/>
          <p14:tracePt t="79604" x="6365875" y="3282950"/>
          <p14:tracePt t="79612" x="6329363" y="3282950"/>
          <p14:tracePt t="79620" x="6296025" y="3282950"/>
          <p14:tracePt t="79628" x="6270625" y="3282950"/>
          <p14:tracePt t="79636" x="6242050" y="3282950"/>
          <p14:tracePt t="79644" x="6205538" y="3287713"/>
          <p14:tracePt t="79652" x="6172200" y="3295650"/>
          <p14:tracePt t="79659" x="6135688" y="3300413"/>
          <p14:tracePt t="79668" x="6110288" y="3308350"/>
          <p14:tracePt t="79676" x="6073775" y="3321050"/>
          <p14:tracePt t="79684" x="6061075" y="3324225"/>
          <p14:tracePt t="79692" x="6043613" y="3336925"/>
          <p14:tracePt t="79700" x="6032500" y="3336925"/>
          <p14:tracePt t="79707" x="6022975" y="3346450"/>
          <p14:tracePt t="79716" x="6019800" y="3349625"/>
          <p14:tracePt t="79725" x="6011863" y="3349625"/>
          <p14:tracePt t="79732" x="6011863" y="3357563"/>
          <p14:tracePt t="79740" x="6007100" y="3357563"/>
          <p14:tracePt t="79748" x="6007100" y="3362325"/>
          <p14:tracePt t="79764" x="5999163" y="3362325"/>
          <p14:tracePt t="79969" x="5999163" y="3370263"/>
          <p14:tracePt t="79978" x="5999163" y="3375025"/>
          <p14:tracePt t="79986" x="5994400" y="3387725"/>
          <p14:tracePt t="79993" x="5994400" y="3408363"/>
          <p14:tracePt t="80002" x="5986463" y="3424238"/>
          <p14:tracePt t="80010" x="5981700" y="3444875"/>
          <p14:tracePt t="80018" x="5973763" y="3473450"/>
          <p14:tracePt t="80026" x="5970588" y="3498850"/>
          <p14:tracePt t="80034" x="5961063" y="3532188"/>
          <p14:tracePt t="80042" x="5957888" y="3560763"/>
          <p14:tracePt t="80049" x="5949950" y="3594100"/>
          <p14:tracePt t="80058" x="5945188" y="3630613"/>
          <p14:tracePt t="80066" x="5945188" y="3671888"/>
          <p14:tracePt t="80074" x="5937250" y="3708400"/>
          <p14:tracePt t="80082" x="5937250" y="3754438"/>
          <p14:tracePt t="80090" x="5937250" y="3779838"/>
          <p14:tracePt t="80098" x="5937250" y="3803650"/>
          <p14:tracePt t="80106" x="5937250" y="3829050"/>
          <p14:tracePt t="80113" x="5940425" y="3844925"/>
          <p14:tracePt t="80122" x="5949950" y="3857625"/>
          <p14:tracePt t="80130" x="5953125" y="3870325"/>
          <p14:tracePt t="80139" x="5961063" y="3878263"/>
          <p14:tracePt t="80146" x="5965825" y="3883025"/>
          <p14:tracePt t="80154" x="5973763" y="3883025"/>
          <p14:tracePt t="80162" x="5978525" y="3890963"/>
          <p14:tracePt t="80170" x="5986463" y="3895725"/>
          <p14:tracePt t="80187" x="5986463" y="3903663"/>
          <p14:tracePt t="80193" x="5991225" y="3903663"/>
          <p14:tracePt t="80202" x="5991225" y="3906838"/>
          <p14:tracePt t="80216" x="5999163" y="3916363"/>
          <p14:tracePt t="80225" x="5999163" y="3919538"/>
          <p14:tracePt t="80234" x="6002338" y="3927475"/>
          <p14:tracePt t="80242" x="6002338" y="3932238"/>
          <p14:tracePt t="80250" x="6002338" y="3944938"/>
          <p14:tracePt t="80257" x="6002338" y="3957638"/>
          <p14:tracePt t="80265" x="6002338" y="3965575"/>
          <p14:tracePt t="80274" x="6002338" y="3989388"/>
          <p14:tracePt t="80280" x="5986463" y="4014788"/>
          <p14:tracePt t="80290" x="5970588" y="4043363"/>
          <p14:tracePt t="80296" x="5945188" y="4089400"/>
          <p14:tracePt t="80305" x="5919788" y="4125913"/>
          <p14:tracePt t="80312" x="5883275" y="4164013"/>
          <p14:tracePt t="80320" x="5849938" y="4205288"/>
          <p14:tracePt t="80327" x="5821363" y="4238625"/>
          <p14:tracePt t="80336" x="5788025" y="4275138"/>
          <p14:tracePt t="80343" x="5764213" y="4303713"/>
          <p14:tracePt t="80352" x="5734050" y="4352925"/>
          <p14:tracePt t="80360" x="5713413" y="4386263"/>
          <p14:tracePt t="80368" x="5702300" y="4403725"/>
          <p14:tracePt t="80376" x="5689600" y="4427538"/>
          <p14:tracePt t="80384" x="5676900" y="4448175"/>
          <p14:tracePt t="80392" x="5672138" y="4452938"/>
          <p14:tracePt t="80402" x="5664200" y="4473575"/>
          <p14:tracePt t="80408" x="5661025" y="4486275"/>
          <p14:tracePt t="80416" x="5651500" y="4489450"/>
          <p14:tracePt t="80424" x="5651500" y="4502150"/>
          <p14:tracePt t="80440" x="5651500" y="4514850"/>
          <p14:tracePt t="80448" x="5648325" y="4522788"/>
          <p14:tracePt t="80456" x="5648325" y="4527550"/>
          <p14:tracePt t="80466" x="5648325" y="4535488"/>
          <p14:tracePt t="80473" x="5648325" y="4538663"/>
          <p14:tracePt t="80600" x="5651500" y="4538663"/>
          <p14:tracePt t="80608" x="5656263" y="4538663"/>
          <p14:tracePt t="80616" x="5664200" y="4538663"/>
          <p14:tracePt t="80632" x="5668963" y="4548188"/>
          <p14:tracePt t="80640" x="5676900" y="4548188"/>
          <p14:tracePt t="80656" x="5681663" y="4548188"/>
          <p14:tracePt t="80663" x="5681663" y="4551363"/>
          <p14:tracePt t="80673" x="5692775" y="4551363"/>
          <p14:tracePt t="80688" x="5702300" y="4559300"/>
          <p14:tracePt t="80696" x="5705475" y="4559300"/>
          <p14:tracePt t="80705" x="5713413" y="4564063"/>
          <p14:tracePt t="80712" x="5718175" y="4564063"/>
          <p14:tracePt t="80721" x="5726113" y="4572000"/>
          <p14:tracePt t="80726" x="5738813" y="4572000"/>
          <p14:tracePt t="80736" x="5751513" y="4572000"/>
          <p14:tracePt t="80744" x="5764213" y="4576763"/>
          <p14:tracePt t="80752" x="5775325" y="4576763"/>
          <p14:tracePt t="80760" x="5788025" y="4576763"/>
          <p14:tracePt t="80766" x="5813425" y="4584700"/>
          <p14:tracePt t="80774" x="5826125" y="4589463"/>
          <p14:tracePt t="80784" x="5842000" y="4589463"/>
          <p14:tracePt t="80790" x="5854700" y="4589463"/>
          <p14:tracePt t="80798" x="5867400" y="4589463"/>
          <p14:tracePt t="80807" x="5875338" y="4589463"/>
          <p14:tracePt t="80814" x="5878513" y="4589463"/>
          <p14:tracePt t="81086" x="5878513" y="4597400"/>
          <p14:tracePt t="81102" x="5878513" y="4600575"/>
          <p14:tracePt t="81110" x="5878513" y="4610100"/>
          <p14:tracePt t="81118" x="5875338" y="4613275"/>
          <p14:tracePt t="81125" x="5875338" y="4621213"/>
          <p14:tracePt t="81134" x="5870575" y="4625975"/>
          <p14:tracePt t="81142" x="5862638" y="4638675"/>
          <p14:tracePt t="81150" x="5862638" y="4646613"/>
          <p14:tracePt t="81159" x="5857875" y="4659313"/>
          <p14:tracePt t="81166" x="5849938" y="4672013"/>
          <p14:tracePt t="81174" x="5846763" y="4687888"/>
          <p14:tracePt t="81182" x="5837238" y="4708525"/>
          <p14:tracePt t="81191" x="5826125" y="4725988"/>
          <p14:tracePt t="81198" x="5813425" y="4749800"/>
          <p14:tracePt t="81206" x="5800725" y="4775200"/>
          <p14:tracePt t="81214" x="5784850" y="4819650"/>
          <p14:tracePt t="81222" x="5764213" y="4857750"/>
          <p14:tracePt t="81230" x="5738813" y="4899025"/>
          <p14:tracePt t="81236" x="5702300" y="4968875"/>
          <p14:tracePt t="81245" x="5676900" y="5022850"/>
          <p14:tracePt t="81252" x="5640388" y="5067300"/>
          <p14:tracePt t="81260" x="5597525" y="5130800"/>
          <p14:tracePt t="81268" x="5553075" y="5183188"/>
          <p14:tracePt t="81276" x="5503863" y="5241925"/>
          <p14:tracePt t="81284" x="5462588" y="5295900"/>
          <p14:tracePt t="81292" x="5424488" y="5345113"/>
          <p14:tracePt t="81302" x="5387975" y="5381625"/>
          <p14:tracePt t="81308" x="5341938" y="5419725"/>
          <p14:tracePt t="81316" x="5313363" y="5443538"/>
          <p14:tracePt t="81324" x="5300663" y="5456238"/>
          <p14:tracePt t="81332" x="5280025" y="5468938"/>
          <p14:tracePt t="81340" x="5276850" y="5476875"/>
          <p14:tracePt t="81348" x="5267325" y="5476875"/>
          <p14:tracePt t="81364" x="5267325" y="5481638"/>
          <p14:tracePt t="81444" x="5264150" y="5481638"/>
          <p14:tracePt t="81452" x="5264150" y="5476875"/>
          <p14:tracePt t="81460" x="5256213" y="5464175"/>
          <p14:tracePt t="81468" x="5251450" y="5451475"/>
          <p14:tracePt t="81476" x="5251450" y="5427663"/>
          <p14:tracePt t="81484" x="5238750" y="5422900"/>
          <p14:tracePt t="81495" x="5238750" y="5402263"/>
          <p14:tracePt t="81500" x="5226050" y="5386388"/>
          <p14:tracePt t="81509" x="5218113" y="5365750"/>
          <p14:tracePt t="81516" x="5205413" y="5348288"/>
          <p14:tracePt t="81524" x="5202238" y="5327650"/>
          <p14:tracePt t="81532" x="5194300" y="5316538"/>
          <p14:tracePt t="81540" x="5181600" y="5299075"/>
          <p14:tracePt t="81548" x="5168900" y="5286375"/>
          <p14:tracePt t="81556" x="5164138" y="5275263"/>
          <p14:tracePt t="81564" x="5156200" y="5262563"/>
          <p14:tracePt t="81573" x="5153025" y="5254625"/>
          <p14:tracePt t="81580" x="5143500" y="5249863"/>
          <p14:tracePt t="81589" x="5140325" y="5237163"/>
          <p14:tracePt t="81596" x="5140325" y="5229225"/>
          <p14:tracePt t="81604" x="5127625" y="5224463"/>
          <p14:tracePt t="81611" x="5127625" y="5216525"/>
          <p14:tracePt t="81620" x="5127625" y="5213350"/>
          <p14:tracePt t="81628" x="5119688" y="5213350"/>
          <p14:tracePt t="81660" x="5119688" y="5203825"/>
          <p14:tracePt t="81730" x="5114925" y="5203825"/>
          <p14:tracePt t="81738" x="5114925" y="5200650"/>
          <p14:tracePt t="81770" x="5114925" y="5192713"/>
          <p14:tracePt t="81778" x="5106988" y="5192713"/>
          <p14:tracePt t="81818" x="5106988" y="5187950"/>
          <p14:tracePt t="81898" x="5102225" y="5180013"/>
          <p14:tracePt t="81914" x="5094288" y="5175250"/>
          <p14:tracePt t="81922" x="5091113" y="5167313"/>
          <p14:tracePt t="81930" x="5091113" y="5162550"/>
          <p14:tracePt t="81938" x="5081588" y="5154613"/>
          <p14:tracePt t="81948" x="5078413" y="5151438"/>
          <p14:tracePt t="81954" x="5070475" y="5141913"/>
          <p14:tracePt t="81964" x="5065713" y="5138738"/>
          <p14:tracePt t="81970" x="5057775" y="5138738"/>
          <p14:tracePt t="82136" x="5053013" y="5138738"/>
          <p14:tracePt t="82146" x="5032375" y="5146675"/>
          <p14:tracePt t="82154" x="5008563" y="5183188"/>
          <p14:tracePt t="82160" x="4978400" y="5229225"/>
          <p14:tracePt t="82168" x="4946650" y="5257800"/>
          <p14:tracePt t="82176" x="4916488" y="5291138"/>
          <p14:tracePt t="82186" x="4879975" y="5327650"/>
          <p14:tracePt t="82192" x="4833938" y="5365750"/>
          <p14:tracePt t="82200" x="4805363" y="5389563"/>
          <p14:tracePt t="82208" x="4772025" y="5414963"/>
          <p14:tracePt t="82216" x="4756150" y="5430838"/>
          <p14:tracePt t="82225" x="4730750" y="5451475"/>
          <p14:tracePt t="82232" x="4719638" y="5456238"/>
          <p14:tracePt t="82240" x="4710113" y="5464175"/>
          <p14:tracePt t="82248" x="4706938" y="5468938"/>
          <p14:tracePt t="84633" x="4735513" y="5451475"/>
          <p14:tracePt t="84640" x="4764088" y="5435600"/>
          <p14:tracePt t="84647" x="4813300" y="5402263"/>
          <p14:tracePt t="84656" x="4884738" y="5378450"/>
          <p14:tracePt t="84664" x="4957763" y="5353050"/>
          <p14:tracePt t="84672" x="5045075" y="5327650"/>
          <p14:tracePt t="84681" x="5135563" y="5311775"/>
          <p14:tracePt t="84688" x="5246688" y="5286375"/>
          <p14:tracePt t="84696" x="5354638" y="5262563"/>
          <p14:tracePt t="84704" x="5470525" y="5241925"/>
          <p14:tracePt t="84713" x="5576888" y="5229225"/>
          <p14:tracePt t="84720" x="5689600" y="5216525"/>
          <p14:tracePt t="84729" x="5788025" y="5203825"/>
          <p14:tracePt t="84736" x="5891213" y="5203825"/>
          <p14:tracePt t="84745" x="5978525" y="5200650"/>
          <p14:tracePt t="84752" x="6061075" y="5200650"/>
          <p14:tracePt t="84761" x="6135688" y="5200650"/>
          <p14:tracePt t="84766" x="6208713" y="5200650"/>
          <p14:tracePt t="84776" x="6246813" y="5200650"/>
          <p14:tracePt t="84784" x="6270625" y="5200650"/>
          <p14:tracePt t="84792" x="6288088" y="5200650"/>
          <p14:tracePt t="84800" x="6296025" y="5200650"/>
          <p14:tracePt t="93528" x="6259513" y="5092700"/>
          <p14:tracePt t="93536" x="6197600" y="4943475"/>
          <p14:tracePt t="93546" x="6110288" y="4770438"/>
          <p14:tracePt t="93554" x="5999163" y="4610100"/>
          <p14:tracePt t="93560" x="5883275" y="4445000"/>
          <p14:tracePt t="93568" x="5772150" y="4283075"/>
          <p14:tracePt t="93579" x="5651500" y="4122738"/>
          <p14:tracePt t="93586" x="5527675" y="3960813"/>
          <p14:tracePt t="93594" x="5411788" y="3792538"/>
          <p14:tracePt t="93602" x="5276850" y="3605213"/>
          <p14:tracePt t="93609" x="5153025" y="3432175"/>
          <p14:tracePt t="93616" x="5032375" y="3282950"/>
          <p14:tracePt t="93623" x="4905375" y="3130550"/>
          <p14:tracePt t="93638" x="4768850" y="2982913"/>
          <p14:tracePt t="93648" x="4389438" y="2609850"/>
          <p14:tracePt t="93656" x="4248150" y="2498725"/>
          <p14:tracePt t="93666" x="4098925" y="2379663"/>
          <p14:tracePt t="93673" x="3930650" y="2287588"/>
          <p14:tracePt t="93679" x="3778250" y="2205038"/>
          <p14:tracePt t="93688" x="3608388" y="2155825"/>
          <p14:tracePt t="93696" x="3443288" y="2106613"/>
          <p14:tracePt t="93704" x="3294063" y="2081213"/>
          <p14:tracePt t="93712" x="3146425" y="2065338"/>
          <p14:tracePt t="93720" x="2997200" y="2052638"/>
          <p14:tracePt t="93728" x="2860675" y="2032000"/>
          <p14:tracePt t="93736" x="2741613" y="2016125"/>
          <p14:tracePt t="93745" x="2625725" y="2003425"/>
          <p14:tracePt t="93754" x="2517775" y="1990725"/>
          <p14:tracePt t="93759" x="2406650" y="1982788"/>
          <p14:tracePt t="93768" x="2316163" y="1978025"/>
          <p14:tracePt t="93777" x="2233613" y="1978025"/>
          <p14:tracePt t="93784" x="2155825" y="1978025"/>
          <p14:tracePt t="93792" x="2081213" y="1978025"/>
          <p14:tracePt t="93800" x="1985963" y="1978025"/>
          <p14:tracePt t="93808" x="1895475" y="1970088"/>
          <p14:tracePt t="93816" x="1774825" y="1957388"/>
          <p14:tracePt t="93825" x="1638300" y="1944688"/>
          <p14:tracePt t="93832" x="1477963" y="1916113"/>
          <p14:tracePt t="93839" x="1317625" y="1871663"/>
          <p14:tracePt t="93850" x="1131888" y="1817688"/>
          <p14:tracePt t="93858" x="941388" y="1768475"/>
          <p14:tracePt t="93864" x="755650" y="1717675"/>
          <p14:tracePt t="93872" x="585788" y="1685925"/>
          <p14:tracePt t="93880" x="438150" y="1647825"/>
          <p14:tracePt t="93890" x="288925" y="1598613"/>
          <p14:tracePt t="93896" x="139700" y="1519238"/>
        </p14:tracePtLst>
      </p14:laserTraceLst>
    </p:ext>
  </p:extLs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457" y="684287"/>
            <a:ext cx="9618203" cy="710722"/>
          </a:xfrm>
          <a:solidFill>
            <a:schemeClr val="tx2">
              <a:lumMod val="75000"/>
              <a:lumOff val="25000"/>
            </a:schemeClr>
          </a:solidFill>
        </p:spPr>
        <p:txBody>
          <a:bodyPr/>
          <a:lstStyle/>
          <a:p>
            <a:pPr>
              <a:defRPr/>
            </a:pPr>
            <a:r>
              <a:rPr lang="nb-NO" b="1" dirty="0">
                <a:solidFill>
                  <a:schemeClr val="bg1"/>
                </a:solidFill>
              </a:rPr>
              <a:t>Hva er forklaringen på rikdommens paradoks?</a:t>
            </a:r>
          </a:p>
        </p:txBody>
      </p:sp>
      <p:sp>
        <p:nvSpPr>
          <p:cNvPr id="24579" name="Content Placeholder 2"/>
          <p:cNvSpPr>
            <a:spLocks noGrp="1"/>
          </p:cNvSpPr>
          <p:nvPr>
            <p:ph idx="1"/>
          </p:nvPr>
        </p:nvSpPr>
        <p:spPr>
          <a:xfrm>
            <a:off x="391423" y="1980431"/>
            <a:ext cx="9540007" cy="4797806"/>
          </a:xfrm>
        </p:spPr>
        <p:txBody>
          <a:bodyPr>
            <a:normAutofit/>
          </a:bodyPr>
          <a:lstStyle/>
          <a:p>
            <a:r>
              <a:rPr lang="nb-NO" altLang="nb-NO" sz="2400" dirty="0"/>
              <a:t>Mehlum et al (2006 </a:t>
            </a:r>
            <a:r>
              <a:rPr lang="nb-NO" altLang="nb-NO" sz="2400" dirty="0" err="1"/>
              <a:t>a,b</a:t>
            </a:r>
            <a:r>
              <a:rPr lang="nb-NO" altLang="nb-NO" sz="2400" dirty="0"/>
              <a:t>) og </a:t>
            </a:r>
            <a:r>
              <a:rPr lang="nb-NO" altLang="nb-NO" sz="2400" dirty="0" err="1"/>
              <a:t>Boschini</a:t>
            </a:r>
            <a:r>
              <a:rPr lang="nb-NO" altLang="nb-NO" sz="2400" dirty="0"/>
              <a:t> et al (2007) kontrollerer for en rekke faktorer som kan forklare fattigdommens paradoks:</a:t>
            </a:r>
          </a:p>
          <a:p>
            <a:endParaRPr lang="en-US" altLang="nb-NO" sz="2400" dirty="0"/>
          </a:p>
          <a:p>
            <a:pPr>
              <a:buFontTx/>
              <a:buNone/>
            </a:pPr>
            <a:r>
              <a:rPr lang="en-US" altLang="nb-NO" sz="2400" dirty="0"/>
              <a:t>“</a:t>
            </a:r>
            <a:r>
              <a:rPr lang="en-US" altLang="nb-NO" sz="2400" i="1" dirty="0"/>
              <a:t>Resource abundant countries become growth winners or losers depending on </a:t>
            </a:r>
            <a:r>
              <a:rPr lang="en-US" altLang="nb-NO" sz="2400" i="1" u="sng" dirty="0"/>
              <a:t>the quality of their public institutions</a:t>
            </a:r>
            <a:r>
              <a:rPr lang="en-US" altLang="nb-NO" sz="2400" i="1" dirty="0"/>
              <a:t>”</a:t>
            </a:r>
          </a:p>
          <a:p>
            <a:endParaRPr lang="en-US" altLang="nb-NO" sz="2400" dirty="0"/>
          </a:p>
          <a:p>
            <a:r>
              <a:rPr lang="nb-NO" altLang="nb-NO" sz="2400" dirty="0"/>
              <a:t>Siden skatteparadis gir incitamenter til å svekke institusjonell kvalitet, fordi da er det lettere å stjele fra statskassen, er skatteparadisene en del av forklaringen bak rikdommens paradoks</a:t>
            </a:r>
          </a:p>
        </p:txBody>
      </p:sp>
      <p:sp>
        <p:nvSpPr>
          <p:cNvPr id="4" name="Footer Placeholder 3"/>
          <p:cNvSpPr>
            <a:spLocks noGrp="1"/>
          </p:cNvSpPr>
          <p:nvPr>
            <p:ph type="ftr" sz="quarter" idx="11"/>
          </p:nvPr>
        </p:nvSpPr>
        <p:spPr/>
        <p:txBody>
          <a:bodyPr/>
          <a:lstStyle/>
          <a:p>
            <a:pPr>
              <a:defRPr/>
            </a:pPr>
            <a:r>
              <a:rPr lang="nb-NO"/>
              <a:t>Side/Page</a:t>
            </a:r>
            <a:endParaRPr lang="nb-NO" dirty="0"/>
          </a:p>
        </p:txBody>
      </p:sp>
      <p:sp>
        <p:nvSpPr>
          <p:cNvPr id="24581"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2627">
                <a:solidFill>
                  <a:schemeClr val="tx1"/>
                </a:solidFill>
                <a:latin typeface="Calibri" panose="020F0502020204030204" pitchFamily="34" charset="0"/>
                <a:ea typeface="MS PGothic" panose="020B0600070205080204" pitchFamily="34" charset="-128"/>
              </a:defRPr>
            </a:lvl1pPr>
            <a:lvl2pPr marL="813233" indent="-312782" eaLnBrk="0" hangingPunct="0">
              <a:spcBef>
                <a:spcPct val="20000"/>
              </a:spcBef>
              <a:buChar char="–"/>
              <a:defRPr sz="2189">
                <a:solidFill>
                  <a:schemeClr val="tx1"/>
                </a:solidFill>
                <a:latin typeface="Calibri" panose="020F0502020204030204" pitchFamily="34" charset="0"/>
                <a:ea typeface="MS PGothic" panose="020B0600070205080204" pitchFamily="34" charset="-128"/>
              </a:defRPr>
            </a:lvl2pPr>
            <a:lvl3pPr marL="1251128" indent="-250226" eaLnBrk="0" hangingPunct="0">
              <a:spcBef>
                <a:spcPct val="20000"/>
              </a:spcBef>
              <a:buChar char="•"/>
              <a:defRPr sz="1751">
                <a:solidFill>
                  <a:schemeClr val="tx1"/>
                </a:solidFill>
                <a:latin typeface="Calibri" panose="020F0502020204030204" pitchFamily="34" charset="0"/>
                <a:ea typeface="MS PGothic" panose="020B0600070205080204" pitchFamily="34" charset="-128"/>
              </a:defRPr>
            </a:lvl3pPr>
            <a:lvl4pPr marL="1751579" indent="-250226" eaLnBrk="0" hangingPunct="0">
              <a:spcBef>
                <a:spcPct val="20000"/>
              </a:spcBef>
              <a:buChar char="–"/>
              <a:defRPr sz="1532">
                <a:solidFill>
                  <a:schemeClr val="tx1"/>
                </a:solidFill>
                <a:latin typeface="Calibri" panose="020F0502020204030204" pitchFamily="34" charset="0"/>
                <a:ea typeface="MS PGothic" panose="020B0600070205080204" pitchFamily="34" charset="-128"/>
              </a:defRPr>
            </a:lvl4pPr>
            <a:lvl5pPr marL="2252030" indent="-250226" eaLnBrk="0" hangingPunct="0">
              <a:spcBef>
                <a:spcPct val="20000"/>
              </a:spcBef>
              <a:buChar char="»"/>
              <a:defRPr sz="1532">
                <a:solidFill>
                  <a:schemeClr val="tx1"/>
                </a:solidFill>
                <a:latin typeface="Calibri" panose="020F0502020204030204" pitchFamily="34" charset="0"/>
                <a:ea typeface="MS PGothic" panose="020B0600070205080204" pitchFamily="34" charset="-128"/>
              </a:defRPr>
            </a:lvl5pPr>
            <a:lvl6pPr marL="2752481" indent="-250226" eaLnBrk="0" fontAlgn="base" hangingPunct="0">
              <a:spcBef>
                <a:spcPct val="20000"/>
              </a:spcBef>
              <a:spcAft>
                <a:spcPct val="0"/>
              </a:spcAft>
              <a:buChar char="»"/>
              <a:defRPr sz="1532">
                <a:solidFill>
                  <a:schemeClr val="tx1"/>
                </a:solidFill>
                <a:latin typeface="Calibri" panose="020F0502020204030204" pitchFamily="34" charset="0"/>
                <a:ea typeface="MS PGothic" panose="020B0600070205080204" pitchFamily="34" charset="-128"/>
              </a:defRPr>
            </a:lvl6pPr>
            <a:lvl7pPr marL="3252932" indent="-250226" eaLnBrk="0" fontAlgn="base" hangingPunct="0">
              <a:spcBef>
                <a:spcPct val="20000"/>
              </a:spcBef>
              <a:spcAft>
                <a:spcPct val="0"/>
              </a:spcAft>
              <a:buChar char="»"/>
              <a:defRPr sz="1532">
                <a:solidFill>
                  <a:schemeClr val="tx1"/>
                </a:solidFill>
                <a:latin typeface="Calibri" panose="020F0502020204030204" pitchFamily="34" charset="0"/>
                <a:ea typeface="MS PGothic" panose="020B0600070205080204" pitchFamily="34" charset="-128"/>
              </a:defRPr>
            </a:lvl7pPr>
            <a:lvl8pPr marL="3753383" indent="-250226" eaLnBrk="0" fontAlgn="base" hangingPunct="0">
              <a:spcBef>
                <a:spcPct val="20000"/>
              </a:spcBef>
              <a:spcAft>
                <a:spcPct val="0"/>
              </a:spcAft>
              <a:buChar char="»"/>
              <a:defRPr sz="1532">
                <a:solidFill>
                  <a:schemeClr val="tx1"/>
                </a:solidFill>
                <a:latin typeface="Calibri" panose="020F0502020204030204" pitchFamily="34" charset="0"/>
                <a:ea typeface="MS PGothic" panose="020B0600070205080204" pitchFamily="34" charset="-128"/>
              </a:defRPr>
            </a:lvl8pPr>
            <a:lvl9pPr marL="4253835" indent="-250226" eaLnBrk="0" fontAlgn="base" hangingPunct="0">
              <a:spcBef>
                <a:spcPct val="20000"/>
              </a:spcBef>
              <a:spcAft>
                <a:spcPct val="0"/>
              </a:spcAft>
              <a:buChar char="»"/>
              <a:defRPr sz="1532">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fld id="{2AC141E1-4F54-4560-AA3D-8813665542EE}" type="slidenum">
              <a:rPr lang="nb-NO" altLang="nb-NO" sz="985">
                <a:solidFill>
                  <a:srgbClr val="9E9FA3"/>
                </a:solidFill>
                <a:latin typeface="Verdana" panose="020B0604030504040204" pitchFamily="34" charset="0"/>
              </a:rPr>
              <a:pPr eaLnBrk="1" hangingPunct="1">
                <a:spcBef>
                  <a:spcPct val="0"/>
                </a:spcBef>
                <a:buFontTx/>
                <a:buNone/>
              </a:pPr>
              <a:t>49</a:t>
            </a:fld>
            <a:endParaRPr lang="nb-NO" altLang="nb-NO" sz="985">
              <a:solidFill>
                <a:srgbClr val="9E9FA3"/>
              </a:solidFill>
              <a:latin typeface="Verdana" panose="020B0604030504040204" pitchFamily="34" charset="0"/>
            </a:endParaRPr>
          </a:p>
        </p:txBody>
      </p:sp>
    </p:spTree>
    <p:custDataLst>
      <p:tags r:id="rId1"/>
    </p:custDataLst>
    <p:extLst>
      <p:ext uri="{BB962C8B-B14F-4D97-AF65-F5344CB8AC3E}">
        <p14:creationId xmlns:p14="http://schemas.microsoft.com/office/powerpoint/2010/main" val="1915449012"/>
      </p:ext>
    </p:extLst>
  </p:cSld>
  <p:clrMapOvr>
    <a:masterClrMapping/>
  </p:clrMapOvr>
  <mc:AlternateContent xmlns:mc="http://schemas.openxmlformats.org/markup-compatibility/2006" xmlns:p14="http://schemas.microsoft.com/office/powerpoint/2010/main">
    <mc:Choice Requires="p14">
      <p:transition spd="slow" p14:dur="2000" advTm="66254"/>
    </mc:Choice>
    <mc:Fallback xmlns="">
      <p:transition spd="slow" advTm="6625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4579">
                                            <p:txEl>
                                              <p:pRg st="0" end="0"/>
                                            </p:txEl>
                                          </p:spTgt>
                                        </p:tgtEl>
                                        <p:attrNameLst>
                                          <p:attrName>style.visibility</p:attrName>
                                        </p:attrNameLst>
                                      </p:cBhvr>
                                      <p:to>
                                        <p:strVal val="visible"/>
                                      </p:to>
                                    </p:set>
                                    <p:anim calcmode="lin" valueType="num">
                                      <p:cBhvr additive="base">
                                        <p:cTn id="7" dur="500" fill="hold"/>
                                        <p:tgtEl>
                                          <p:spTgt spid="2457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457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4579">
                                            <p:txEl>
                                              <p:pRg st="2" end="2"/>
                                            </p:txEl>
                                          </p:spTgt>
                                        </p:tgtEl>
                                        <p:attrNameLst>
                                          <p:attrName>style.visibility</p:attrName>
                                        </p:attrNameLst>
                                      </p:cBhvr>
                                      <p:to>
                                        <p:strVal val="visible"/>
                                      </p:to>
                                    </p:set>
                                    <p:anim calcmode="lin" valueType="num">
                                      <p:cBhvr additive="base">
                                        <p:cTn id="13" dur="500" fill="hold"/>
                                        <p:tgtEl>
                                          <p:spTgt spid="24579">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457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4579">
                                            <p:txEl>
                                              <p:pRg st="4" end="4"/>
                                            </p:txEl>
                                          </p:spTgt>
                                        </p:tgtEl>
                                        <p:attrNameLst>
                                          <p:attrName>style.visibility</p:attrName>
                                        </p:attrNameLst>
                                      </p:cBhvr>
                                      <p:to>
                                        <p:strVal val="visible"/>
                                      </p:to>
                                    </p:set>
                                    <p:anim calcmode="lin" valueType="num">
                                      <p:cBhvr additive="base">
                                        <p:cTn id="19" dur="500" fill="hold"/>
                                        <p:tgtEl>
                                          <p:spTgt spid="24579">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4579">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Box 7"/>
          <p:cNvSpPr txBox="1">
            <a:spLocks noChangeArrowheads="1"/>
          </p:cNvSpPr>
          <p:nvPr/>
        </p:nvSpPr>
        <p:spPr bwMode="auto">
          <a:xfrm>
            <a:off x="3979347" y="3622501"/>
            <a:ext cx="4339053" cy="3954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r>
              <a:rPr lang="en-US" altLang="nb-NO" sz="1970" b="1">
                <a:solidFill>
                  <a:srgbClr val="350CE4"/>
                </a:solidFill>
                <a:latin typeface="Georgia" panose="02040502050405020303" pitchFamily="18" charset="0"/>
              </a:rPr>
              <a:t>Land med gode institusjoner</a:t>
            </a:r>
          </a:p>
        </p:txBody>
      </p:sp>
      <p:sp>
        <p:nvSpPr>
          <p:cNvPr id="25603" name="Rektangel 5"/>
          <p:cNvSpPr>
            <a:spLocks noChangeArrowheads="1"/>
          </p:cNvSpPr>
          <p:nvPr/>
        </p:nvSpPr>
        <p:spPr bwMode="auto">
          <a:xfrm>
            <a:off x="2971478" y="887351"/>
            <a:ext cx="2307876" cy="2945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r>
              <a:rPr lang="nn-NO" altLang="nb-NO" sz="1314" b="1">
                <a:solidFill>
                  <a:schemeClr val="bg1"/>
                </a:solidFill>
              </a:rPr>
              <a:t>Tearing down institutions (iv): </a:t>
            </a:r>
            <a:endParaRPr lang="nb-NO" altLang="nb-NO" sz="1314">
              <a:solidFill>
                <a:schemeClr val="bg1"/>
              </a:solidFill>
              <a:latin typeface="Georgia" panose="02040502050405020303" pitchFamily="18" charset="0"/>
            </a:endParaRPr>
          </a:p>
        </p:txBody>
      </p:sp>
      <p:sp>
        <p:nvSpPr>
          <p:cNvPr id="25604" name="TekstSylinder 6"/>
          <p:cNvSpPr txBox="1">
            <a:spLocks noChangeArrowheads="1"/>
          </p:cNvSpPr>
          <p:nvPr/>
        </p:nvSpPr>
        <p:spPr bwMode="auto">
          <a:xfrm>
            <a:off x="144763" y="8364"/>
            <a:ext cx="9380138" cy="1200329"/>
          </a:xfrm>
          <a:prstGeom prst="rect">
            <a:avLst/>
          </a:prstGeom>
          <a:solidFill>
            <a:schemeClr val="tx2">
              <a:lumMod val="75000"/>
              <a:lumOff val="25000"/>
            </a:schemeClr>
          </a:solidFill>
          <a:ln>
            <a:noFill/>
          </a:ln>
        </p:spPr>
        <p:txBody>
          <a:bodyPr>
            <a:spAutoFit/>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None/>
            </a:pPr>
            <a:r>
              <a:rPr lang="nb-NO" altLang="nb-NO" sz="2400" dirty="0">
                <a:solidFill>
                  <a:schemeClr val="bg1"/>
                </a:solidFill>
                <a:latin typeface="Georgia" panose="02040502050405020303" pitchFamily="18" charset="0"/>
              </a:rPr>
              <a:t>Andersen og Aslaksen (2008): Har styresett har noen betydning for rikdommens paradoks? De deler opp landene i grupper basert på kvaliteten på institusjonene</a:t>
            </a:r>
            <a:endParaRPr lang="nb-NO" altLang="nb-NO" sz="2400" i="1" dirty="0">
              <a:solidFill>
                <a:schemeClr val="bg1"/>
              </a:solidFill>
              <a:latin typeface="Georgia" panose="02040502050405020303" pitchFamily="18" charset="0"/>
            </a:endParaRPr>
          </a:p>
        </p:txBody>
      </p:sp>
      <p:sp>
        <p:nvSpPr>
          <p:cNvPr id="25605" name="TextBox 7"/>
          <p:cNvSpPr txBox="1">
            <a:spLocks noChangeArrowheads="1"/>
          </p:cNvSpPr>
          <p:nvPr/>
        </p:nvSpPr>
        <p:spPr bwMode="auto">
          <a:xfrm>
            <a:off x="3270363" y="2755385"/>
            <a:ext cx="5122758" cy="2652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r>
              <a:rPr lang="nb-NO" altLang="nb-NO" sz="2189" b="1">
                <a:solidFill>
                  <a:srgbClr val="FF0000"/>
                </a:solidFill>
              </a:rPr>
              <a:t>Mehlum et al (2006a,b); </a:t>
            </a:r>
            <a:r>
              <a:rPr lang="en-US" altLang="nb-NO" sz="2189">
                <a:latin typeface="Georgia" panose="02040502050405020303" pitchFamily="18" charset="0"/>
              </a:rPr>
              <a:t>In countries where the government does not effectively support property rights and is unable to provide basic security, and where corruption is widespread in the public bureaucracy, growth is low despite resource richness.</a:t>
            </a:r>
            <a:endParaRPr lang="nb-NO" altLang="nb-NO" sz="2189" b="1">
              <a:solidFill>
                <a:srgbClr val="FF0000"/>
              </a:solidFill>
            </a:endParaRPr>
          </a:p>
          <a:p>
            <a:pPr eaLnBrk="1" hangingPunct="1">
              <a:spcBef>
                <a:spcPct val="0"/>
              </a:spcBef>
              <a:buFontTx/>
              <a:buNone/>
            </a:pPr>
            <a:endParaRPr lang="nb-NO" altLang="nb-NO" sz="1314">
              <a:latin typeface="Georgia" panose="02040502050405020303" pitchFamily="18" charset="0"/>
            </a:endParaRPr>
          </a:p>
        </p:txBody>
      </p:sp>
      <p:grpSp>
        <p:nvGrpSpPr>
          <p:cNvPr id="25606" name="Group 10"/>
          <p:cNvGrpSpPr>
            <a:grpSpLocks noChangeAspect="1"/>
          </p:cNvGrpSpPr>
          <p:nvPr/>
        </p:nvGrpSpPr>
        <p:grpSpPr bwMode="auto">
          <a:xfrm>
            <a:off x="749484" y="2124447"/>
            <a:ext cx="7802301" cy="4964626"/>
            <a:chOff x="567" y="1026"/>
            <a:chExt cx="4490" cy="2980"/>
          </a:xfrm>
        </p:grpSpPr>
        <p:sp>
          <p:nvSpPr>
            <p:cNvPr id="25609" name="AutoShape 9"/>
            <p:cNvSpPr>
              <a:spLocks noChangeAspect="1" noChangeArrowheads="1" noTextEdit="1"/>
            </p:cNvSpPr>
            <p:nvPr/>
          </p:nvSpPr>
          <p:spPr bwMode="auto">
            <a:xfrm>
              <a:off x="567" y="1026"/>
              <a:ext cx="4490" cy="29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nb-NO" sz="2189"/>
            </a:p>
          </p:txBody>
        </p:sp>
        <p:sp>
          <p:nvSpPr>
            <p:cNvPr id="25610" name="Rectangle 11"/>
            <p:cNvSpPr>
              <a:spLocks noChangeArrowheads="1"/>
            </p:cNvSpPr>
            <p:nvPr/>
          </p:nvSpPr>
          <p:spPr bwMode="auto">
            <a:xfrm>
              <a:off x="600" y="1058"/>
              <a:ext cx="4424" cy="291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611" name="Rectangle 12"/>
            <p:cNvSpPr>
              <a:spLocks noChangeArrowheads="1"/>
            </p:cNvSpPr>
            <p:nvPr/>
          </p:nvSpPr>
          <p:spPr bwMode="auto">
            <a:xfrm>
              <a:off x="601" y="1060"/>
              <a:ext cx="4422" cy="2913"/>
            </a:xfrm>
            <a:prstGeom prst="rect">
              <a:avLst/>
            </a:prstGeom>
            <a:solidFill>
              <a:srgbClr val="FFFFFF"/>
            </a:solidFill>
            <a:ln w="9525">
              <a:solidFill>
                <a:srgbClr val="FFFFFF"/>
              </a:solidFill>
              <a:miter lim="800000"/>
              <a:headEnd/>
              <a:tailEnd/>
            </a:ln>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612" name="Rectangle 13"/>
            <p:cNvSpPr>
              <a:spLocks noChangeArrowheads="1"/>
            </p:cNvSpPr>
            <p:nvPr/>
          </p:nvSpPr>
          <p:spPr bwMode="auto">
            <a:xfrm>
              <a:off x="1001" y="1162"/>
              <a:ext cx="3919" cy="2414"/>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613" name="Line 14"/>
            <p:cNvSpPr>
              <a:spLocks noChangeShapeType="1"/>
            </p:cNvSpPr>
            <p:nvPr/>
          </p:nvSpPr>
          <p:spPr bwMode="auto">
            <a:xfrm>
              <a:off x="1001" y="2599"/>
              <a:ext cx="5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614" name="Line 15"/>
            <p:cNvSpPr>
              <a:spLocks noChangeShapeType="1"/>
            </p:cNvSpPr>
            <p:nvPr/>
          </p:nvSpPr>
          <p:spPr bwMode="auto">
            <a:xfrm>
              <a:off x="1090" y="2599"/>
              <a:ext cx="5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615" name="Line 16"/>
            <p:cNvSpPr>
              <a:spLocks noChangeShapeType="1"/>
            </p:cNvSpPr>
            <p:nvPr/>
          </p:nvSpPr>
          <p:spPr bwMode="auto">
            <a:xfrm>
              <a:off x="1178" y="2599"/>
              <a:ext cx="5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616" name="Line 17"/>
            <p:cNvSpPr>
              <a:spLocks noChangeShapeType="1"/>
            </p:cNvSpPr>
            <p:nvPr/>
          </p:nvSpPr>
          <p:spPr bwMode="auto">
            <a:xfrm>
              <a:off x="1267" y="2599"/>
              <a:ext cx="5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617" name="Line 18"/>
            <p:cNvSpPr>
              <a:spLocks noChangeShapeType="1"/>
            </p:cNvSpPr>
            <p:nvPr/>
          </p:nvSpPr>
          <p:spPr bwMode="auto">
            <a:xfrm>
              <a:off x="1355" y="2599"/>
              <a:ext cx="5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618" name="Line 19"/>
            <p:cNvSpPr>
              <a:spLocks noChangeShapeType="1"/>
            </p:cNvSpPr>
            <p:nvPr/>
          </p:nvSpPr>
          <p:spPr bwMode="auto">
            <a:xfrm>
              <a:off x="1444" y="2599"/>
              <a:ext cx="5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619" name="Line 20"/>
            <p:cNvSpPr>
              <a:spLocks noChangeShapeType="1"/>
            </p:cNvSpPr>
            <p:nvPr/>
          </p:nvSpPr>
          <p:spPr bwMode="auto">
            <a:xfrm>
              <a:off x="1532" y="2599"/>
              <a:ext cx="5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620" name="Line 21"/>
            <p:cNvSpPr>
              <a:spLocks noChangeShapeType="1"/>
            </p:cNvSpPr>
            <p:nvPr/>
          </p:nvSpPr>
          <p:spPr bwMode="auto">
            <a:xfrm>
              <a:off x="1620" y="2599"/>
              <a:ext cx="5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621" name="Line 22"/>
            <p:cNvSpPr>
              <a:spLocks noChangeShapeType="1"/>
            </p:cNvSpPr>
            <p:nvPr/>
          </p:nvSpPr>
          <p:spPr bwMode="auto">
            <a:xfrm>
              <a:off x="1709" y="2599"/>
              <a:ext cx="5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622" name="Line 23"/>
            <p:cNvSpPr>
              <a:spLocks noChangeShapeType="1"/>
            </p:cNvSpPr>
            <p:nvPr/>
          </p:nvSpPr>
          <p:spPr bwMode="auto">
            <a:xfrm>
              <a:off x="1797" y="2599"/>
              <a:ext cx="5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623" name="Line 24"/>
            <p:cNvSpPr>
              <a:spLocks noChangeShapeType="1"/>
            </p:cNvSpPr>
            <p:nvPr/>
          </p:nvSpPr>
          <p:spPr bwMode="auto">
            <a:xfrm>
              <a:off x="1886" y="2599"/>
              <a:ext cx="5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624" name="Line 25"/>
            <p:cNvSpPr>
              <a:spLocks noChangeShapeType="1"/>
            </p:cNvSpPr>
            <p:nvPr/>
          </p:nvSpPr>
          <p:spPr bwMode="auto">
            <a:xfrm>
              <a:off x="1974" y="2599"/>
              <a:ext cx="5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625" name="Line 26"/>
            <p:cNvSpPr>
              <a:spLocks noChangeShapeType="1"/>
            </p:cNvSpPr>
            <p:nvPr/>
          </p:nvSpPr>
          <p:spPr bwMode="auto">
            <a:xfrm>
              <a:off x="2063" y="2599"/>
              <a:ext cx="5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626" name="Line 27"/>
            <p:cNvSpPr>
              <a:spLocks noChangeShapeType="1"/>
            </p:cNvSpPr>
            <p:nvPr/>
          </p:nvSpPr>
          <p:spPr bwMode="auto">
            <a:xfrm>
              <a:off x="2151" y="2599"/>
              <a:ext cx="5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627" name="Line 28"/>
            <p:cNvSpPr>
              <a:spLocks noChangeShapeType="1"/>
            </p:cNvSpPr>
            <p:nvPr/>
          </p:nvSpPr>
          <p:spPr bwMode="auto">
            <a:xfrm>
              <a:off x="2240" y="2599"/>
              <a:ext cx="5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628" name="Line 29"/>
            <p:cNvSpPr>
              <a:spLocks noChangeShapeType="1"/>
            </p:cNvSpPr>
            <p:nvPr/>
          </p:nvSpPr>
          <p:spPr bwMode="auto">
            <a:xfrm>
              <a:off x="2328" y="2599"/>
              <a:ext cx="5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629" name="Line 30"/>
            <p:cNvSpPr>
              <a:spLocks noChangeShapeType="1"/>
            </p:cNvSpPr>
            <p:nvPr/>
          </p:nvSpPr>
          <p:spPr bwMode="auto">
            <a:xfrm>
              <a:off x="2417" y="2599"/>
              <a:ext cx="5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630" name="Line 31"/>
            <p:cNvSpPr>
              <a:spLocks noChangeShapeType="1"/>
            </p:cNvSpPr>
            <p:nvPr/>
          </p:nvSpPr>
          <p:spPr bwMode="auto">
            <a:xfrm>
              <a:off x="2505" y="2599"/>
              <a:ext cx="5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631" name="Line 32"/>
            <p:cNvSpPr>
              <a:spLocks noChangeShapeType="1"/>
            </p:cNvSpPr>
            <p:nvPr/>
          </p:nvSpPr>
          <p:spPr bwMode="auto">
            <a:xfrm>
              <a:off x="2594" y="2599"/>
              <a:ext cx="58"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632" name="Line 33"/>
            <p:cNvSpPr>
              <a:spLocks noChangeShapeType="1"/>
            </p:cNvSpPr>
            <p:nvPr/>
          </p:nvSpPr>
          <p:spPr bwMode="auto">
            <a:xfrm>
              <a:off x="2682" y="2599"/>
              <a:ext cx="5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633" name="Line 34"/>
            <p:cNvSpPr>
              <a:spLocks noChangeShapeType="1"/>
            </p:cNvSpPr>
            <p:nvPr/>
          </p:nvSpPr>
          <p:spPr bwMode="auto">
            <a:xfrm>
              <a:off x="2770" y="2599"/>
              <a:ext cx="5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634" name="Line 35"/>
            <p:cNvSpPr>
              <a:spLocks noChangeShapeType="1"/>
            </p:cNvSpPr>
            <p:nvPr/>
          </p:nvSpPr>
          <p:spPr bwMode="auto">
            <a:xfrm>
              <a:off x="2859" y="2599"/>
              <a:ext cx="5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635" name="Line 36"/>
            <p:cNvSpPr>
              <a:spLocks noChangeShapeType="1"/>
            </p:cNvSpPr>
            <p:nvPr/>
          </p:nvSpPr>
          <p:spPr bwMode="auto">
            <a:xfrm>
              <a:off x="2947" y="2599"/>
              <a:ext cx="5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636" name="Line 37"/>
            <p:cNvSpPr>
              <a:spLocks noChangeShapeType="1"/>
            </p:cNvSpPr>
            <p:nvPr/>
          </p:nvSpPr>
          <p:spPr bwMode="auto">
            <a:xfrm>
              <a:off x="3036" y="2599"/>
              <a:ext cx="5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637" name="Line 38"/>
            <p:cNvSpPr>
              <a:spLocks noChangeShapeType="1"/>
            </p:cNvSpPr>
            <p:nvPr/>
          </p:nvSpPr>
          <p:spPr bwMode="auto">
            <a:xfrm>
              <a:off x="3124" y="2599"/>
              <a:ext cx="5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638" name="Line 39"/>
            <p:cNvSpPr>
              <a:spLocks noChangeShapeType="1"/>
            </p:cNvSpPr>
            <p:nvPr/>
          </p:nvSpPr>
          <p:spPr bwMode="auto">
            <a:xfrm>
              <a:off x="3213" y="2599"/>
              <a:ext cx="5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639" name="Line 40"/>
            <p:cNvSpPr>
              <a:spLocks noChangeShapeType="1"/>
            </p:cNvSpPr>
            <p:nvPr/>
          </p:nvSpPr>
          <p:spPr bwMode="auto">
            <a:xfrm>
              <a:off x="3300" y="2599"/>
              <a:ext cx="6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640" name="Line 41"/>
            <p:cNvSpPr>
              <a:spLocks noChangeShapeType="1"/>
            </p:cNvSpPr>
            <p:nvPr/>
          </p:nvSpPr>
          <p:spPr bwMode="auto">
            <a:xfrm>
              <a:off x="3389" y="2599"/>
              <a:ext cx="6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641" name="Line 42"/>
            <p:cNvSpPr>
              <a:spLocks noChangeShapeType="1"/>
            </p:cNvSpPr>
            <p:nvPr/>
          </p:nvSpPr>
          <p:spPr bwMode="auto">
            <a:xfrm>
              <a:off x="3477" y="2599"/>
              <a:ext cx="5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642" name="Line 43"/>
            <p:cNvSpPr>
              <a:spLocks noChangeShapeType="1"/>
            </p:cNvSpPr>
            <p:nvPr/>
          </p:nvSpPr>
          <p:spPr bwMode="auto">
            <a:xfrm>
              <a:off x="3566" y="2599"/>
              <a:ext cx="5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643" name="Line 44"/>
            <p:cNvSpPr>
              <a:spLocks noChangeShapeType="1"/>
            </p:cNvSpPr>
            <p:nvPr/>
          </p:nvSpPr>
          <p:spPr bwMode="auto">
            <a:xfrm>
              <a:off x="3654" y="2599"/>
              <a:ext cx="5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644" name="Line 45"/>
            <p:cNvSpPr>
              <a:spLocks noChangeShapeType="1"/>
            </p:cNvSpPr>
            <p:nvPr/>
          </p:nvSpPr>
          <p:spPr bwMode="auto">
            <a:xfrm>
              <a:off x="3742" y="2599"/>
              <a:ext cx="5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645" name="Line 46"/>
            <p:cNvSpPr>
              <a:spLocks noChangeShapeType="1"/>
            </p:cNvSpPr>
            <p:nvPr/>
          </p:nvSpPr>
          <p:spPr bwMode="auto">
            <a:xfrm>
              <a:off x="3831" y="2599"/>
              <a:ext cx="5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646" name="Line 47"/>
            <p:cNvSpPr>
              <a:spLocks noChangeShapeType="1"/>
            </p:cNvSpPr>
            <p:nvPr/>
          </p:nvSpPr>
          <p:spPr bwMode="auto">
            <a:xfrm>
              <a:off x="3919" y="2599"/>
              <a:ext cx="5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647" name="Line 48"/>
            <p:cNvSpPr>
              <a:spLocks noChangeShapeType="1"/>
            </p:cNvSpPr>
            <p:nvPr/>
          </p:nvSpPr>
          <p:spPr bwMode="auto">
            <a:xfrm>
              <a:off x="4008" y="2599"/>
              <a:ext cx="5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648" name="Line 49"/>
            <p:cNvSpPr>
              <a:spLocks noChangeShapeType="1"/>
            </p:cNvSpPr>
            <p:nvPr/>
          </p:nvSpPr>
          <p:spPr bwMode="auto">
            <a:xfrm>
              <a:off x="4096" y="2599"/>
              <a:ext cx="5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649" name="Line 50"/>
            <p:cNvSpPr>
              <a:spLocks noChangeShapeType="1"/>
            </p:cNvSpPr>
            <p:nvPr/>
          </p:nvSpPr>
          <p:spPr bwMode="auto">
            <a:xfrm>
              <a:off x="4185" y="2599"/>
              <a:ext cx="5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650" name="Line 51"/>
            <p:cNvSpPr>
              <a:spLocks noChangeShapeType="1"/>
            </p:cNvSpPr>
            <p:nvPr/>
          </p:nvSpPr>
          <p:spPr bwMode="auto">
            <a:xfrm>
              <a:off x="4273" y="2599"/>
              <a:ext cx="5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651" name="Line 52"/>
            <p:cNvSpPr>
              <a:spLocks noChangeShapeType="1"/>
            </p:cNvSpPr>
            <p:nvPr/>
          </p:nvSpPr>
          <p:spPr bwMode="auto">
            <a:xfrm>
              <a:off x="4362" y="2599"/>
              <a:ext cx="5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652" name="Line 53"/>
            <p:cNvSpPr>
              <a:spLocks noChangeShapeType="1"/>
            </p:cNvSpPr>
            <p:nvPr/>
          </p:nvSpPr>
          <p:spPr bwMode="auto">
            <a:xfrm>
              <a:off x="4450" y="2599"/>
              <a:ext cx="5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653" name="Line 54"/>
            <p:cNvSpPr>
              <a:spLocks noChangeShapeType="1"/>
            </p:cNvSpPr>
            <p:nvPr/>
          </p:nvSpPr>
          <p:spPr bwMode="auto">
            <a:xfrm>
              <a:off x="4539" y="2599"/>
              <a:ext cx="5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654" name="Line 55"/>
            <p:cNvSpPr>
              <a:spLocks noChangeShapeType="1"/>
            </p:cNvSpPr>
            <p:nvPr/>
          </p:nvSpPr>
          <p:spPr bwMode="auto">
            <a:xfrm>
              <a:off x="4627" y="2599"/>
              <a:ext cx="5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655" name="Line 56"/>
            <p:cNvSpPr>
              <a:spLocks noChangeShapeType="1"/>
            </p:cNvSpPr>
            <p:nvPr/>
          </p:nvSpPr>
          <p:spPr bwMode="auto">
            <a:xfrm>
              <a:off x="4716" y="2599"/>
              <a:ext cx="5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656" name="Line 57"/>
            <p:cNvSpPr>
              <a:spLocks noChangeShapeType="1"/>
            </p:cNvSpPr>
            <p:nvPr/>
          </p:nvSpPr>
          <p:spPr bwMode="auto">
            <a:xfrm>
              <a:off x="4804" y="2599"/>
              <a:ext cx="5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657" name="Line 58"/>
            <p:cNvSpPr>
              <a:spLocks noChangeShapeType="1"/>
            </p:cNvSpPr>
            <p:nvPr/>
          </p:nvSpPr>
          <p:spPr bwMode="auto">
            <a:xfrm>
              <a:off x="4892" y="2599"/>
              <a:ext cx="28"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658" name="Rectangle 59"/>
            <p:cNvSpPr>
              <a:spLocks noChangeArrowheads="1"/>
            </p:cNvSpPr>
            <p:nvPr/>
          </p:nvSpPr>
          <p:spPr bwMode="auto">
            <a:xfrm>
              <a:off x="3450" y="2488"/>
              <a:ext cx="32" cy="32"/>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659" name="Rectangle 60"/>
            <p:cNvSpPr>
              <a:spLocks noChangeArrowheads="1"/>
            </p:cNvSpPr>
            <p:nvPr/>
          </p:nvSpPr>
          <p:spPr bwMode="auto">
            <a:xfrm>
              <a:off x="1681" y="3053"/>
              <a:ext cx="32" cy="32"/>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660" name="Rectangle 61"/>
            <p:cNvSpPr>
              <a:spLocks noChangeArrowheads="1"/>
            </p:cNvSpPr>
            <p:nvPr/>
          </p:nvSpPr>
          <p:spPr bwMode="auto">
            <a:xfrm>
              <a:off x="2313" y="2558"/>
              <a:ext cx="32"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661" name="Rectangle 62"/>
            <p:cNvSpPr>
              <a:spLocks noChangeArrowheads="1"/>
            </p:cNvSpPr>
            <p:nvPr/>
          </p:nvSpPr>
          <p:spPr bwMode="auto">
            <a:xfrm>
              <a:off x="1556" y="2348"/>
              <a:ext cx="31"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662" name="Rectangle 63"/>
            <p:cNvSpPr>
              <a:spLocks noChangeArrowheads="1"/>
            </p:cNvSpPr>
            <p:nvPr/>
          </p:nvSpPr>
          <p:spPr bwMode="auto">
            <a:xfrm>
              <a:off x="1176" y="2828"/>
              <a:ext cx="33"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663" name="Rectangle 64"/>
            <p:cNvSpPr>
              <a:spLocks noChangeArrowheads="1"/>
            </p:cNvSpPr>
            <p:nvPr/>
          </p:nvSpPr>
          <p:spPr bwMode="auto">
            <a:xfrm>
              <a:off x="2439" y="2394"/>
              <a:ext cx="33"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664" name="Rectangle 65"/>
            <p:cNvSpPr>
              <a:spLocks noChangeArrowheads="1"/>
            </p:cNvSpPr>
            <p:nvPr/>
          </p:nvSpPr>
          <p:spPr bwMode="auto">
            <a:xfrm>
              <a:off x="3324" y="2807"/>
              <a:ext cx="31" cy="32"/>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665" name="Rectangle 66"/>
            <p:cNvSpPr>
              <a:spLocks noChangeArrowheads="1"/>
            </p:cNvSpPr>
            <p:nvPr/>
          </p:nvSpPr>
          <p:spPr bwMode="auto">
            <a:xfrm>
              <a:off x="1681" y="1722"/>
              <a:ext cx="32"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666" name="Rectangle 67"/>
            <p:cNvSpPr>
              <a:spLocks noChangeArrowheads="1"/>
            </p:cNvSpPr>
            <p:nvPr/>
          </p:nvSpPr>
          <p:spPr bwMode="auto">
            <a:xfrm>
              <a:off x="1681" y="2305"/>
              <a:ext cx="32"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667" name="Rectangle 68"/>
            <p:cNvSpPr>
              <a:spLocks noChangeArrowheads="1"/>
            </p:cNvSpPr>
            <p:nvPr/>
          </p:nvSpPr>
          <p:spPr bwMode="auto">
            <a:xfrm>
              <a:off x="1556" y="2716"/>
              <a:ext cx="31"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668" name="Rectangle 69"/>
            <p:cNvSpPr>
              <a:spLocks noChangeArrowheads="1"/>
            </p:cNvSpPr>
            <p:nvPr/>
          </p:nvSpPr>
          <p:spPr bwMode="auto">
            <a:xfrm>
              <a:off x="3324" y="2461"/>
              <a:ext cx="31"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669" name="Rectangle 70"/>
            <p:cNvSpPr>
              <a:spLocks noChangeArrowheads="1"/>
            </p:cNvSpPr>
            <p:nvPr/>
          </p:nvSpPr>
          <p:spPr bwMode="auto">
            <a:xfrm>
              <a:off x="2313" y="2386"/>
              <a:ext cx="32"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670" name="Rectangle 71"/>
            <p:cNvSpPr>
              <a:spLocks noChangeArrowheads="1"/>
            </p:cNvSpPr>
            <p:nvPr/>
          </p:nvSpPr>
          <p:spPr bwMode="auto">
            <a:xfrm>
              <a:off x="2944" y="2745"/>
              <a:ext cx="33"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671" name="Rectangle 72"/>
            <p:cNvSpPr>
              <a:spLocks noChangeArrowheads="1"/>
            </p:cNvSpPr>
            <p:nvPr/>
          </p:nvSpPr>
          <p:spPr bwMode="auto">
            <a:xfrm>
              <a:off x="1303" y="2249"/>
              <a:ext cx="31" cy="32"/>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672" name="Rectangle 73"/>
            <p:cNvSpPr>
              <a:spLocks noChangeArrowheads="1"/>
            </p:cNvSpPr>
            <p:nvPr/>
          </p:nvSpPr>
          <p:spPr bwMode="auto">
            <a:xfrm>
              <a:off x="2187" y="2463"/>
              <a:ext cx="32"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673" name="Rectangle 74"/>
            <p:cNvSpPr>
              <a:spLocks noChangeArrowheads="1"/>
            </p:cNvSpPr>
            <p:nvPr/>
          </p:nvSpPr>
          <p:spPr bwMode="auto">
            <a:xfrm>
              <a:off x="2061" y="2360"/>
              <a:ext cx="31" cy="32"/>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674" name="Rectangle 75"/>
            <p:cNvSpPr>
              <a:spLocks noChangeArrowheads="1"/>
            </p:cNvSpPr>
            <p:nvPr/>
          </p:nvSpPr>
          <p:spPr bwMode="auto">
            <a:xfrm>
              <a:off x="3450" y="2683"/>
              <a:ext cx="32"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675" name="Rectangle 76"/>
            <p:cNvSpPr>
              <a:spLocks noChangeArrowheads="1"/>
            </p:cNvSpPr>
            <p:nvPr/>
          </p:nvSpPr>
          <p:spPr bwMode="auto">
            <a:xfrm>
              <a:off x="2313" y="2548"/>
              <a:ext cx="32" cy="32"/>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676" name="Rectangle 77"/>
            <p:cNvSpPr>
              <a:spLocks noChangeArrowheads="1"/>
            </p:cNvSpPr>
            <p:nvPr/>
          </p:nvSpPr>
          <p:spPr bwMode="auto">
            <a:xfrm>
              <a:off x="2692" y="2524"/>
              <a:ext cx="32"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677" name="Rectangle 78"/>
            <p:cNvSpPr>
              <a:spLocks noChangeArrowheads="1"/>
            </p:cNvSpPr>
            <p:nvPr/>
          </p:nvSpPr>
          <p:spPr bwMode="auto">
            <a:xfrm>
              <a:off x="2439" y="2503"/>
              <a:ext cx="33" cy="32"/>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678" name="Rectangle 79"/>
            <p:cNvSpPr>
              <a:spLocks noChangeArrowheads="1"/>
            </p:cNvSpPr>
            <p:nvPr/>
          </p:nvSpPr>
          <p:spPr bwMode="auto">
            <a:xfrm>
              <a:off x="1934" y="2436"/>
              <a:ext cx="32" cy="32"/>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679" name="Rectangle 80"/>
            <p:cNvSpPr>
              <a:spLocks noChangeArrowheads="1"/>
            </p:cNvSpPr>
            <p:nvPr/>
          </p:nvSpPr>
          <p:spPr bwMode="auto">
            <a:xfrm>
              <a:off x="3071" y="2955"/>
              <a:ext cx="32"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680" name="Rectangle 81"/>
            <p:cNvSpPr>
              <a:spLocks noChangeArrowheads="1"/>
            </p:cNvSpPr>
            <p:nvPr/>
          </p:nvSpPr>
          <p:spPr bwMode="auto">
            <a:xfrm>
              <a:off x="1934" y="2309"/>
              <a:ext cx="32" cy="32"/>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681" name="Rectangle 82"/>
            <p:cNvSpPr>
              <a:spLocks noChangeArrowheads="1"/>
            </p:cNvSpPr>
            <p:nvPr/>
          </p:nvSpPr>
          <p:spPr bwMode="auto">
            <a:xfrm>
              <a:off x="1429" y="2421"/>
              <a:ext cx="31" cy="32"/>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682" name="Rectangle 83"/>
            <p:cNvSpPr>
              <a:spLocks noChangeArrowheads="1"/>
            </p:cNvSpPr>
            <p:nvPr/>
          </p:nvSpPr>
          <p:spPr bwMode="auto">
            <a:xfrm>
              <a:off x="1303" y="2468"/>
              <a:ext cx="31"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683" name="Rectangle 84"/>
            <p:cNvSpPr>
              <a:spLocks noChangeArrowheads="1"/>
            </p:cNvSpPr>
            <p:nvPr/>
          </p:nvSpPr>
          <p:spPr bwMode="auto">
            <a:xfrm>
              <a:off x="3702" y="2982"/>
              <a:ext cx="33"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684" name="Rectangle 85"/>
            <p:cNvSpPr>
              <a:spLocks noChangeArrowheads="1"/>
            </p:cNvSpPr>
            <p:nvPr/>
          </p:nvSpPr>
          <p:spPr bwMode="auto">
            <a:xfrm>
              <a:off x="1556" y="2289"/>
              <a:ext cx="31" cy="32"/>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685" name="Rectangle 86"/>
            <p:cNvSpPr>
              <a:spLocks noChangeArrowheads="1"/>
            </p:cNvSpPr>
            <p:nvPr/>
          </p:nvSpPr>
          <p:spPr bwMode="auto">
            <a:xfrm>
              <a:off x="2439" y="2838"/>
              <a:ext cx="33" cy="32"/>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686" name="Rectangle 87"/>
            <p:cNvSpPr>
              <a:spLocks noChangeArrowheads="1"/>
            </p:cNvSpPr>
            <p:nvPr/>
          </p:nvSpPr>
          <p:spPr bwMode="auto">
            <a:xfrm>
              <a:off x="2061" y="3053"/>
              <a:ext cx="31" cy="32"/>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687" name="Rectangle 88"/>
            <p:cNvSpPr>
              <a:spLocks noChangeArrowheads="1"/>
            </p:cNvSpPr>
            <p:nvPr/>
          </p:nvSpPr>
          <p:spPr bwMode="auto">
            <a:xfrm>
              <a:off x="3955" y="2810"/>
              <a:ext cx="32"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688" name="Rectangle 89"/>
            <p:cNvSpPr>
              <a:spLocks noChangeArrowheads="1"/>
            </p:cNvSpPr>
            <p:nvPr/>
          </p:nvSpPr>
          <p:spPr bwMode="auto">
            <a:xfrm>
              <a:off x="1429" y="1706"/>
              <a:ext cx="31" cy="32"/>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689" name="Rectangle 90"/>
            <p:cNvSpPr>
              <a:spLocks noChangeArrowheads="1"/>
            </p:cNvSpPr>
            <p:nvPr/>
          </p:nvSpPr>
          <p:spPr bwMode="auto">
            <a:xfrm>
              <a:off x="1303" y="2544"/>
              <a:ext cx="31"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690" name="Rectangle 91"/>
            <p:cNvSpPr>
              <a:spLocks noChangeArrowheads="1"/>
            </p:cNvSpPr>
            <p:nvPr/>
          </p:nvSpPr>
          <p:spPr bwMode="auto">
            <a:xfrm>
              <a:off x="2439" y="1939"/>
              <a:ext cx="33"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691" name="Rectangle 92"/>
            <p:cNvSpPr>
              <a:spLocks noChangeArrowheads="1"/>
            </p:cNvSpPr>
            <p:nvPr/>
          </p:nvSpPr>
          <p:spPr bwMode="auto">
            <a:xfrm>
              <a:off x="2944" y="2245"/>
              <a:ext cx="33"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692" name="Rectangle 93"/>
            <p:cNvSpPr>
              <a:spLocks noChangeArrowheads="1"/>
            </p:cNvSpPr>
            <p:nvPr/>
          </p:nvSpPr>
          <p:spPr bwMode="auto">
            <a:xfrm>
              <a:off x="1556" y="2369"/>
              <a:ext cx="31" cy="32"/>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693" name="Rectangle 94"/>
            <p:cNvSpPr>
              <a:spLocks noChangeArrowheads="1"/>
            </p:cNvSpPr>
            <p:nvPr/>
          </p:nvSpPr>
          <p:spPr bwMode="auto">
            <a:xfrm>
              <a:off x="1303" y="2293"/>
              <a:ext cx="31" cy="32"/>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694" name="Rectangle 95"/>
            <p:cNvSpPr>
              <a:spLocks noChangeArrowheads="1"/>
            </p:cNvSpPr>
            <p:nvPr/>
          </p:nvSpPr>
          <p:spPr bwMode="auto">
            <a:xfrm>
              <a:off x="4713" y="3123"/>
              <a:ext cx="32"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695" name="Rectangle 96"/>
            <p:cNvSpPr>
              <a:spLocks noChangeArrowheads="1"/>
            </p:cNvSpPr>
            <p:nvPr/>
          </p:nvSpPr>
          <p:spPr bwMode="auto">
            <a:xfrm>
              <a:off x="2819" y="2823"/>
              <a:ext cx="31" cy="32"/>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696" name="Rectangle 97"/>
            <p:cNvSpPr>
              <a:spLocks noChangeArrowheads="1"/>
            </p:cNvSpPr>
            <p:nvPr/>
          </p:nvSpPr>
          <p:spPr bwMode="auto">
            <a:xfrm>
              <a:off x="1176" y="1956"/>
              <a:ext cx="33"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697" name="Rectangle 98"/>
            <p:cNvSpPr>
              <a:spLocks noChangeArrowheads="1"/>
            </p:cNvSpPr>
            <p:nvPr/>
          </p:nvSpPr>
          <p:spPr bwMode="auto">
            <a:xfrm>
              <a:off x="2187" y="2455"/>
              <a:ext cx="32"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698" name="Rectangle 99"/>
            <p:cNvSpPr>
              <a:spLocks noChangeArrowheads="1"/>
            </p:cNvSpPr>
            <p:nvPr/>
          </p:nvSpPr>
          <p:spPr bwMode="auto">
            <a:xfrm>
              <a:off x="3324" y="2638"/>
              <a:ext cx="31"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699" name="Rectangle 100"/>
            <p:cNvSpPr>
              <a:spLocks noChangeArrowheads="1"/>
            </p:cNvSpPr>
            <p:nvPr/>
          </p:nvSpPr>
          <p:spPr bwMode="auto">
            <a:xfrm>
              <a:off x="1303" y="1343"/>
              <a:ext cx="31"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700" name="Rectangle 101"/>
            <p:cNvSpPr>
              <a:spLocks noChangeArrowheads="1"/>
            </p:cNvSpPr>
            <p:nvPr/>
          </p:nvSpPr>
          <p:spPr bwMode="auto">
            <a:xfrm>
              <a:off x="2566" y="3441"/>
              <a:ext cx="31" cy="32"/>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701" name="Rectangle 102"/>
            <p:cNvSpPr>
              <a:spLocks noChangeArrowheads="1"/>
            </p:cNvSpPr>
            <p:nvPr/>
          </p:nvSpPr>
          <p:spPr bwMode="auto">
            <a:xfrm>
              <a:off x="3702" y="2792"/>
              <a:ext cx="33" cy="32"/>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702" name="Rectangle 103"/>
            <p:cNvSpPr>
              <a:spLocks noChangeArrowheads="1"/>
            </p:cNvSpPr>
            <p:nvPr/>
          </p:nvSpPr>
          <p:spPr bwMode="auto">
            <a:xfrm>
              <a:off x="2061" y="2814"/>
              <a:ext cx="31" cy="32"/>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703" name="Rectangle 104"/>
            <p:cNvSpPr>
              <a:spLocks noChangeArrowheads="1"/>
            </p:cNvSpPr>
            <p:nvPr/>
          </p:nvSpPr>
          <p:spPr bwMode="auto">
            <a:xfrm>
              <a:off x="1303" y="2501"/>
              <a:ext cx="31" cy="32"/>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704" name="Rectangle 105"/>
            <p:cNvSpPr>
              <a:spLocks noChangeArrowheads="1"/>
            </p:cNvSpPr>
            <p:nvPr/>
          </p:nvSpPr>
          <p:spPr bwMode="auto">
            <a:xfrm>
              <a:off x="2439" y="2501"/>
              <a:ext cx="33" cy="32"/>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705" name="Rectangle 106"/>
            <p:cNvSpPr>
              <a:spLocks noChangeArrowheads="1"/>
            </p:cNvSpPr>
            <p:nvPr/>
          </p:nvSpPr>
          <p:spPr bwMode="auto">
            <a:xfrm>
              <a:off x="2944" y="2491"/>
              <a:ext cx="33"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706" name="Rectangle 107"/>
            <p:cNvSpPr>
              <a:spLocks noChangeArrowheads="1"/>
            </p:cNvSpPr>
            <p:nvPr/>
          </p:nvSpPr>
          <p:spPr bwMode="auto">
            <a:xfrm>
              <a:off x="3324" y="2781"/>
              <a:ext cx="31"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707" name="Rectangle 108"/>
            <p:cNvSpPr>
              <a:spLocks noChangeArrowheads="1"/>
            </p:cNvSpPr>
            <p:nvPr/>
          </p:nvSpPr>
          <p:spPr bwMode="auto">
            <a:xfrm>
              <a:off x="3450" y="3498"/>
              <a:ext cx="32"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708" name="Rectangle 109"/>
            <p:cNvSpPr>
              <a:spLocks noChangeArrowheads="1"/>
            </p:cNvSpPr>
            <p:nvPr/>
          </p:nvSpPr>
          <p:spPr bwMode="auto">
            <a:xfrm>
              <a:off x="1681" y="3152"/>
              <a:ext cx="32"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709" name="Rectangle 110"/>
            <p:cNvSpPr>
              <a:spLocks noChangeArrowheads="1"/>
            </p:cNvSpPr>
            <p:nvPr/>
          </p:nvSpPr>
          <p:spPr bwMode="auto">
            <a:xfrm>
              <a:off x="2819" y="2575"/>
              <a:ext cx="31"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710" name="Rectangle 111"/>
            <p:cNvSpPr>
              <a:spLocks noChangeArrowheads="1"/>
            </p:cNvSpPr>
            <p:nvPr/>
          </p:nvSpPr>
          <p:spPr bwMode="auto">
            <a:xfrm>
              <a:off x="2313" y="2316"/>
              <a:ext cx="32" cy="32"/>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711" name="Rectangle 112"/>
            <p:cNvSpPr>
              <a:spLocks noChangeArrowheads="1"/>
            </p:cNvSpPr>
            <p:nvPr/>
          </p:nvSpPr>
          <p:spPr bwMode="auto">
            <a:xfrm>
              <a:off x="1429" y="2604"/>
              <a:ext cx="31"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712" name="Rectangle 113"/>
            <p:cNvSpPr>
              <a:spLocks noChangeArrowheads="1"/>
            </p:cNvSpPr>
            <p:nvPr/>
          </p:nvSpPr>
          <p:spPr bwMode="auto">
            <a:xfrm>
              <a:off x="2313" y="2537"/>
              <a:ext cx="32"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713" name="Rectangle 114"/>
            <p:cNvSpPr>
              <a:spLocks noChangeArrowheads="1"/>
            </p:cNvSpPr>
            <p:nvPr/>
          </p:nvSpPr>
          <p:spPr bwMode="auto">
            <a:xfrm>
              <a:off x="2944" y="3123"/>
              <a:ext cx="33"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714" name="Rectangle 115"/>
            <p:cNvSpPr>
              <a:spLocks noChangeArrowheads="1"/>
            </p:cNvSpPr>
            <p:nvPr/>
          </p:nvSpPr>
          <p:spPr bwMode="auto">
            <a:xfrm>
              <a:off x="2692" y="2687"/>
              <a:ext cx="32"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715" name="Rectangle 116"/>
            <p:cNvSpPr>
              <a:spLocks noChangeArrowheads="1"/>
            </p:cNvSpPr>
            <p:nvPr/>
          </p:nvSpPr>
          <p:spPr bwMode="auto">
            <a:xfrm>
              <a:off x="1681" y="1984"/>
              <a:ext cx="32"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716" name="Rectangle 117"/>
            <p:cNvSpPr>
              <a:spLocks noChangeArrowheads="1"/>
            </p:cNvSpPr>
            <p:nvPr/>
          </p:nvSpPr>
          <p:spPr bwMode="auto">
            <a:xfrm>
              <a:off x="2819" y="2999"/>
              <a:ext cx="31" cy="32"/>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717" name="Rectangle 118"/>
            <p:cNvSpPr>
              <a:spLocks noChangeArrowheads="1"/>
            </p:cNvSpPr>
            <p:nvPr/>
          </p:nvSpPr>
          <p:spPr bwMode="auto">
            <a:xfrm>
              <a:off x="2187" y="3183"/>
              <a:ext cx="32"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718" name="Rectangle 119"/>
            <p:cNvSpPr>
              <a:spLocks noChangeArrowheads="1"/>
            </p:cNvSpPr>
            <p:nvPr/>
          </p:nvSpPr>
          <p:spPr bwMode="auto">
            <a:xfrm>
              <a:off x="1429" y="1346"/>
              <a:ext cx="31"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719" name="Rectangle 120"/>
            <p:cNvSpPr>
              <a:spLocks noChangeArrowheads="1"/>
            </p:cNvSpPr>
            <p:nvPr/>
          </p:nvSpPr>
          <p:spPr bwMode="auto">
            <a:xfrm>
              <a:off x="2187" y="3216"/>
              <a:ext cx="32" cy="32"/>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720" name="Rectangle 121"/>
            <p:cNvSpPr>
              <a:spLocks noChangeArrowheads="1"/>
            </p:cNvSpPr>
            <p:nvPr/>
          </p:nvSpPr>
          <p:spPr bwMode="auto">
            <a:xfrm>
              <a:off x="3197" y="2807"/>
              <a:ext cx="32" cy="32"/>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721" name="Rectangle 122"/>
            <p:cNvSpPr>
              <a:spLocks noChangeArrowheads="1"/>
            </p:cNvSpPr>
            <p:nvPr/>
          </p:nvSpPr>
          <p:spPr bwMode="auto">
            <a:xfrm>
              <a:off x="1429" y="2338"/>
              <a:ext cx="31" cy="32"/>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722" name="Rectangle 123"/>
            <p:cNvSpPr>
              <a:spLocks noChangeArrowheads="1"/>
            </p:cNvSpPr>
            <p:nvPr/>
          </p:nvSpPr>
          <p:spPr bwMode="auto">
            <a:xfrm>
              <a:off x="2944" y="2484"/>
              <a:ext cx="33"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723" name="Rectangle 124"/>
            <p:cNvSpPr>
              <a:spLocks noChangeArrowheads="1"/>
            </p:cNvSpPr>
            <p:nvPr/>
          </p:nvSpPr>
          <p:spPr bwMode="auto">
            <a:xfrm>
              <a:off x="1681" y="2595"/>
              <a:ext cx="32"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724" name="Rectangle 125"/>
            <p:cNvSpPr>
              <a:spLocks noChangeArrowheads="1"/>
            </p:cNvSpPr>
            <p:nvPr/>
          </p:nvSpPr>
          <p:spPr bwMode="auto">
            <a:xfrm>
              <a:off x="1303" y="2647"/>
              <a:ext cx="31"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725" name="Rectangle 126"/>
            <p:cNvSpPr>
              <a:spLocks noChangeArrowheads="1"/>
            </p:cNvSpPr>
            <p:nvPr/>
          </p:nvSpPr>
          <p:spPr bwMode="auto">
            <a:xfrm>
              <a:off x="2061" y="2405"/>
              <a:ext cx="31" cy="32"/>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726" name="Rectangle 127"/>
            <p:cNvSpPr>
              <a:spLocks noChangeArrowheads="1"/>
            </p:cNvSpPr>
            <p:nvPr/>
          </p:nvSpPr>
          <p:spPr bwMode="auto">
            <a:xfrm>
              <a:off x="1303" y="1579"/>
              <a:ext cx="31" cy="32"/>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727" name="Rectangle 128"/>
            <p:cNvSpPr>
              <a:spLocks noChangeArrowheads="1"/>
            </p:cNvSpPr>
            <p:nvPr/>
          </p:nvSpPr>
          <p:spPr bwMode="auto">
            <a:xfrm>
              <a:off x="3197" y="2566"/>
              <a:ext cx="32"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728" name="Rectangle 129"/>
            <p:cNvSpPr>
              <a:spLocks noChangeArrowheads="1"/>
            </p:cNvSpPr>
            <p:nvPr/>
          </p:nvSpPr>
          <p:spPr bwMode="auto">
            <a:xfrm>
              <a:off x="2187" y="1972"/>
              <a:ext cx="32"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729" name="Rectangle 130"/>
            <p:cNvSpPr>
              <a:spLocks noChangeArrowheads="1"/>
            </p:cNvSpPr>
            <p:nvPr/>
          </p:nvSpPr>
          <p:spPr bwMode="auto">
            <a:xfrm>
              <a:off x="3450" y="2759"/>
              <a:ext cx="32"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730" name="Rectangle 131"/>
            <p:cNvSpPr>
              <a:spLocks noChangeArrowheads="1"/>
            </p:cNvSpPr>
            <p:nvPr/>
          </p:nvSpPr>
          <p:spPr bwMode="auto">
            <a:xfrm>
              <a:off x="2061" y="2828"/>
              <a:ext cx="31"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731" name="Rectangle 132"/>
            <p:cNvSpPr>
              <a:spLocks noChangeArrowheads="1"/>
            </p:cNvSpPr>
            <p:nvPr/>
          </p:nvSpPr>
          <p:spPr bwMode="auto">
            <a:xfrm>
              <a:off x="2313" y="2229"/>
              <a:ext cx="32"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732" name="Rectangle 133"/>
            <p:cNvSpPr>
              <a:spLocks noChangeArrowheads="1"/>
            </p:cNvSpPr>
            <p:nvPr/>
          </p:nvSpPr>
          <p:spPr bwMode="auto">
            <a:xfrm>
              <a:off x="1556" y="2345"/>
              <a:ext cx="31" cy="32"/>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733" name="Rectangle 134"/>
            <p:cNvSpPr>
              <a:spLocks noChangeArrowheads="1"/>
            </p:cNvSpPr>
            <p:nvPr/>
          </p:nvSpPr>
          <p:spPr bwMode="auto">
            <a:xfrm>
              <a:off x="1429" y="2510"/>
              <a:ext cx="31" cy="32"/>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734" name="Rectangle 135"/>
            <p:cNvSpPr>
              <a:spLocks noChangeArrowheads="1"/>
            </p:cNvSpPr>
            <p:nvPr/>
          </p:nvSpPr>
          <p:spPr bwMode="auto">
            <a:xfrm>
              <a:off x="1176" y="2604"/>
              <a:ext cx="33"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735" name="Rectangle 136"/>
            <p:cNvSpPr>
              <a:spLocks noChangeArrowheads="1"/>
            </p:cNvSpPr>
            <p:nvPr/>
          </p:nvSpPr>
          <p:spPr bwMode="auto">
            <a:xfrm>
              <a:off x="4460" y="3089"/>
              <a:ext cx="32"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736" name="Rectangle 137"/>
            <p:cNvSpPr>
              <a:spLocks noChangeArrowheads="1"/>
            </p:cNvSpPr>
            <p:nvPr/>
          </p:nvSpPr>
          <p:spPr bwMode="auto">
            <a:xfrm>
              <a:off x="2187" y="2800"/>
              <a:ext cx="32" cy="32"/>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737" name="Rectangle 138"/>
            <p:cNvSpPr>
              <a:spLocks noChangeArrowheads="1"/>
            </p:cNvSpPr>
            <p:nvPr/>
          </p:nvSpPr>
          <p:spPr bwMode="auto">
            <a:xfrm>
              <a:off x="4082" y="3185"/>
              <a:ext cx="31"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738" name="Rectangle 139"/>
            <p:cNvSpPr>
              <a:spLocks noChangeArrowheads="1"/>
            </p:cNvSpPr>
            <p:nvPr/>
          </p:nvSpPr>
          <p:spPr bwMode="auto">
            <a:xfrm>
              <a:off x="2944" y="3254"/>
              <a:ext cx="33" cy="32"/>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739" name="Rectangle 140"/>
            <p:cNvSpPr>
              <a:spLocks noChangeArrowheads="1"/>
            </p:cNvSpPr>
            <p:nvPr/>
          </p:nvSpPr>
          <p:spPr bwMode="auto">
            <a:xfrm>
              <a:off x="3197" y="2805"/>
              <a:ext cx="32" cy="31"/>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endParaRPr lang="nb-NO" altLang="nb-NO" sz="1314">
                <a:latin typeface="Georgia" panose="02040502050405020303" pitchFamily="18" charset="0"/>
              </a:endParaRPr>
            </a:p>
          </p:txBody>
        </p:sp>
        <p:sp>
          <p:nvSpPr>
            <p:cNvPr id="25740" name="Freeform 141"/>
            <p:cNvSpPr>
              <a:spLocks/>
            </p:cNvSpPr>
            <p:nvPr/>
          </p:nvSpPr>
          <p:spPr bwMode="auto">
            <a:xfrm>
              <a:off x="1192" y="2510"/>
              <a:ext cx="2148" cy="22"/>
            </a:xfrm>
            <a:custGeom>
              <a:avLst/>
              <a:gdLst>
                <a:gd name="T0" fmla="*/ 0 w 2185"/>
                <a:gd name="T1" fmla="*/ 0 h 23"/>
                <a:gd name="T2" fmla="*/ 803 w 2185"/>
                <a:gd name="T3" fmla="*/ 11 h 23"/>
                <a:gd name="T4" fmla="*/ 1606 w 2185"/>
                <a:gd name="T5" fmla="*/ 11 h 23"/>
                <a:gd name="T6" fmla="*/ 0 60000 65536"/>
                <a:gd name="T7" fmla="*/ 0 60000 65536"/>
                <a:gd name="T8" fmla="*/ 0 60000 65536"/>
                <a:gd name="T9" fmla="*/ 0 w 2185"/>
                <a:gd name="T10" fmla="*/ 0 h 23"/>
                <a:gd name="T11" fmla="*/ 2185 w 2185"/>
                <a:gd name="T12" fmla="*/ 23 h 23"/>
              </a:gdLst>
              <a:ahLst/>
              <a:cxnLst>
                <a:cxn ang="T6">
                  <a:pos x="T0" y="T1"/>
                </a:cxn>
                <a:cxn ang="T7">
                  <a:pos x="T2" y="T3"/>
                </a:cxn>
                <a:cxn ang="T8">
                  <a:pos x="T4" y="T5"/>
                </a:cxn>
              </a:cxnLst>
              <a:rect l="T9" t="T10" r="T11" b="T12"/>
              <a:pathLst>
                <a:path w="2185" h="23">
                  <a:moveTo>
                    <a:pt x="0" y="0"/>
                  </a:moveTo>
                  <a:lnTo>
                    <a:pt x="1093" y="11"/>
                  </a:lnTo>
                  <a:lnTo>
                    <a:pt x="2185" y="23"/>
                  </a:lnTo>
                </a:path>
              </a:pathLst>
            </a:custGeom>
            <a:noFill/>
            <a:ln w="3810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nb-NO" sz="2189"/>
            </a:p>
          </p:txBody>
        </p:sp>
        <p:sp>
          <p:nvSpPr>
            <p:cNvPr id="25741" name="Freeform 142"/>
            <p:cNvSpPr>
              <a:spLocks/>
            </p:cNvSpPr>
            <p:nvPr/>
          </p:nvSpPr>
          <p:spPr bwMode="auto">
            <a:xfrm>
              <a:off x="1192" y="2261"/>
              <a:ext cx="3536" cy="971"/>
            </a:xfrm>
            <a:custGeom>
              <a:avLst/>
              <a:gdLst>
                <a:gd name="T0" fmla="*/ 0 w 3598"/>
                <a:gd name="T1" fmla="*/ 0 h 999"/>
                <a:gd name="T2" fmla="*/ 1317 w 3598"/>
                <a:gd name="T3" fmla="*/ 299 h 999"/>
                <a:gd name="T4" fmla="*/ 2631 w 3598"/>
                <a:gd name="T5" fmla="*/ 600 h 999"/>
                <a:gd name="T6" fmla="*/ 0 60000 65536"/>
                <a:gd name="T7" fmla="*/ 0 60000 65536"/>
                <a:gd name="T8" fmla="*/ 0 60000 65536"/>
                <a:gd name="T9" fmla="*/ 0 w 3598"/>
                <a:gd name="T10" fmla="*/ 0 h 999"/>
                <a:gd name="T11" fmla="*/ 3598 w 3598"/>
                <a:gd name="T12" fmla="*/ 999 h 999"/>
              </a:gdLst>
              <a:ahLst/>
              <a:cxnLst>
                <a:cxn ang="T6">
                  <a:pos x="T0" y="T1"/>
                </a:cxn>
                <a:cxn ang="T7">
                  <a:pos x="T2" y="T3"/>
                </a:cxn>
                <a:cxn ang="T8">
                  <a:pos x="T4" y="T5"/>
                </a:cxn>
              </a:cxnLst>
              <a:rect l="T9" t="T10" r="T11" b="T12"/>
              <a:pathLst>
                <a:path w="3598" h="999">
                  <a:moveTo>
                    <a:pt x="0" y="0"/>
                  </a:moveTo>
                  <a:lnTo>
                    <a:pt x="1799" y="500"/>
                  </a:lnTo>
                  <a:lnTo>
                    <a:pt x="3598" y="999"/>
                  </a:lnTo>
                </a:path>
              </a:pathLst>
            </a:custGeom>
            <a:noFill/>
            <a:ln w="38100">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nb-NO" sz="2189"/>
            </a:p>
          </p:txBody>
        </p:sp>
        <p:sp>
          <p:nvSpPr>
            <p:cNvPr id="25742" name="Line 143"/>
            <p:cNvSpPr>
              <a:spLocks noChangeShapeType="1"/>
            </p:cNvSpPr>
            <p:nvPr/>
          </p:nvSpPr>
          <p:spPr bwMode="auto">
            <a:xfrm flipV="1">
              <a:off x="1001" y="1162"/>
              <a:ext cx="1" cy="241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743" name="Line 144"/>
            <p:cNvSpPr>
              <a:spLocks noChangeShapeType="1"/>
            </p:cNvSpPr>
            <p:nvPr/>
          </p:nvSpPr>
          <p:spPr bwMode="auto">
            <a:xfrm flipH="1">
              <a:off x="960" y="3460"/>
              <a:ext cx="41"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744" name="Rectangle 145"/>
            <p:cNvSpPr>
              <a:spLocks noChangeArrowheads="1"/>
            </p:cNvSpPr>
            <p:nvPr/>
          </p:nvSpPr>
          <p:spPr bwMode="auto">
            <a:xfrm rot="16200000">
              <a:off x="841" y="3397"/>
              <a:ext cx="97"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r>
                <a:rPr lang="nb-NO" altLang="nb-NO" sz="1423">
                  <a:solidFill>
                    <a:srgbClr val="000000"/>
                  </a:solidFill>
                  <a:latin typeface="Arial" panose="020B0604020202020204" pitchFamily="34" charset="0"/>
                </a:rPr>
                <a:t>-2</a:t>
              </a:r>
              <a:endParaRPr lang="nb-NO" altLang="nb-NO" sz="1314">
                <a:latin typeface="Georgia" panose="02040502050405020303" pitchFamily="18" charset="0"/>
              </a:endParaRPr>
            </a:p>
          </p:txBody>
        </p:sp>
        <p:sp>
          <p:nvSpPr>
            <p:cNvPr id="25745" name="Line 146"/>
            <p:cNvSpPr>
              <a:spLocks noChangeShapeType="1"/>
            </p:cNvSpPr>
            <p:nvPr/>
          </p:nvSpPr>
          <p:spPr bwMode="auto">
            <a:xfrm flipH="1">
              <a:off x="960" y="3013"/>
              <a:ext cx="41"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746" name="Rectangle 147"/>
            <p:cNvSpPr>
              <a:spLocks noChangeArrowheads="1"/>
            </p:cNvSpPr>
            <p:nvPr/>
          </p:nvSpPr>
          <p:spPr bwMode="auto">
            <a:xfrm rot="16200000">
              <a:off x="860" y="2950"/>
              <a:ext cx="61"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r>
                <a:rPr lang="nb-NO" altLang="nb-NO" sz="1423">
                  <a:solidFill>
                    <a:srgbClr val="000000"/>
                  </a:solidFill>
                  <a:latin typeface="Arial" panose="020B0604020202020204" pitchFamily="34" charset="0"/>
                </a:rPr>
                <a:t>0</a:t>
              </a:r>
              <a:endParaRPr lang="nb-NO" altLang="nb-NO" sz="1314">
                <a:latin typeface="Georgia" panose="02040502050405020303" pitchFamily="18" charset="0"/>
              </a:endParaRPr>
            </a:p>
          </p:txBody>
        </p:sp>
        <p:sp>
          <p:nvSpPr>
            <p:cNvPr id="25747" name="Line 148"/>
            <p:cNvSpPr>
              <a:spLocks noChangeShapeType="1"/>
            </p:cNvSpPr>
            <p:nvPr/>
          </p:nvSpPr>
          <p:spPr bwMode="auto">
            <a:xfrm flipH="1">
              <a:off x="960" y="2566"/>
              <a:ext cx="41"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748" name="Rectangle 149"/>
            <p:cNvSpPr>
              <a:spLocks noChangeArrowheads="1"/>
            </p:cNvSpPr>
            <p:nvPr/>
          </p:nvSpPr>
          <p:spPr bwMode="auto">
            <a:xfrm rot="16200000">
              <a:off x="860" y="2503"/>
              <a:ext cx="61"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r>
                <a:rPr lang="nb-NO" altLang="nb-NO" sz="1423">
                  <a:solidFill>
                    <a:srgbClr val="000000"/>
                  </a:solidFill>
                  <a:latin typeface="Arial" panose="020B0604020202020204" pitchFamily="34" charset="0"/>
                </a:rPr>
                <a:t>2</a:t>
              </a:r>
              <a:endParaRPr lang="nb-NO" altLang="nb-NO" sz="1314">
                <a:latin typeface="Georgia" panose="02040502050405020303" pitchFamily="18" charset="0"/>
              </a:endParaRPr>
            </a:p>
          </p:txBody>
        </p:sp>
        <p:sp>
          <p:nvSpPr>
            <p:cNvPr id="25749" name="Line 150"/>
            <p:cNvSpPr>
              <a:spLocks noChangeShapeType="1"/>
            </p:cNvSpPr>
            <p:nvPr/>
          </p:nvSpPr>
          <p:spPr bwMode="auto">
            <a:xfrm flipH="1">
              <a:off x="960" y="2120"/>
              <a:ext cx="41"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750" name="Rectangle 151"/>
            <p:cNvSpPr>
              <a:spLocks noChangeArrowheads="1"/>
            </p:cNvSpPr>
            <p:nvPr/>
          </p:nvSpPr>
          <p:spPr bwMode="auto">
            <a:xfrm rot="16200000">
              <a:off x="860" y="2057"/>
              <a:ext cx="61"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r>
                <a:rPr lang="nb-NO" altLang="nb-NO" sz="1423">
                  <a:solidFill>
                    <a:srgbClr val="000000"/>
                  </a:solidFill>
                  <a:latin typeface="Arial" panose="020B0604020202020204" pitchFamily="34" charset="0"/>
                </a:rPr>
                <a:t>4</a:t>
              </a:r>
              <a:endParaRPr lang="nb-NO" altLang="nb-NO" sz="1314">
                <a:latin typeface="Georgia" panose="02040502050405020303" pitchFamily="18" charset="0"/>
              </a:endParaRPr>
            </a:p>
          </p:txBody>
        </p:sp>
        <p:sp>
          <p:nvSpPr>
            <p:cNvPr id="25751" name="Line 152"/>
            <p:cNvSpPr>
              <a:spLocks noChangeShapeType="1"/>
            </p:cNvSpPr>
            <p:nvPr/>
          </p:nvSpPr>
          <p:spPr bwMode="auto">
            <a:xfrm flipH="1">
              <a:off x="960" y="1673"/>
              <a:ext cx="41"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752" name="Rectangle 153"/>
            <p:cNvSpPr>
              <a:spLocks noChangeArrowheads="1"/>
            </p:cNvSpPr>
            <p:nvPr/>
          </p:nvSpPr>
          <p:spPr bwMode="auto">
            <a:xfrm rot="16200000">
              <a:off x="861" y="1610"/>
              <a:ext cx="61"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r>
                <a:rPr lang="nb-NO" altLang="nb-NO" sz="1423">
                  <a:solidFill>
                    <a:srgbClr val="000000"/>
                  </a:solidFill>
                  <a:latin typeface="Arial" panose="020B0604020202020204" pitchFamily="34" charset="0"/>
                </a:rPr>
                <a:t>6</a:t>
              </a:r>
              <a:endParaRPr lang="nb-NO" altLang="nb-NO" sz="1314">
                <a:latin typeface="Georgia" panose="02040502050405020303" pitchFamily="18" charset="0"/>
              </a:endParaRPr>
            </a:p>
          </p:txBody>
        </p:sp>
        <p:sp>
          <p:nvSpPr>
            <p:cNvPr id="25753" name="Line 154"/>
            <p:cNvSpPr>
              <a:spLocks noChangeShapeType="1"/>
            </p:cNvSpPr>
            <p:nvPr/>
          </p:nvSpPr>
          <p:spPr bwMode="auto">
            <a:xfrm flipH="1">
              <a:off x="960" y="1226"/>
              <a:ext cx="41"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754" name="Rectangle 155"/>
            <p:cNvSpPr>
              <a:spLocks noChangeArrowheads="1"/>
            </p:cNvSpPr>
            <p:nvPr/>
          </p:nvSpPr>
          <p:spPr bwMode="auto">
            <a:xfrm rot="16200000">
              <a:off x="861" y="1162"/>
              <a:ext cx="61"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r>
                <a:rPr lang="nb-NO" altLang="nb-NO" sz="1423">
                  <a:solidFill>
                    <a:srgbClr val="000000"/>
                  </a:solidFill>
                  <a:latin typeface="Arial" panose="020B0604020202020204" pitchFamily="34" charset="0"/>
                </a:rPr>
                <a:t>8</a:t>
              </a:r>
              <a:endParaRPr lang="nb-NO" altLang="nb-NO" sz="1314">
                <a:latin typeface="Georgia" panose="02040502050405020303" pitchFamily="18" charset="0"/>
              </a:endParaRPr>
            </a:p>
          </p:txBody>
        </p:sp>
        <p:sp>
          <p:nvSpPr>
            <p:cNvPr id="25755" name="Rectangle 156"/>
            <p:cNvSpPr>
              <a:spLocks noChangeArrowheads="1"/>
            </p:cNvSpPr>
            <p:nvPr/>
          </p:nvSpPr>
          <p:spPr bwMode="auto">
            <a:xfrm rot="16200000">
              <a:off x="429" y="2306"/>
              <a:ext cx="699"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r>
                <a:rPr lang="nb-NO" altLang="nb-NO" sz="1423">
                  <a:solidFill>
                    <a:srgbClr val="000000"/>
                  </a:solidFill>
                  <a:latin typeface="Arial" panose="020B0604020202020204" pitchFamily="34" charset="0"/>
                </a:rPr>
                <a:t>Annual growth</a:t>
              </a:r>
              <a:endParaRPr lang="nb-NO" altLang="nb-NO" sz="1314">
                <a:latin typeface="Georgia" panose="02040502050405020303" pitchFamily="18" charset="0"/>
              </a:endParaRPr>
            </a:p>
          </p:txBody>
        </p:sp>
        <p:sp>
          <p:nvSpPr>
            <p:cNvPr id="25756" name="Line 157"/>
            <p:cNvSpPr>
              <a:spLocks noChangeShapeType="1"/>
            </p:cNvSpPr>
            <p:nvPr/>
          </p:nvSpPr>
          <p:spPr bwMode="auto">
            <a:xfrm>
              <a:off x="1001" y="3577"/>
              <a:ext cx="391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757" name="Line 158"/>
            <p:cNvSpPr>
              <a:spLocks noChangeShapeType="1"/>
            </p:cNvSpPr>
            <p:nvPr/>
          </p:nvSpPr>
          <p:spPr bwMode="auto">
            <a:xfrm>
              <a:off x="1066" y="3577"/>
              <a:ext cx="1" cy="4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758" name="Rectangle 159"/>
            <p:cNvSpPr>
              <a:spLocks noChangeArrowheads="1"/>
            </p:cNvSpPr>
            <p:nvPr/>
          </p:nvSpPr>
          <p:spPr bwMode="auto">
            <a:xfrm>
              <a:off x="1014" y="3638"/>
              <a:ext cx="58" cy="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r>
                <a:rPr lang="nb-NO" altLang="nb-NO" sz="1423">
                  <a:solidFill>
                    <a:srgbClr val="000000"/>
                  </a:solidFill>
                  <a:latin typeface="Arial" panose="020B0604020202020204" pitchFamily="34" charset="0"/>
                </a:rPr>
                <a:t>0</a:t>
              </a:r>
              <a:endParaRPr lang="nb-NO" altLang="nb-NO" sz="1314">
                <a:latin typeface="Georgia" panose="02040502050405020303" pitchFamily="18" charset="0"/>
              </a:endParaRPr>
            </a:p>
          </p:txBody>
        </p:sp>
        <p:sp>
          <p:nvSpPr>
            <p:cNvPr id="25759" name="Line 160"/>
            <p:cNvSpPr>
              <a:spLocks noChangeShapeType="1"/>
            </p:cNvSpPr>
            <p:nvPr/>
          </p:nvSpPr>
          <p:spPr bwMode="auto">
            <a:xfrm>
              <a:off x="2329" y="3577"/>
              <a:ext cx="1" cy="4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760" name="Rectangle 161"/>
            <p:cNvSpPr>
              <a:spLocks noChangeArrowheads="1"/>
            </p:cNvSpPr>
            <p:nvPr/>
          </p:nvSpPr>
          <p:spPr bwMode="auto">
            <a:xfrm>
              <a:off x="2262" y="3638"/>
              <a:ext cx="88" cy="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r>
                <a:rPr lang="nb-NO" altLang="nb-NO" sz="1423">
                  <a:solidFill>
                    <a:srgbClr val="000000"/>
                  </a:solidFill>
                  <a:latin typeface="Arial" panose="020B0604020202020204" pitchFamily="34" charset="0"/>
                </a:rPr>
                <a:t>.1</a:t>
              </a:r>
              <a:endParaRPr lang="nb-NO" altLang="nb-NO" sz="1314">
                <a:latin typeface="Georgia" panose="02040502050405020303" pitchFamily="18" charset="0"/>
              </a:endParaRPr>
            </a:p>
          </p:txBody>
        </p:sp>
        <p:sp>
          <p:nvSpPr>
            <p:cNvPr id="25761" name="Line 162"/>
            <p:cNvSpPr>
              <a:spLocks noChangeShapeType="1"/>
            </p:cNvSpPr>
            <p:nvPr/>
          </p:nvSpPr>
          <p:spPr bwMode="auto">
            <a:xfrm>
              <a:off x="3592" y="3577"/>
              <a:ext cx="1" cy="4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762" name="Rectangle 163"/>
            <p:cNvSpPr>
              <a:spLocks noChangeArrowheads="1"/>
            </p:cNvSpPr>
            <p:nvPr/>
          </p:nvSpPr>
          <p:spPr bwMode="auto">
            <a:xfrm>
              <a:off x="3525" y="3638"/>
              <a:ext cx="88" cy="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r>
                <a:rPr lang="nb-NO" altLang="nb-NO" sz="1423">
                  <a:solidFill>
                    <a:srgbClr val="000000"/>
                  </a:solidFill>
                  <a:latin typeface="Arial" panose="020B0604020202020204" pitchFamily="34" charset="0"/>
                </a:rPr>
                <a:t>.2</a:t>
              </a:r>
              <a:endParaRPr lang="nb-NO" altLang="nb-NO" sz="1314">
                <a:latin typeface="Georgia" panose="02040502050405020303" pitchFamily="18" charset="0"/>
              </a:endParaRPr>
            </a:p>
          </p:txBody>
        </p:sp>
        <p:sp>
          <p:nvSpPr>
            <p:cNvPr id="25763" name="Line 164"/>
            <p:cNvSpPr>
              <a:spLocks noChangeShapeType="1"/>
            </p:cNvSpPr>
            <p:nvPr/>
          </p:nvSpPr>
          <p:spPr bwMode="auto">
            <a:xfrm>
              <a:off x="4855" y="3577"/>
              <a:ext cx="1" cy="4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nb-NO" sz="2189"/>
            </a:p>
          </p:txBody>
        </p:sp>
        <p:sp>
          <p:nvSpPr>
            <p:cNvPr id="25764" name="Rectangle 165"/>
            <p:cNvSpPr>
              <a:spLocks noChangeArrowheads="1"/>
            </p:cNvSpPr>
            <p:nvPr/>
          </p:nvSpPr>
          <p:spPr bwMode="auto">
            <a:xfrm>
              <a:off x="4788" y="3638"/>
              <a:ext cx="88" cy="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r>
                <a:rPr lang="nb-NO" altLang="nb-NO" sz="1423">
                  <a:solidFill>
                    <a:srgbClr val="000000"/>
                  </a:solidFill>
                  <a:latin typeface="Arial" panose="020B0604020202020204" pitchFamily="34" charset="0"/>
                </a:rPr>
                <a:t>.3</a:t>
              </a:r>
              <a:endParaRPr lang="nb-NO" altLang="nb-NO" sz="1314">
                <a:latin typeface="Georgia" panose="02040502050405020303" pitchFamily="18" charset="0"/>
              </a:endParaRPr>
            </a:p>
          </p:txBody>
        </p:sp>
        <p:sp>
          <p:nvSpPr>
            <p:cNvPr id="25765" name="Rectangle 166"/>
            <p:cNvSpPr>
              <a:spLocks noChangeArrowheads="1"/>
            </p:cNvSpPr>
            <p:nvPr/>
          </p:nvSpPr>
          <p:spPr bwMode="auto">
            <a:xfrm>
              <a:off x="2230" y="3738"/>
              <a:ext cx="1406" cy="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r>
                <a:rPr lang="nb-NO" altLang="nb-NO" sz="1423">
                  <a:solidFill>
                    <a:srgbClr val="000000"/>
                  </a:solidFill>
                  <a:latin typeface="Arial" panose="020B0604020202020204" pitchFamily="34" charset="0"/>
                </a:rPr>
                <a:t>Natural resource exports/GDP</a:t>
              </a:r>
              <a:endParaRPr lang="nb-NO" altLang="nb-NO" sz="1314">
                <a:latin typeface="Georgia" panose="02040502050405020303" pitchFamily="18" charset="0"/>
              </a:endParaRPr>
            </a:p>
          </p:txBody>
        </p:sp>
      </p:grpSp>
      <p:sp>
        <p:nvSpPr>
          <p:cNvPr id="54279" name="TextBox 165"/>
          <p:cNvSpPr txBox="1">
            <a:spLocks noChangeArrowheads="1"/>
          </p:cNvSpPr>
          <p:nvPr/>
        </p:nvSpPr>
        <p:spPr bwMode="auto">
          <a:xfrm>
            <a:off x="267609" y="1200190"/>
            <a:ext cx="9696400" cy="766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r>
              <a:rPr lang="nb-NO" altLang="nb-NO" sz="2189" i="1" dirty="0">
                <a:solidFill>
                  <a:srgbClr val="350CE4"/>
                </a:solidFill>
                <a:latin typeface="Georgia" panose="02040502050405020303" pitchFamily="18" charset="0"/>
              </a:rPr>
              <a:t>Blå linje; god institusjonell kvalitet; ikke rammet av rikdommens paradoks</a:t>
            </a:r>
          </a:p>
          <a:p>
            <a:pPr eaLnBrk="1" hangingPunct="1">
              <a:spcBef>
                <a:spcPct val="0"/>
              </a:spcBef>
              <a:buFontTx/>
              <a:buNone/>
            </a:pPr>
            <a:r>
              <a:rPr lang="nb-NO" altLang="nb-NO" sz="2189" i="1" dirty="0">
                <a:solidFill>
                  <a:srgbClr val="FF0000"/>
                </a:solidFill>
                <a:latin typeface="Georgia" panose="02040502050405020303" pitchFamily="18" charset="0"/>
              </a:rPr>
              <a:t>Rød linje: dårlig institusjonell kvalitet; rammet av rikdommens paradoks </a:t>
            </a:r>
          </a:p>
        </p:txBody>
      </p:sp>
      <p:sp>
        <p:nvSpPr>
          <p:cNvPr id="167" name="TextBox 166"/>
          <p:cNvSpPr txBox="1">
            <a:spLocks noChangeArrowheads="1"/>
          </p:cNvSpPr>
          <p:nvPr/>
        </p:nvSpPr>
        <p:spPr bwMode="auto">
          <a:xfrm>
            <a:off x="2740896" y="2518375"/>
            <a:ext cx="5684569" cy="6986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2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Char char="–"/>
              <a:defRPr sz="20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Char char="•"/>
              <a:defRPr sz="16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Char char="»"/>
              <a:defRPr sz="1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r>
              <a:rPr lang="nb-NO" altLang="nb-NO" sz="1970" b="1" i="1" dirty="0">
                <a:solidFill>
                  <a:srgbClr val="7030A0"/>
                </a:solidFill>
                <a:latin typeface="Georgia" panose="02040502050405020303" pitchFamily="18" charset="0"/>
              </a:rPr>
              <a:t>Alle de blå landene har parlamentarisme!</a:t>
            </a:r>
          </a:p>
          <a:p>
            <a:pPr eaLnBrk="1" hangingPunct="1">
              <a:spcBef>
                <a:spcPct val="0"/>
              </a:spcBef>
              <a:buFontTx/>
              <a:buNone/>
            </a:pPr>
            <a:r>
              <a:rPr lang="nb-NO" altLang="nb-NO" sz="1970" b="1" i="1" dirty="0">
                <a:solidFill>
                  <a:srgbClr val="7030A0"/>
                </a:solidFill>
                <a:latin typeface="Georgia" panose="02040502050405020303" pitchFamily="18" charset="0"/>
              </a:rPr>
              <a:t>Alle de røde er presidentstyrt! </a:t>
            </a:r>
          </a:p>
        </p:txBody>
      </p:sp>
    </p:spTree>
    <p:custDataLst>
      <p:tags r:id="rId1"/>
    </p:custDataLst>
    <p:extLst>
      <p:ext uri="{BB962C8B-B14F-4D97-AF65-F5344CB8AC3E}">
        <p14:creationId xmlns:p14="http://schemas.microsoft.com/office/powerpoint/2010/main" val="510256441"/>
      </p:ext>
    </p:extLst>
  </p:cSld>
  <p:clrMapOvr>
    <a:masterClrMapping/>
  </p:clrMapOvr>
  <p:transition advTm="137757">
    <p:cover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4279"/>
                                        </p:tgtEl>
                                        <p:attrNameLst>
                                          <p:attrName>style.visibility</p:attrName>
                                        </p:attrNameLst>
                                      </p:cBhvr>
                                      <p:to>
                                        <p:strVal val="visible"/>
                                      </p:to>
                                    </p:set>
                                    <p:animEffect transition="in" filter="fade">
                                      <p:cBhvr>
                                        <p:cTn id="7" dur="1000"/>
                                        <p:tgtEl>
                                          <p:spTgt spid="54279"/>
                                        </p:tgtEl>
                                      </p:cBhvr>
                                    </p:animEffect>
                                    <p:anim calcmode="lin" valueType="num">
                                      <p:cBhvr>
                                        <p:cTn id="8" dur="1000" fill="hold"/>
                                        <p:tgtEl>
                                          <p:spTgt spid="54279"/>
                                        </p:tgtEl>
                                        <p:attrNameLst>
                                          <p:attrName>ppt_x</p:attrName>
                                        </p:attrNameLst>
                                      </p:cBhvr>
                                      <p:tavLst>
                                        <p:tav tm="0">
                                          <p:val>
                                            <p:strVal val="#ppt_x"/>
                                          </p:val>
                                        </p:tav>
                                        <p:tav tm="100000">
                                          <p:val>
                                            <p:strVal val="#ppt_x"/>
                                          </p:val>
                                        </p:tav>
                                      </p:tavLst>
                                    </p:anim>
                                    <p:anim calcmode="lin" valueType="num">
                                      <p:cBhvr>
                                        <p:cTn id="9" dur="1000" fill="hold"/>
                                        <p:tgtEl>
                                          <p:spTgt spid="54279"/>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167"/>
                                        </p:tgtEl>
                                        <p:attrNameLst>
                                          <p:attrName>style.visibility</p:attrName>
                                        </p:attrNameLst>
                                      </p:cBhvr>
                                      <p:to>
                                        <p:strVal val="visible"/>
                                      </p:to>
                                    </p:set>
                                    <p:anim calcmode="lin" valueType="num">
                                      <p:cBhvr additive="base">
                                        <p:cTn id="14" dur="500" fill="hold"/>
                                        <p:tgtEl>
                                          <p:spTgt spid="167"/>
                                        </p:tgtEl>
                                        <p:attrNameLst>
                                          <p:attrName>ppt_x</p:attrName>
                                        </p:attrNameLst>
                                      </p:cBhvr>
                                      <p:tavLst>
                                        <p:tav tm="0">
                                          <p:val>
                                            <p:strVal val="#ppt_x"/>
                                          </p:val>
                                        </p:tav>
                                        <p:tav tm="100000">
                                          <p:val>
                                            <p:strVal val="#ppt_x"/>
                                          </p:val>
                                        </p:tav>
                                      </p:tavLst>
                                    </p:anim>
                                    <p:anim calcmode="lin" valueType="num">
                                      <p:cBhvr additive="base">
                                        <p:cTn id="15" dur="500" fill="hold"/>
                                        <p:tgtEl>
                                          <p:spTgt spid="16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9" grpId="0"/>
      <p:bldP spid="167"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4DA23066-C611-45B5-B2ED-74B7FB467CDE}"/>
              </a:ext>
            </a:extLst>
          </p:cNvPr>
          <p:cNvSpPr>
            <a:spLocks noGrp="1"/>
          </p:cNvSpPr>
          <p:nvPr>
            <p:ph type="title"/>
          </p:nvPr>
        </p:nvSpPr>
        <p:spPr>
          <a:xfrm>
            <a:off x="900138" y="756295"/>
            <a:ext cx="8640960" cy="701030"/>
          </a:xfrm>
          <a:solidFill>
            <a:schemeClr val="tx2">
              <a:lumMod val="75000"/>
              <a:lumOff val="25000"/>
            </a:schemeClr>
          </a:solidFill>
        </p:spPr>
        <p:txBody>
          <a:bodyPr>
            <a:normAutofit/>
          </a:bodyPr>
          <a:lstStyle/>
          <a:p>
            <a:r>
              <a:rPr lang="nb-NO" sz="3200" dirty="0">
                <a:solidFill>
                  <a:schemeClr val="bg1"/>
                </a:solidFill>
                <a:latin typeface="Palatino Linotype" panose="02040502050505030304" pitchFamily="18" charset="0"/>
              </a:rPr>
              <a:t>Debatten om skatteparadis i Norge</a:t>
            </a:r>
            <a:endParaRPr lang="en-US" sz="3200" dirty="0">
              <a:solidFill>
                <a:schemeClr val="bg1"/>
              </a:solidFill>
              <a:latin typeface="Palatino Linotype" panose="02040502050505030304" pitchFamily="18" charset="0"/>
            </a:endParaRPr>
          </a:p>
        </p:txBody>
      </p:sp>
      <p:sp>
        <p:nvSpPr>
          <p:cNvPr id="3" name="Plassholder for innhold 2">
            <a:extLst>
              <a:ext uri="{FF2B5EF4-FFF2-40B4-BE49-F238E27FC236}">
                <a16:creationId xmlns:a16="http://schemas.microsoft.com/office/drawing/2014/main" id="{3373B3E0-1E0E-4A3B-ADCE-E2192B73EDD7}"/>
              </a:ext>
            </a:extLst>
          </p:cNvPr>
          <p:cNvSpPr>
            <a:spLocks noGrp="1"/>
          </p:cNvSpPr>
          <p:nvPr>
            <p:ph idx="1"/>
          </p:nvPr>
        </p:nvSpPr>
        <p:spPr>
          <a:xfrm>
            <a:off x="713458" y="2078193"/>
            <a:ext cx="8582271" cy="5358774"/>
          </a:xfrm>
        </p:spPr>
        <p:txBody>
          <a:bodyPr>
            <a:normAutofit/>
          </a:bodyPr>
          <a:lstStyle/>
          <a:p>
            <a:pPr algn="l"/>
            <a:r>
              <a:rPr lang="nb-NO" b="0" i="0" u="none" strike="noStrike" baseline="0" dirty="0">
                <a:latin typeface="Palatino Linotype" panose="02040502050505030304" pitchFamily="18" charset="0"/>
              </a:rPr>
              <a:t>Norges Banks hovedstyre i brev av 29.04.2020 til representantskapet : </a:t>
            </a:r>
          </a:p>
          <a:p>
            <a:pPr algn="l"/>
            <a:endParaRPr lang="nb-NO" b="0" i="0" u="none" strike="noStrike" baseline="0" dirty="0">
              <a:latin typeface="Palatino Linotype" panose="02040502050505030304" pitchFamily="18" charset="0"/>
            </a:endParaRPr>
          </a:p>
          <a:p>
            <a:pPr marL="0" indent="0" algn="l">
              <a:buNone/>
            </a:pPr>
            <a:r>
              <a:rPr lang="nb-NO" b="0" i="0" u="none" strike="noStrike" baseline="0" dirty="0">
                <a:latin typeface="Palatino Linotype" panose="02040502050505030304" pitchFamily="18" charset="0"/>
              </a:rPr>
              <a:t>«</a:t>
            </a:r>
            <a:r>
              <a:rPr lang="nb-NO" b="0" i="1" u="none" strike="noStrike" baseline="0" dirty="0">
                <a:latin typeface="Palatino Linotype" panose="02040502050505030304" pitchFamily="18" charset="0"/>
              </a:rPr>
              <a:t>Den vanlige definisjonen av skatteparadiser er at de har liten grad av åpenhet og innsyn i kombinasjon med ingen eller svært lave skattesatser. Det er imidlertid vesentlige</a:t>
            </a:r>
            <a:r>
              <a:rPr lang="nb-NO" i="1" dirty="0">
                <a:latin typeface="Palatino Linotype" panose="02040502050505030304" pitchFamily="18" charset="0"/>
              </a:rPr>
              <a:t> </a:t>
            </a:r>
            <a:r>
              <a:rPr lang="nb-NO" b="0" i="1" u="none" strike="noStrike" baseline="0" dirty="0">
                <a:latin typeface="Palatino Linotype" panose="02040502050505030304" pitchFamily="18" charset="0"/>
              </a:rPr>
              <a:t>forskjeller på tvers av disse jurisdiksjonene. Både Jersey og Caymanøyene er medlemmer</a:t>
            </a:r>
            <a:r>
              <a:rPr lang="nb-NO" i="1" dirty="0">
                <a:latin typeface="Palatino Linotype" panose="02040502050505030304" pitchFamily="18" charset="0"/>
              </a:rPr>
              <a:t> </a:t>
            </a:r>
            <a:r>
              <a:rPr lang="nb-NO" b="0" i="1" u="none" strike="noStrike" baseline="0" dirty="0">
                <a:latin typeface="Palatino Linotype" panose="02040502050505030304" pitchFamily="18" charset="0"/>
              </a:rPr>
              <a:t>av </a:t>
            </a:r>
            <a:r>
              <a:rPr lang="nb-NO" b="0" i="1" u="none" strike="noStrike" baseline="0" dirty="0">
                <a:solidFill>
                  <a:srgbClr val="FF0000"/>
                </a:solidFill>
                <a:latin typeface="Palatino Linotype" panose="02040502050505030304" pitchFamily="18" charset="0"/>
              </a:rPr>
              <a:t>OECDs ‘Global Forum </a:t>
            </a:r>
            <a:r>
              <a:rPr lang="nb-NO" b="0" i="1" u="none" strike="noStrike" baseline="0" dirty="0" err="1">
                <a:solidFill>
                  <a:srgbClr val="FF0000"/>
                </a:solidFill>
                <a:latin typeface="Palatino Linotype" panose="02040502050505030304" pitchFamily="18" charset="0"/>
              </a:rPr>
              <a:t>on</a:t>
            </a:r>
            <a:r>
              <a:rPr lang="nb-NO" b="0" i="1" u="none" strike="noStrike" baseline="0" dirty="0">
                <a:solidFill>
                  <a:srgbClr val="FF0000"/>
                </a:solidFill>
                <a:latin typeface="Palatino Linotype" panose="02040502050505030304" pitchFamily="18" charset="0"/>
              </a:rPr>
              <a:t> </a:t>
            </a:r>
            <a:r>
              <a:rPr lang="nb-NO" b="0" i="1" u="none" strike="noStrike" baseline="0" dirty="0" err="1">
                <a:solidFill>
                  <a:srgbClr val="FF0000"/>
                </a:solidFill>
                <a:latin typeface="Palatino Linotype" panose="02040502050505030304" pitchFamily="18" charset="0"/>
              </a:rPr>
              <a:t>Transparency</a:t>
            </a:r>
            <a:r>
              <a:rPr lang="nb-NO" b="0" i="1" u="none" strike="noStrike" baseline="0" dirty="0">
                <a:solidFill>
                  <a:srgbClr val="FF0000"/>
                </a:solidFill>
                <a:latin typeface="Palatino Linotype" panose="02040502050505030304" pitchFamily="18" charset="0"/>
              </a:rPr>
              <a:t> and Exchange for </a:t>
            </a:r>
            <a:r>
              <a:rPr lang="nb-NO" b="0" i="1" u="none" strike="noStrike" baseline="0" dirty="0" err="1">
                <a:solidFill>
                  <a:srgbClr val="FF0000"/>
                </a:solidFill>
                <a:latin typeface="Palatino Linotype" panose="02040502050505030304" pitchFamily="18" charset="0"/>
              </a:rPr>
              <a:t>Tax</a:t>
            </a:r>
            <a:r>
              <a:rPr lang="nb-NO" b="0" i="1" u="none" strike="noStrike" baseline="0" dirty="0">
                <a:solidFill>
                  <a:srgbClr val="FF0000"/>
                </a:solidFill>
                <a:latin typeface="Palatino Linotype" panose="02040502050505030304" pitchFamily="18" charset="0"/>
              </a:rPr>
              <a:t> Purposes</a:t>
            </a:r>
            <a:r>
              <a:rPr lang="nb-NO" b="0" i="0" u="none" strike="noStrike" baseline="0" dirty="0">
                <a:latin typeface="Palatino Linotype" panose="02040502050505030304" pitchFamily="18" charset="0"/>
              </a:rPr>
              <a:t>»</a:t>
            </a:r>
          </a:p>
          <a:p>
            <a:pPr marL="0" indent="0" algn="l">
              <a:buNone/>
            </a:pPr>
            <a:endParaRPr lang="nb-NO" sz="1800" b="0" i="0" dirty="0">
              <a:solidFill>
                <a:srgbClr val="2B2B2B"/>
              </a:solidFill>
              <a:effectLst/>
              <a:latin typeface="Austin News Text"/>
            </a:endParaRPr>
          </a:p>
          <a:p>
            <a:pPr marL="0" indent="0" algn="l">
              <a:buNone/>
            </a:pPr>
            <a:endParaRPr lang="nb-NO" sz="2000" b="0" i="0" u="none" strike="noStrike" baseline="0" dirty="0">
              <a:latin typeface="Palatino Linotype" panose="02040502050505030304" pitchFamily="18" charset="0"/>
            </a:endParaRPr>
          </a:p>
        </p:txBody>
      </p:sp>
      <p:sp>
        <p:nvSpPr>
          <p:cNvPr id="4" name="Plassholder for lysbildenummer 3">
            <a:extLst>
              <a:ext uri="{FF2B5EF4-FFF2-40B4-BE49-F238E27FC236}">
                <a16:creationId xmlns:a16="http://schemas.microsoft.com/office/drawing/2014/main" id="{417238C4-9371-4AE8-852F-E5858D2F91F1}"/>
              </a:ext>
            </a:extLst>
          </p:cNvPr>
          <p:cNvSpPr>
            <a:spLocks noGrp="1"/>
          </p:cNvSpPr>
          <p:nvPr>
            <p:ph type="sldNum" sz="quarter" idx="12"/>
          </p:nvPr>
        </p:nvSpPr>
        <p:spPr/>
        <p:txBody>
          <a:bodyPr/>
          <a:lstStyle/>
          <a:p>
            <a:fld id="{3FA4DDC8-1D0B-4B83-8CF0-4F24D54506BB}" type="slidenum">
              <a:rPr lang="nb-NO" smtClean="0"/>
              <a:pPr/>
              <a:t>51</a:t>
            </a:fld>
            <a:endParaRPr lang="nb-NO"/>
          </a:p>
        </p:txBody>
      </p:sp>
    </p:spTree>
    <p:custDataLst>
      <p:tags r:id="rId1"/>
    </p:custDataLst>
    <p:extLst>
      <p:ext uri="{BB962C8B-B14F-4D97-AF65-F5344CB8AC3E}">
        <p14:creationId xmlns:p14="http://schemas.microsoft.com/office/powerpoint/2010/main" val="764747590"/>
      </p:ext>
    </p:extLst>
  </p:cSld>
  <p:clrMapOvr>
    <a:masterClrMapping/>
  </p:clrMapOvr>
  <mc:AlternateContent xmlns:mc="http://schemas.openxmlformats.org/markup-compatibility/2006" xmlns:p14="http://schemas.microsoft.com/office/powerpoint/2010/main">
    <mc:Choice Requires="p14">
      <p:transition spd="slow" p14:dur="2000" advTm="192808"/>
    </mc:Choice>
    <mc:Fallback xmlns="">
      <p:transition spd="slow" advTm="192808"/>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0AC5E08C-250D-4B6A-BBF6-26BADADCD3A8}"/>
              </a:ext>
            </a:extLst>
          </p:cNvPr>
          <p:cNvSpPr>
            <a:spLocks noGrp="1"/>
          </p:cNvSpPr>
          <p:nvPr>
            <p:ph type="title"/>
          </p:nvPr>
        </p:nvSpPr>
        <p:spPr>
          <a:xfrm>
            <a:off x="799200" y="180231"/>
            <a:ext cx="7732885" cy="917054"/>
          </a:xfrm>
          <a:solidFill>
            <a:schemeClr val="tx2">
              <a:lumMod val="75000"/>
              <a:lumOff val="25000"/>
            </a:schemeClr>
          </a:solidFill>
        </p:spPr>
        <p:txBody>
          <a:bodyPr/>
          <a:lstStyle/>
          <a:p>
            <a:r>
              <a:rPr lang="nb-NO" dirty="0">
                <a:solidFill>
                  <a:schemeClr val="bg1"/>
                </a:solidFill>
              </a:rPr>
              <a:t>OECD Global Forum og CRS-avtalene</a:t>
            </a:r>
            <a:endParaRPr lang="en-US" dirty="0">
              <a:solidFill>
                <a:schemeClr val="bg1"/>
              </a:solidFill>
            </a:endParaRPr>
          </a:p>
        </p:txBody>
      </p:sp>
      <p:sp>
        <p:nvSpPr>
          <p:cNvPr id="3" name="Plassholder for innhold 2">
            <a:extLst>
              <a:ext uri="{FF2B5EF4-FFF2-40B4-BE49-F238E27FC236}">
                <a16:creationId xmlns:a16="http://schemas.microsoft.com/office/drawing/2014/main" id="{81324ABC-3593-4911-8B33-5227002A77C0}"/>
              </a:ext>
            </a:extLst>
          </p:cNvPr>
          <p:cNvSpPr>
            <a:spLocks noGrp="1"/>
          </p:cNvSpPr>
          <p:nvPr>
            <p:ph idx="1"/>
          </p:nvPr>
        </p:nvSpPr>
        <p:spPr>
          <a:xfrm>
            <a:off x="775137" y="1548383"/>
            <a:ext cx="8582271" cy="5358774"/>
          </a:xfrm>
        </p:spPr>
        <p:txBody>
          <a:bodyPr>
            <a:normAutofit lnSpcReduction="10000"/>
          </a:bodyPr>
          <a:lstStyle/>
          <a:p>
            <a:pPr>
              <a:lnSpc>
                <a:spcPct val="100000"/>
              </a:lnSpc>
            </a:pPr>
            <a:r>
              <a:rPr lang="nb-NO" sz="2400" b="0" i="0" dirty="0">
                <a:solidFill>
                  <a:srgbClr val="282828"/>
                </a:solidFill>
                <a:effectLst/>
                <a:latin typeface="+mj-lt"/>
                <a:cs typeface="Calibri" panose="020F0502020204030204" pitchFamily="34" charset="0"/>
              </a:rPr>
              <a:t>OECD Global Forum har initiert </a:t>
            </a:r>
            <a:r>
              <a:rPr lang="nb-NO" sz="2400" dirty="0">
                <a:solidFill>
                  <a:srgbClr val="282828"/>
                </a:solidFill>
                <a:latin typeface="+mj-lt"/>
                <a:cs typeface="Calibri" panose="020F0502020204030204" pitchFamily="34" charset="0"/>
              </a:rPr>
              <a:t>utvekslingsprogrammet «</a:t>
            </a:r>
            <a:r>
              <a:rPr lang="nb-NO" sz="2400" b="0" i="0" dirty="0" err="1">
                <a:solidFill>
                  <a:srgbClr val="282828"/>
                </a:solidFill>
                <a:effectLst/>
                <a:latin typeface="+mj-lt"/>
                <a:cs typeface="Calibri" panose="020F0502020204030204" pitchFamily="34" charset="0"/>
              </a:rPr>
              <a:t>Common</a:t>
            </a:r>
            <a:r>
              <a:rPr lang="nb-NO" sz="2400" b="0" i="0" dirty="0">
                <a:solidFill>
                  <a:srgbClr val="282828"/>
                </a:solidFill>
                <a:effectLst/>
                <a:latin typeface="+mj-lt"/>
                <a:cs typeface="Calibri" panose="020F0502020204030204" pitchFamily="34" charset="0"/>
              </a:rPr>
              <a:t> Reporting Standard(CRS)</a:t>
            </a:r>
            <a:r>
              <a:rPr lang="nb-NO" sz="2400" dirty="0">
                <a:solidFill>
                  <a:srgbClr val="282828"/>
                </a:solidFill>
                <a:latin typeface="+mj-lt"/>
                <a:cs typeface="Calibri" panose="020F0502020204030204" pitchFamily="34" charset="0"/>
              </a:rPr>
              <a:t>» hvor skattemyndighetene i ulike land (</a:t>
            </a:r>
            <a:r>
              <a:rPr lang="nb-NO" sz="2400" dirty="0" err="1">
                <a:solidFill>
                  <a:srgbClr val="282828"/>
                </a:solidFill>
                <a:latin typeface="+mj-lt"/>
                <a:cs typeface="Calibri" panose="020F0502020204030204" pitchFamily="34" charset="0"/>
              </a:rPr>
              <a:t>ca</a:t>
            </a:r>
            <a:r>
              <a:rPr lang="nb-NO" sz="2400" dirty="0">
                <a:solidFill>
                  <a:srgbClr val="282828"/>
                </a:solidFill>
                <a:latin typeface="+mj-lt"/>
                <a:cs typeface="Calibri" panose="020F0502020204030204" pitchFamily="34" charset="0"/>
              </a:rPr>
              <a:t> 160 land) utveksler informasjon seg i mellom. </a:t>
            </a:r>
          </a:p>
          <a:p>
            <a:pPr lvl="1"/>
            <a:r>
              <a:rPr lang="nb-NO" sz="2400" dirty="0">
                <a:solidFill>
                  <a:srgbClr val="000000"/>
                </a:solidFill>
                <a:effectLst/>
                <a:latin typeface="+mj-lt"/>
                <a:ea typeface="Times New Roman" panose="02020603050405020304" pitchFamily="18" charset="0"/>
                <a:cs typeface="Calibri" panose="020F0502020204030204" pitchFamily="34" charset="0"/>
              </a:rPr>
              <a:t>OECD bruker fire kriterier på etterlevelse. Land på nederste nivå listes som «non-</a:t>
            </a:r>
            <a:r>
              <a:rPr lang="nb-NO" sz="2400" dirty="0" err="1">
                <a:solidFill>
                  <a:srgbClr val="000000"/>
                </a:solidFill>
                <a:effectLst/>
                <a:latin typeface="+mj-lt"/>
                <a:ea typeface="Times New Roman" panose="02020603050405020304" pitchFamily="18" charset="0"/>
                <a:cs typeface="Calibri" panose="020F0502020204030204" pitchFamily="34" charset="0"/>
              </a:rPr>
              <a:t>compliant</a:t>
            </a:r>
            <a:r>
              <a:rPr lang="nb-NO" sz="2400" dirty="0">
                <a:solidFill>
                  <a:srgbClr val="000000"/>
                </a:solidFill>
                <a:effectLst/>
                <a:latin typeface="+mj-lt"/>
                <a:ea typeface="Times New Roman" panose="02020603050405020304" pitchFamily="18" charset="0"/>
                <a:cs typeface="Calibri" panose="020F0502020204030204" pitchFamily="34" charset="0"/>
              </a:rPr>
              <a:t>». </a:t>
            </a:r>
          </a:p>
          <a:p>
            <a:pPr lvl="1"/>
            <a:r>
              <a:rPr lang="nb-NO" sz="2400" dirty="0">
                <a:solidFill>
                  <a:srgbClr val="000000"/>
                </a:solidFill>
                <a:latin typeface="+mj-lt"/>
                <a:ea typeface="Times New Roman" panose="02020603050405020304" pitchFamily="18" charset="0"/>
                <a:cs typeface="Calibri" panose="020F0502020204030204" pitchFamily="34" charset="0"/>
              </a:rPr>
              <a:t>Landene kan velge å ilegge bøter for manglende </a:t>
            </a:r>
            <a:r>
              <a:rPr lang="nb-NO" sz="2400" dirty="0">
                <a:solidFill>
                  <a:srgbClr val="000000"/>
                </a:solidFill>
                <a:effectLst/>
                <a:latin typeface="+mj-lt"/>
                <a:ea typeface="Times New Roman" panose="02020603050405020304" pitchFamily="18" charset="0"/>
                <a:cs typeface="Calibri" panose="020F0502020204030204" pitchFamily="34" charset="0"/>
              </a:rPr>
              <a:t>etterlevelse men det skjer sjeldent og bøtene er svært lave.</a:t>
            </a:r>
          </a:p>
          <a:p>
            <a:pPr lvl="1"/>
            <a:r>
              <a:rPr lang="nb-NO" sz="2400" dirty="0">
                <a:solidFill>
                  <a:srgbClr val="000000"/>
                </a:solidFill>
                <a:effectLst/>
                <a:latin typeface="+mj-lt"/>
                <a:ea typeface="Times New Roman" panose="02020603050405020304" pitchFamily="18" charset="0"/>
                <a:cs typeface="Calibri" panose="020F0502020204030204" pitchFamily="34" charset="0"/>
              </a:rPr>
              <a:t>Ved siste evaluering i desember 2020 var det kun Dominica, Niue, Saint Martin og Trinidad og Tobago som ikke var «</a:t>
            </a:r>
            <a:r>
              <a:rPr lang="nb-NO" sz="2400" dirty="0" err="1">
                <a:solidFill>
                  <a:srgbClr val="000000"/>
                </a:solidFill>
                <a:effectLst/>
                <a:latin typeface="+mj-lt"/>
                <a:ea typeface="Times New Roman" panose="02020603050405020304" pitchFamily="18" charset="0"/>
                <a:cs typeface="Calibri" panose="020F0502020204030204" pitchFamily="34" charset="0"/>
              </a:rPr>
              <a:t>compliant</a:t>
            </a:r>
            <a:r>
              <a:rPr lang="nb-NO" sz="2400" dirty="0">
                <a:solidFill>
                  <a:srgbClr val="000000"/>
                </a:solidFill>
                <a:effectLst/>
                <a:latin typeface="+mj-lt"/>
                <a:ea typeface="Times New Roman" panose="02020603050405020304" pitchFamily="18" charset="0"/>
                <a:cs typeface="Calibri" panose="020F0502020204030204" pitchFamily="34" charset="0"/>
              </a:rPr>
              <a:t>»</a:t>
            </a:r>
          </a:p>
          <a:p>
            <a:pPr lvl="1"/>
            <a:r>
              <a:rPr lang="nb-NO" sz="2400" b="0" i="0" u="none" strike="noStrike" baseline="0" dirty="0">
                <a:latin typeface="+mj-lt"/>
                <a:cs typeface="Calibri" panose="020F0502020204030204" pitchFamily="34" charset="0"/>
              </a:rPr>
              <a:t>Nesten alle stater som tidligere var assosiert med betegnelsen «skatteparadis» deltar OECD  forumet. </a:t>
            </a:r>
            <a:r>
              <a:rPr lang="nb-NO" sz="2400" b="0" i="1" u="none" strike="noStrike" baseline="0" dirty="0">
                <a:latin typeface="+mj-lt"/>
                <a:cs typeface="Calibri" panose="020F0502020204030204" pitchFamily="34" charset="0"/>
              </a:rPr>
              <a:t>USA og en rekke store land deltar ikke</a:t>
            </a:r>
            <a:r>
              <a:rPr lang="nb-NO" sz="2400" b="0" i="1" u="none" strike="noStrike" baseline="0" dirty="0">
                <a:latin typeface="Palatino Linotype" panose="02040502050505030304" pitchFamily="18" charset="0"/>
              </a:rPr>
              <a:t>.</a:t>
            </a:r>
          </a:p>
          <a:p>
            <a:pPr lvl="1"/>
            <a:r>
              <a:rPr lang="nb-NO" sz="2400" b="0" i="0" u="none" strike="noStrike" baseline="0" dirty="0">
                <a:solidFill>
                  <a:srgbClr val="FF0000"/>
                </a:solidFill>
                <a:latin typeface="+mj-lt"/>
              </a:rPr>
              <a:t>Avtalene</a:t>
            </a:r>
            <a:r>
              <a:rPr lang="nb-NO" sz="2400" b="0" i="0" u="none" strike="noStrike" dirty="0">
                <a:solidFill>
                  <a:srgbClr val="FF0000"/>
                </a:solidFill>
                <a:latin typeface="+mj-lt"/>
              </a:rPr>
              <a:t> gir ikke mer transparens for tredjepart kun skattemyndighetene som får informasjon.</a:t>
            </a:r>
          </a:p>
          <a:p>
            <a:pPr marL="0" indent="0">
              <a:buNone/>
            </a:pPr>
            <a:endParaRPr lang="nb-NO" sz="2600" baseline="0" dirty="0">
              <a:latin typeface="+mj-lt"/>
            </a:endParaRPr>
          </a:p>
        </p:txBody>
      </p:sp>
      <p:sp>
        <p:nvSpPr>
          <p:cNvPr id="4" name="Plassholder for lysbildenummer 3">
            <a:extLst>
              <a:ext uri="{FF2B5EF4-FFF2-40B4-BE49-F238E27FC236}">
                <a16:creationId xmlns:a16="http://schemas.microsoft.com/office/drawing/2014/main" id="{FEA0BC59-58C2-4511-BFA6-1B46F3358E53}"/>
              </a:ext>
            </a:extLst>
          </p:cNvPr>
          <p:cNvSpPr>
            <a:spLocks noGrp="1"/>
          </p:cNvSpPr>
          <p:nvPr>
            <p:ph type="sldNum" sz="quarter" idx="12"/>
          </p:nvPr>
        </p:nvSpPr>
        <p:spPr/>
        <p:txBody>
          <a:bodyPr/>
          <a:lstStyle/>
          <a:p>
            <a:fld id="{3FA4DDC8-1D0B-4B83-8CF0-4F24D54506BB}" type="slidenum">
              <a:rPr lang="nb-NO" smtClean="0"/>
              <a:pPr/>
              <a:t>52</a:t>
            </a:fld>
            <a:endParaRPr lang="nb-NO"/>
          </a:p>
        </p:txBody>
      </p:sp>
    </p:spTree>
    <p:custDataLst>
      <p:tags r:id="rId1"/>
    </p:custDataLst>
    <p:extLst>
      <p:ext uri="{BB962C8B-B14F-4D97-AF65-F5344CB8AC3E}">
        <p14:creationId xmlns:p14="http://schemas.microsoft.com/office/powerpoint/2010/main" val="2367239183"/>
      </p:ext>
    </p:extLst>
  </p:cSld>
  <p:clrMapOvr>
    <a:masterClrMapping/>
  </p:clrMapOvr>
  <mc:AlternateContent xmlns:mc="http://schemas.openxmlformats.org/markup-compatibility/2006" xmlns:p14="http://schemas.microsoft.com/office/powerpoint/2010/main">
    <mc:Choice Requires="p14">
      <p:transition spd="slow" p14:dur="2000" advTm="192238"/>
    </mc:Choice>
    <mc:Fallback xmlns="">
      <p:transition spd="slow" advTm="19223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0098" y="252239"/>
            <a:ext cx="8352928" cy="917054"/>
          </a:xfrm>
        </p:spPr>
        <p:txBody>
          <a:bodyPr>
            <a:normAutofit/>
          </a:bodyPr>
          <a:lstStyle/>
          <a:p>
            <a:r>
              <a:rPr lang="nb-NO" sz="2200" dirty="0"/>
              <a:t>Hva er erfaringene så langt fra avtalene om informasjonsutveksling </a:t>
            </a:r>
            <a:endParaRPr lang="en-US" sz="2200" dirty="0"/>
          </a:p>
        </p:txBody>
      </p:sp>
      <p:sp>
        <p:nvSpPr>
          <p:cNvPr id="3" name="Content Placeholder 2"/>
          <p:cNvSpPr>
            <a:spLocks noGrp="1"/>
          </p:cNvSpPr>
          <p:nvPr>
            <p:ph idx="1"/>
          </p:nvPr>
        </p:nvSpPr>
        <p:spPr>
          <a:xfrm>
            <a:off x="713458" y="1487817"/>
            <a:ext cx="8582271" cy="5745241"/>
          </a:xfrm>
        </p:spPr>
        <p:txBody>
          <a:bodyPr>
            <a:normAutofit/>
          </a:bodyPr>
          <a:lstStyle/>
          <a:p>
            <a:r>
              <a:rPr lang="nb-NO" sz="2400" dirty="0"/>
              <a:t>Data fra noen land er ubrukelige</a:t>
            </a:r>
          </a:p>
          <a:p>
            <a:r>
              <a:rPr lang="nb-NO" sz="2400" dirty="0"/>
              <a:t>Noen land sender inn data for sent</a:t>
            </a:r>
          </a:p>
          <a:p>
            <a:r>
              <a:rPr lang="nb-NO" sz="2400" dirty="0"/>
              <a:t>Noen data trenger kostbar prosessering før de kan brukes</a:t>
            </a:r>
          </a:p>
          <a:p>
            <a:r>
              <a:rPr lang="nb-NO" sz="2400" dirty="0"/>
              <a:t>Skatteåret varierer mellom land vanskeliggjør bruken av data</a:t>
            </a:r>
          </a:p>
          <a:p>
            <a:r>
              <a:rPr lang="nb-NO" sz="2400" dirty="0"/>
              <a:t>De fattigste landene deltar ikke fordi de ikke har teknologi til å delta og USA deltar heler ikke i CSR arbeidet.</a:t>
            </a:r>
          </a:p>
          <a:p>
            <a:r>
              <a:rPr lang="nb-NO" sz="2400" dirty="0"/>
              <a:t>Det er identifisert over 100 ulike metoder for å unngå å bli rapportert og en stor industri har oppstått rundt dette.</a:t>
            </a:r>
          </a:p>
          <a:p>
            <a:r>
              <a:rPr lang="nb-NO" sz="2400" dirty="0"/>
              <a:t>I mange land rapporteres det at de ikke har kapasitet eller ønske om å bruke dataene fullt ut</a:t>
            </a:r>
          </a:p>
          <a:p>
            <a:pPr marL="0" indent="0">
              <a:buNone/>
            </a:pPr>
            <a:endParaRPr lang="nb-NO" sz="2681" dirty="0"/>
          </a:p>
        </p:txBody>
      </p:sp>
      <p:sp>
        <p:nvSpPr>
          <p:cNvPr id="4" name="Slide Number Placeholder 3"/>
          <p:cNvSpPr>
            <a:spLocks noGrp="1"/>
          </p:cNvSpPr>
          <p:nvPr>
            <p:ph type="sldNum" sz="quarter" idx="12"/>
          </p:nvPr>
        </p:nvSpPr>
        <p:spPr/>
        <p:txBody>
          <a:bodyPr/>
          <a:lstStyle/>
          <a:p>
            <a:fld id="{3FA4DDC8-1D0B-4B83-8CF0-4F24D54506BB}" type="slidenum">
              <a:rPr lang="nb-NO" smtClean="0"/>
              <a:pPr/>
              <a:t>53</a:t>
            </a:fld>
            <a:endParaRPr lang="nb-NO"/>
          </a:p>
        </p:txBody>
      </p:sp>
    </p:spTree>
    <p:custDataLst>
      <p:tags r:id="rId1"/>
    </p:custDataLst>
    <p:extLst>
      <p:ext uri="{BB962C8B-B14F-4D97-AF65-F5344CB8AC3E}">
        <p14:creationId xmlns:p14="http://schemas.microsoft.com/office/powerpoint/2010/main" val="141386423"/>
      </p:ext>
    </p:extLst>
  </p:cSld>
  <p:clrMapOvr>
    <a:masterClrMapping/>
  </p:clrMapOvr>
  <mc:AlternateContent xmlns:mc="http://schemas.openxmlformats.org/markup-compatibility/2006" xmlns:p14="http://schemas.microsoft.com/office/powerpoint/2010/main">
    <mc:Choice Requires="p14">
      <p:transition spd="slow" p14:dur="2000" advTm="107402"/>
    </mc:Choice>
    <mc:Fallback xmlns="">
      <p:transition spd="slow" advTm="10740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75B50B4D-F541-4694-ABD2-66C2C42FFBAE}"/>
              </a:ext>
            </a:extLst>
          </p:cNvPr>
          <p:cNvSpPr>
            <a:spLocks noGrp="1"/>
          </p:cNvSpPr>
          <p:nvPr>
            <p:ph type="title"/>
          </p:nvPr>
        </p:nvSpPr>
        <p:spPr/>
        <p:txBody>
          <a:bodyPr>
            <a:normAutofit/>
          </a:bodyPr>
          <a:lstStyle/>
          <a:p>
            <a:r>
              <a:rPr lang="nb-NO" sz="2800" dirty="0"/>
              <a:t>Det er vanskelig å stenge ned skatteparadisene</a:t>
            </a:r>
            <a:endParaRPr lang="en-US" sz="2800" dirty="0"/>
          </a:p>
        </p:txBody>
      </p:sp>
      <p:sp>
        <p:nvSpPr>
          <p:cNvPr id="3" name="Plassholder for innhold 2">
            <a:extLst>
              <a:ext uri="{FF2B5EF4-FFF2-40B4-BE49-F238E27FC236}">
                <a16:creationId xmlns:a16="http://schemas.microsoft.com/office/drawing/2014/main" id="{FF8A7567-D2B0-4E94-BFC6-19D5F4688D20}"/>
              </a:ext>
            </a:extLst>
          </p:cNvPr>
          <p:cNvSpPr>
            <a:spLocks noGrp="1"/>
          </p:cNvSpPr>
          <p:nvPr>
            <p:ph idx="1"/>
          </p:nvPr>
        </p:nvSpPr>
        <p:spPr/>
        <p:txBody>
          <a:bodyPr>
            <a:normAutofit lnSpcReduction="10000"/>
          </a:bodyPr>
          <a:lstStyle/>
          <a:p>
            <a:r>
              <a:rPr lang="nb-NO" sz="2400" dirty="0"/>
              <a:t>De rikeste bruker skatteparadis til å skjule inntekt og formue</a:t>
            </a:r>
          </a:p>
          <a:p>
            <a:endParaRPr lang="nb-NO" sz="2400" dirty="0"/>
          </a:p>
          <a:p>
            <a:r>
              <a:rPr lang="nb-NO" sz="2400" dirty="0"/>
              <a:t>I land med mye korrupsjon brukes skatteparadisene til å hvitvaske og skjule penger fra slik virksomhet. </a:t>
            </a:r>
          </a:p>
          <a:p>
            <a:endParaRPr lang="nb-NO" sz="2400" dirty="0"/>
          </a:p>
          <a:p>
            <a:r>
              <a:rPr lang="nb-NO" sz="2400" dirty="0"/>
              <a:t>Internasjonale investorer fortrekker skatteparadis fordi det er lett å etterleve reglene der (mangelen på sådanne)</a:t>
            </a:r>
          </a:p>
          <a:p>
            <a:endParaRPr lang="nb-NO" sz="2400" dirty="0"/>
          </a:p>
          <a:p>
            <a:r>
              <a:rPr lang="nb-NO" sz="2400" dirty="0"/>
              <a:t>De store landene er ikke interessert i å stenge ned skatteparadisene fordi makteliten benytter skatteparadis (</a:t>
            </a:r>
            <a:r>
              <a:rPr lang="nb-NO" sz="2400" dirty="0" err="1"/>
              <a:t>jf</a:t>
            </a:r>
            <a:r>
              <a:rPr lang="nb-NO" sz="2400" dirty="0"/>
              <a:t> TJN sin liste hvor Hong Kong (Kina) og USA figurerer på topplisten mm.</a:t>
            </a:r>
            <a:endParaRPr lang="en-US" sz="2400" dirty="0"/>
          </a:p>
        </p:txBody>
      </p:sp>
      <p:sp>
        <p:nvSpPr>
          <p:cNvPr id="4" name="Plassholder for lysbildenummer 3">
            <a:extLst>
              <a:ext uri="{FF2B5EF4-FFF2-40B4-BE49-F238E27FC236}">
                <a16:creationId xmlns:a16="http://schemas.microsoft.com/office/drawing/2014/main" id="{B1BD2E4A-1D57-4544-BC1F-D72962F14A7B}"/>
              </a:ext>
            </a:extLst>
          </p:cNvPr>
          <p:cNvSpPr>
            <a:spLocks noGrp="1"/>
          </p:cNvSpPr>
          <p:nvPr>
            <p:ph type="sldNum" sz="quarter" idx="12"/>
          </p:nvPr>
        </p:nvSpPr>
        <p:spPr/>
        <p:txBody>
          <a:bodyPr/>
          <a:lstStyle/>
          <a:p>
            <a:fld id="{3FA4DDC8-1D0B-4B83-8CF0-4F24D54506BB}" type="slidenum">
              <a:rPr lang="nb-NO" smtClean="0"/>
              <a:pPr/>
              <a:t>54</a:t>
            </a:fld>
            <a:endParaRPr lang="nb-NO"/>
          </a:p>
        </p:txBody>
      </p:sp>
    </p:spTree>
    <p:custDataLst>
      <p:tags r:id="rId1"/>
    </p:custDataLst>
    <p:extLst>
      <p:ext uri="{BB962C8B-B14F-4D97-AF65-F5344CB8AC3E}">
        <p14:creationId xmlns:p14="http://schemas.microsoft.com/office/powerpoint/2010/main" val="560411523"/>
      </p:ext>
    </p:extLst>
  </p:cSld>
  <p:clrMapOvr>
    <a:masterClrMapping/>
  </p:clrMapOvr>
  <mc:AlternateContent xmlns:mc="http://schemas.openxmlformats.org/markup-compatibility/2006" xmlns:p14="http://schemas.microsoft.com/office/powerpoint/2010/main">
    <mc:Choice Requires="p14">
      <p:transition spd="slow" p14:dur="2000" advTm="177645"/>
    </mc:Choice>
    <mc:Fallback xmlns="">
      <p:transition spd="slow" advTm="17764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ags/tag1.xml><?xml version="1.0" encoding="utf-8"?>
<p:tagLst xmlns:a="http://schemas.openxmlformats.org/drawingml/2006/main" xmlns:r="http://schemas.openxmlformats.org/officeDocument/2006/relationships" xmlns:p="http://schemas.openxmlformats.org/presentationml/2006/main">
  <p:tag name="TIMING" val="|9.8|72.5"/>
</p:tagLst>
</file>

<file path=ppt/tags/tag2.xml><?xml version="1.0" encoding="utf-8"?>
<p:tagLst xmlns:a="http://schemas.openxmlformats.org/drawingml/2006/main" xmlns:r="http://schemas.openxmlformats.org/officeDocument/2006/relationships" xmlns:p="http://schemas.openxmlformats.org/presentationml/2006/main">
  <p:tag name="TIMING" val="|8.8|11.6|27.9|8.6|2.9|27.1|12.2"/>
</p:tagLst>
</file>

<file path=ppt/tags/tag3.xml><?xml version="1.0" encoding="utf-8"?>
<p:tagLst xmlns:a="http://schemas.openxmlformats.org/drawingml/2006/main" xmlns:r="http://schemas.openxmlformats.org/officeDocument/2006/relationships" xmlns:p="http://schemas.openxmlformats.org/presentationml/2006/main">
  <p:tag name="TIMING" val="|24.8|10.9|28.3"/>
</p:tagLst>
</file>

<file path=ppt/tags/tag4.xml><?xml version="1.0" encoding="utf-8"?>
<p:tagLst xmlns:a="http://schemas.openxmlformats.org/drawingml/2006/main" xmlns:r="http://schemas.openxmlformats.org/officeDocument/2006/relationships" xmlns:p="http://schemas.openxmlformats.org/presentationml/2006/main">
  <p:tag name="TIMING" val="|13.3|24.7"/>
</p:tagLst>
</file>

<file path=ppt/tags/tag5.xml><?xml version="1.0" encoding="utf-8"?>
<p:tagLst xmlns:a="http://schemas.openxmlformats.org/drawingml/2006/main" xmlns:r="http://schemas.openxmlformats.org/officeDocument/2006/relationships" xmlns:p="http://schemas.openxmlformats.org/presentationml/2006/main">
  <p:tag name="TIMING" val="|12.5|25|23.4|45"/>
</p:tagLst>
</file>

<file path=ppt/tags/tag6.xml><?xml version="1.0" encoding="utf-8"?>
<p:tagLst xmlns:a="http://schemas.openxmlformats.org/drawingml/2006/main" xmlns:r="http://schemas.openxmlformats.org/officeDocument/2006/relationships" xmlns:p="http://schemas.openxmlformats.org/presentationml/2006/main">
  <p:tag name="TIMING" val="|30.1"/>
</p:tagLst>
</file>

<file path=ppt/tags/tag7.xml><?xml version="1.0" encoding="utf-8"?>
<p:tagLst xmlns:a="http://schemas.openxmlformats.org/drawingml/2006/main" xmlns:r="http://schemas.openxmlformats.org/officeDocument/2006/relationships" xmlns:p="http://schemas.openxmlformats.org/presentationml/2006/main">
  <p:tag name="TIMING" val="|4.5|38.8"/>
</p:tagLst>
</file>

<file path=ppt/tags/tag8.xml><?xml version="1.0" encoding="utf-8"?>
<p:tagLst xmlns:a="http://schemas.openxmlformats.org/drawingml/2006/main" xmlns:r="http://schemas.openxmlformats.org/officeDocument/2006/relationships" xmlns:p="http://schemas.openxmlformats.org/presentationml/2006/main">
  <p:tag name="TIMING" val="|4.2|38.7"/>
</p:tagLst>
</file>

<file path=ppt/tags/tag9.xml><?xml version="1.0" encoding="utf-8"?>
<p:tagLst xmlns:a="http://schemas.openxmlformats.org/drawingml/2006/main" xmlns:r="http://schemas.openxmlformats.org/officeDocument/2006/relationships" xmlns:p="http://schemas.openxmlformats.org/presentationml/2006/main">
  <p:tag name="TIMING" val="|43.4|25.4|19.1"/>
</p:tagLst>
</file>

<file path=ppt/tags/tag10.xml><?xml version="1.0" encoding="utf-8"?>
<p:tagLst xmlns:a="http://schemas.openxmlformats.org/drawingml/2006/main" xmlns:r="http://schemas.openxmlformats.org/officeDocument/2006/relationships" xmlns:p="http://schemas.openxmlformats.org/presentationml/2006/main">
  <p:tag name="TIMING" val="|3.5|8.2|7.3|7.6|22.2|6.2|9.6|2.2"/>
</p:tagLst>
</file>

<file path=ppt/tags/tag11.xml><?xml version="1.0" encoding="utf-8"?>
<p:tagLst xmlns:a="http://schemas.openxmlformats.org/drawingml/2006/main" xmlns:r="http://schemas.openxmlformats.org/officeDocument/2006/relationships" xmlns:p="http://schemas.openxmlformats.org/presentationml/2006/main">
  <p:tag name="TIMING" val="|22.9|103.1|24.4"/>
</p:tagLst>
</file>

<file path=ppt/tags/tag12.xml><?xml version="1.0" encoding="utf-8"?>
<p:tagLst xmlns:a="http://schemas.openxmlformats.org/drawingml/2006/main" xmlns:r="http://schemas.openxmlformats.org/officeDocument/2006/relationships" xmlns:p="http://schemas.openxmlformats.org/presentationml/2006/main">
  <p:tag name="TIMING" val="|11.3|44.3|12.6|9.8|19.6|5.7|12.7|18.4"/>
</p:tagLst>
</file>

<file path=ppt/tags/tag13.xml><?xml version="1.0" encoding="utf-8"?>
<p:tagLst xmlns:a="http://schemas.openxmlformats.org/drawingml/2006/main" xmlns:r="http://schemas.openxmlformats.org/officeDocument/2006/relationships" xmlns:p="http://schemas.openxmlformats.org/presentationml/2006/main">
  <p:tag name="TIMING" val="|3.9|31.9|48.1"/>
</p:tagLst>
</file>

<file path=ppt/tags/tag14.xml><?xml version="1.0" encoding="utf-8"?>
<p:tagLst xmlns:a="http://schemas.openxmlformats.org/drawingml/2006/main" xmlns:r="http://schemas.openxmlformats.org/officeDocument/2006/relationships" xmlns:p="http://schemas.openxmlformats.org/presentationml/2006/main">
  <p:tag name="TIMING" val="|14.9|11.8|19.8|23.4"/>
</p:tagLst>
</file>

<file path=ppt/tags/tag15.xml><?xml version="1.0" encoding="utf-8"?>
<p:tagLst xmlns:a="http://schemas.openxmlformats.org/drawingml/2006/main" xmlns:r="http://schemas.openxmlformats.org/officeDocument/2006/relationships" xmlns:p="http://schemas.openxmlformats.org/presentationml/2006/main">
  <p:tag name="TIMING" val="|5|15.3|63.4"/>
</p:tagLst>
</file>

<file path=ppt/tags/tag16.xml><?xml version="1.0" encoding="utf-8"?>
<p:tagLst xmlns:a="http://schemas.openxmlformats.org/drawingml/2006/main" xmlns:r="http://schemas.openxmlformats.org/officeDocument/2006/relationships" xmlns:p="http://schemas.openxmlformats.org/presentationml/2006/main">
  <p:tag name="TIMING" val="|72.6"/>
</p:tagLst>
</file>

<file path=ppt/tags/tag17.xml><?xml version="1.0" encoding="utf-8"?>
<p:tagLst xmlns:a="http://schemas.openxmlformats.org/drawingml/2006/main" xmlns:r="http://schemas.openxmlformats.org/officeDocument/2006/relationships" xmlns:p="http://schemas.openxmlformats.org/presentationml/2006/main">
  <p:tag name="TIMING" val="|116.2|2.9"/>
</p:tagLst>
</file>

<file path=ppt/tags/tag18.xml><?xml version="1.0" encoding="utf-8"?>
<p:tagLst xmlns:a="http://schemas.openxmlformats.org/drawingml/2006/main" xmlns:r="http://schemas.openxmlformats.org/officeDocument/2006/relationships" xmlns:p="http://schemas.openxmlformats.org/presentationml/2006/main">
  <p:tag name="TIMING" val="|48|25.5|41.9"/>
</p:tagLst>
</file>

<file path=ppt/tags/tag19.xml><?xml version="1.0" encoding="utf-8"?>
<p:tagLst xmlns:a="http://schemas.openxmlformats.org/drawingml/2006/main" xmlns:r="http://schemas.openxmlformats.org/officeDocument/2006/relationships" xmlns:p="http://schemas.openxmlformats.org/presentationml/2006/main">
  <p:tag name="TIMING" val="|8.6|40.5|34.1|12"/>
</p:tagLst>
</file>

<file path=ppt/tags/tag20.xml><?xml version="1.0" encoding="utf-8"?>
<p:tagLst xmlns:a="http://schemas.openxmlformats.org/drawingml/2006/main" xmlns:r="http://schemas.openxmlformats.org/officeDocument/2006/relationships" xmlns:p="http://schemas.openxmlformats.org/presentationml/2006/main">
  <p:tag name="TIMING" val="|9.8|19.7|12"/>
</p:tagLst>
</file>

<file path=ppt/tags/tag21.xml><?xml version="1.0" encoding="utf-8"?>
<p:tagLst xmlns:a="http://schemas.openxmlformats.org/drawingml/2006/main" xmlns:r="http://schemas.openxmlformats.org/officeDocument/2006/relationships" xmlns:p="http://schemas.openxmlformats.org/presentationml/2006/main">
  <p:tag name="TIMING" val="|86.3"/>
</p:tagLst>
</file>

<file path=ppt/tags/tag22.xml><?xml version="1.0" encoding="utf-8"?>
<p:tagLst xmlns:a="http://schemas.openxmlformats.org/drawingml/2006/main" xmlns:r="http://schemas.openxmlformats.org/officeDocument/2006/relationships" xmlns:p="http://schemas.openxmlformats.org/presentationml/2006/main">
  <p:tag name="TIMING" val="|4.4|15.3|15.1"/>
</p:tagLst>
</file>

<file path=ppt/tags/tag23.xml><?xml version="1.0" encoding="utf-8"?>
<p:tagLst xmlns:a="http://schemas.openxmlformats.org/drawingml/2006/main" xmlns:r="http://schemas.openxmlformats.org/officeDocument/2006/relationships" xmlns:p="http://schemas.openxmlformats.org/presentationml/2006/main">
  <p:tag name="TIMING" val="|68.7|16.1"/>
</p:tagLst>
</file>

<file path=ppt/tags/tag24.xml><?xml version="1.0" encoding="utf-8"?>
<p:tagLst xmlns:a="http://schemas.openxmlformats.org/drawingml/2006/main" xmlns:r="http://schemas.openxmlformats.org/officeDocument/2006/relationships" xmlns:p="http://schemas.openxmlformats.org/presentationml/2006/main">
  <p:tag name="TIMING" val="|82.5"/>
</p:tagLst>
</file>

<file path=ppt/tags/tag25.xml><?xml version="1.0" encoding="utf-8"?>
<p:tagLst xmlns:a="http://schemas.openxmlformats.org/drawingml/2006/main" xmlns:r="http://schemas.openxmlformats.org/officeDocument/2006/relationships" xmlns:p="http://schemas.openxmlformats.org/presentationml/2006/main">
  <p:tag name="TIMING" val="|89.4|12.4|12.6|37.5|5.6"/>
</p:tagLst>
</file>

<file path=ppt/tags/tag26.xml><?xml version="1.0" encoding="utf-8"?>
<p:tagLst xmlns:a="http://schemas.openxmlformats.org/drawingml/2006/main" xmlns:r="http://schemas.openxmlformats.org/officeDocument/2006/relationships" xmlns:p="http://schemas.openxmlformats.org/presentationml/2006/main">
  <p:tag name="TIMING" val="|12|7.9|8.4|7.7|13.3|26.1"/>
</p:tagLst>
</file>

<file path=ppt/tags/tag27.xml><?xml version="1.0" encoding="utf-8"?>
<p:tagLst xmlns:a="http://schemas.openxmlformats.org/drawingml/2006/main" xmlns:r="http://schemas.openxmlformats.org/officeDocument/2006/relationships" xmlns:p="http://schemas.openxmlformats.org/presentationml/2006/main">
  <p:tag name="TIMING" val="|72.6|18.8|13.1|15.5"/>
</p:tagLst>
</file>

<file path=ppt/theme/theme1.xml><?xml version="1.0" encoding="utf-8"?>
<a:theme xmlns:a="http://schemas.openxmlformats.org/drawingml/2006/main" name="blank">
  <a:themeElements>
    <a:clrScheme name="NHH">
      <a:dk1>
        <a:sysClr val="windowText" lastClr="000000"/>
      </a:dk1>
      <a:lt1>
        <a:sysClr val="window" lastClr="FFFFFF"/>
      </a:lt1>
      <a:dk2>
        <a:srgbClr val="003A54"/>
      </a:dk2>
      <a:lt2>
        <a:srgbClr val="C9CACC"/>
      </a:lt2>
      <a:accent1>
        <a:srgbClr val="D1520F"/>
      </a:accent1>
      <a:accent2>
        <a:srgbClr val="C9CACC"/>
      </a:accent2>
      <a:accent3>
        <a:srgbClr val="919295"/>
      </a:accent3>
      <a:accent4>
        <a:srgbClr val="C8E1E4"/>
      </a:accent4>
      <a:accent5>
        <a:srgbClr val="A1C5CA"/>
      </a:accent5>
      <a:accent6>
        <a:srgbClr val="BEB7AD"/>
      </a:accent6>
      <a:hlink>
        <a:srgbClr val="0000FF"/>
      </a:hlink>
      <a:folHlink>
        <a:srgbClr val="800080"/>
      </a:folHlink>
    </a:clrScheme>
    <a:fontScheme name="Office klassisk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5"/>
        </a:solidFill>
        <a:ln>
          <a:noFill/>
        </a:ln>
      </a:spPr>
      <a:bodyPr rtlCol="0" anchor="ctr"/>
      <a:lstStyle>
        <a:defPPr algn="ctr">
          <a:defRPr dirty="0" err="1" smtClean="0">
            <a:solidFill>
              <a:srgbClr val="00314A"/>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defRPr sz="2800" dirty="0" err="1" smtClean="0">
            <a:solidFill>
              <a:schemeClr val="tx1">
                <a:lumMod val="75000"/>
                <a:lumOff val="25000"/>
              </a:schemeClr>
            </a:solidFill>
          </a:defRPr>
        </a:defPPr>
      </a:lstStyle>
    </a:txDef>
  </a:objectDefaults>
  <a:extraClrScheme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tema">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kument" ma:contentTypeID="0x01010039109439179B544F8D88A46EC3854F27" ma:contentTypeVersion="5" ma:contentTypeDescription="Opprett et nytt dokument." ma:contentTypeScope="" ma:versionID="4bb9f8282ca7a551f0ba10e91695f6c3">
  <xsd:schema xmlns:xsd="http://www.w3.org/2001/XMLSchema" xmlns:xs="http://www.w3.org/2001/XMLSchema" xmlns:p="http://schemas.microsoft.com/office/2006/metadata/properties" xmlns:ns3="8a8bec52-5105-40cc-af25-cf9a7795bbdd" xmlns:ns4="a13eb870-6bde-4369-b1d2-97daffbf40d2" targetNamespace="http://schemas.microsoft.com/office/2006/metadata/properties" ma:root="true" ma:fieldsID="0142e39be93c634f04cae096ed1f1d11" ns3:_="" ns4:_="">
    <xsd:import namespace="8a8bec52-5105-40cc-af25-cf9a7795bbdd"/>
    <xsd:import namespace="a13eb870-6bde-4369-b1d2-97daffbf40d2"/>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a8bec52-5105-40cc-af25-cf9a7795bbdd" elementFormDefault="qualified">
    <xsd:import namespace="http://schemas.microsoft.com/office/2006/documentManagement/types"/>
    <xsd:import namespace="http://schemas.microsoft.com/office/infopath/2007/PartnerControls"/>
    <xsd:element name="MediaServiceMetadata" ma:index="8" nillable="true" ma:displayName="MediaServiceMetadata" ma:description="" ma:hidden="true" ma:internalName="MediaServiceMetadata" ma:readOnly="true">
      <xsd:simpleType>
        <xsd:restriction base="dms:Note"/>
      </xsd:simpleType>
    </xsd:element>
    <xsd:element name="MediaServiceFastMetadata" ma:index="9" nillable="true" ma:displayName="MediaServiceFastMetadata" ma:description="" ma:hidden="true" ma:internalName="MediaServiceFast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13eb870-6bde-4369-b1d2-97daffbf40d2" elementFormDefault="qualified">
    <xsd:import namespace="http://schemas.microsoft.com/office/2006/documentManagement/types"/>
    <xsd:import namespace="http://schemas.microsoft.com/office/infopath/2007/PartnerControls"/>
    <xsd:element name="SharedWithUsers" ma:index="10" nillable="true" ma:displayName="Delt med"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Delingsdetaljer" ma:internalName="SharedWithDetails" ma:readOnly="true">
      <xsd:simpleType>
        <xsd:restriction base="dms:Note">
          <xsd:maxLength value="255"/>
        </xsd:restriction>
      </xsd:simpleType>
    </xsd:element>
    <xsd:element name="SharingHintHash" ma:index="12" nillable="true" ma:displayName="Hash for deling av tips"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nholdstype"/>
        <xsd:element ref="dc:title" minOccurs="0" maxOccurs="1" ma:index="4" ma:displayName="Tit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D332DEE-6EC2-4BD2-B62A-0FD48948C184}">
  <ds:schemaRefs>
    <ds:schemaRef ds:uri="http://schemas.microsoft.com/sharepoint/v3/contenttype/forms"/>
  </ds:schemaRefs>
</ds:datastoreItem>
</file>

<file path=customXml/itemProps2.xml><?xml version="1.0" encoding="utf-8"?>
<ds:datastoreItem xmlns:ds="http://schemas.openxmlformats.org/officeDocument/2006/customXml" ds:itemID="{5C17CFBB-2DEA-485A-B28C-443D56B36A1E}">
  <ds:schemaRefs>
    <ds:schemaRef ds:uri="http://purl.org/dc/elements/1.1/"/>
    <ds:schemaRef ds:uri="http://schemas.microsoft.com/office/2006/metadata/properties"/>
    <ds:schemaRef ds:uri="http://www.w3.org/XML/1998/namespace"/>
    <ds:schemaRef ds:uri="http://purl.org/dc/terms/"/>
    <ds:schemaRef ds:uri="http://schemas.microsoft.com/office/infopath/2007/PartnerControls"/>
    <ds:schemaRef ds:uri="http://schemas.microsoft.com/office/2006/documentManagement/types"/>
    <ds:schemaRef ds:uri="http://purl.org/dc/dcmitype/"/>
    <ds:schemaRef ds:uri="http://schemas.openxmlformats.org/package/2006/metadata/core-properties"/>
    <ds:schemaRef ds:uri="a13eb870-6bde-4369-b1d2-97daffbf40d2"/>
    <ds:schemaRef ds:uri="8a8bec52-5105-40cc-af25-cf9a7795bbdd"/>
  </ds:schemaRefs>
</ds:datastoreItem>
</file>

<file path=customXml/itemProps3.xml><?xml version="1.0" encoding="utf-8"?>
<ds:datastoreItem xmlns:ds="http://schemas.openxmlformats.org/officeDocument/2006/customXml" ds:itemID="{42DB66A6-5988-4104-89C2-40832F8EA56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a8bec52-5105-40cc-af25-cf9a7795bbdd"/>
    <ds:schemaRef ds:uri="a13eb870-6bde-4369-b1d2-97daffbf40d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blank</Template>
  <TotalTime>61313</TotalTime>
  <Words>3795</Words>
  <Application>Microsoft Office PowerPoint</Application>
  <PresentationFormat>Custom</PresentationFormat>
  <Paragraphs>437</Paragraphs>
  <Slides>54</Slides>
  <Notes>2</Notes>
  <HiddenSlides>0</HiddenSlides>
  <MMClips>0</MMClips>
  <ScaleCrop>false</ScaleCrop>
  <HeadingPairs>
    <vt:vector size="6" baseType="variant">
      <vt:variant>
        <vt:lpstr>Fonts Used</vt:lpstr>
      </vt:variant>
      <vt:variant>
        <vt:i4>16</vt:i4>
      </vt:variant>
      <vt:variant>
        <vt:lpstr>Theme</vt:lpstr>
      </vt:variant>
      <vt:variant>
        <vt:i4>1</vt:i4>
      </vt:variant>
      <vt:variant>
        <vt:lpstr>Slide Titles</vt:lpstr>
      </vt:variant>
      <vt:variant>
        <vt:i4>54</vt:i4>
      </vt:variant>
    </vt:vector>
  </HeadingPairs>
  <TitlesOfParts>
    <vt:vector size="71" baseType="lpstr">
      <vt:lpstr>MS PGothic</vt:lpstr>
      <vt:lpstr>MS PGothic</vt:lpstr>
      <vt:lpstr>Arial</vt:lpstr>
      <vt:lpstr>Austin News Text</vt:lpstr>
      <vt:lpstr>Calibri</vt:lpstr>
      <vt:lpstr>Courier New</vt:lpstr>
      <vt:lpstr>Franklin Gothic Demi</vt:lpstr>
      <vt:lpstr>Georgia</vt:lpstr>
      <vt:lpstr>Palatino Linotype</vt:lpstr>
      <vt:lpstr>Sylfaen</vt:lpstr>
      <vt:lpstr>Times</vt:lpstr>
      <vt:lpstr>Times New Roman</vt:lpstr>
      <vt:lpstr>Trebuchet MS</vt:lpstr>
      <vt:lpstr>Verdana</vt:lpstr>
      <vt:lpstr>Wingdings</vt:lpstr>
      <vt:lpstr>Wingdings 3</vt:lpstr>
      <vt:lpstr>blank</vt:lpstr>
      <vt:lpstr>SKatteparadis – hva er det? </vt:lpstr>
      <vt:lpstr>“The report played a key role in pushing for transparency and better regulations in international tax policies, shaping ongoing global initiatives like the OECD's efforts to combat base erosion and profit shifting (BEPS)”</vt:lpstr>
      <vt:lpstr>PowerPoint Presentation</vt:lpstr>
      <vt:lpstr>Hva kjennetegner et skatteparadis</vt:lpstr>
      <vt:lpstr>Skatteparadiser kan være selvstendige land eller delstater av et land </vt:lpstr>
      <vt:lpstr>Hva vet vi om skatteparadisene</vt:lpstr>
      <vt:lpstr>PowerPoint Presentation</vt:lpstr>
      <vt:lpstr>Inngjerdet (to-delt) skattesystem</vt:lpstr>
      <vt:lpstr>”Either this is the largest building in the world or the largest tax scam” (US President Barack Obama, Jan. 5, 2008, debate in Manchester, N.H)</vt:lpstr>
      <vt:lpstr>Utenlandske investorer betaler avgifter i stedet for skatt  </vt:lpstr>
      <vt:lpstr>Eksempel: De engelske jomfruøyene (BVI) </vt:lpstr>
      <vt:lpstr>Bruken av stråmenn i skatteparadis</vt:lpstr>
      <vt:lpstr>The superyacht Scheherazade is believed to be owned by Vladimir Putin.  </vt:lpstr>
      <vt:lpstr>PowerPoint Presentation</vt:lpstr>
      <vt:lpstr>PowerPoint Presentation</vt:lpstr>
      <vt:lpstr>Eksempel på stråmenn fra Panama papers (2016)</vt:lpstr>
      <vt:lpstr>Skatteparadisene trenger ikke oppsyn med selskapene til de internasjonale investorene da selskapene ikke driver lokalt </vt:lpstr>
      <vt:lpstr>Selskapsregisteret på Kypros (medlem av EU) Avisen dagens Næringsliv sjekket registeret i 2012</vt:lpstr>
      <vt:lpstr>Eksempel: Jersey og oljefondet</vt:lpstr>
      <vt:lpstr>Eksempel (forts. Jersey og oljefondet) Journalister fra DN reiste til Jersey for å sjekke Juris Ltd.  </vt:lpstr>
      <vt:lpstr>PowerPoint Presentation</vt:lpstr>
      <vt:lpstr>Financial Times 8 April, 2016, Michael Stothard, ”My brief career as a tax pirate”</vt:lpstr>
      <vt:lpstr>Syv viktige skatteparadis-lekkasjer</vt:lpstr>
      <vt:lpstr>Hva har lekkasjene lært oss?</vt:lpstr>
      <vt:lpstr>Norge og skatteparadis</vt:lpstr>
      <vt:lpstr>Akerlof, Spence and Stiglitz (Nobelprisen i økonomi 2001)</vt:lpstr>
      <vt:lpstr>PowerPoint Presentation</vt:lpstr>
      <vt:lpstr>Seven ways in which tax havens hamper development</vt:lpstr>
      <vt:lpstr>1.Skatteparadisene er parasitter på andre lands suverenitet </vt:lpstr>
      <vt:lpstr>PowerPoint Presentation</vt:lpstr>
      <vt:lpstr>3. Skatteparadisene svekker andre lads skattesystem og øker effektivitetstapet ved skattlegging</vt:lpstr>
      <vt:lpstr>PowerPoint Presentation</vt:lpstr>
      <vt:lpstr>PowerPoint Presentation</vt:lpstr>
      <vt:lpstr>4. Skatteparadisene svekker økonomisk vekst i andre land</vt:lpstr>
      <vt:lpstr>5. Skatteparadisene gjør kriminalitet mer lønnsom</vt:lpstr>
      <vt:lpstr>Eksempler fra NOU 2009:19</vt:lpstr>
      <vt:lpstr>Forts eksempler: Illegal, Unreported and Unreguated (IUU) Fishing</vt:lpstr>
      <vt:lpstr> Forts eksempler: Sekretessestater og menneskerettigheter</vt:lpstr>
      <vt:lpstr>6. Skatteparadisene reduserer privat inntekt for alle</vt:lpstr>
      <vt:lpstr>PowerPoint Presentation</vt:lpstr>
      <vt:lpstr>PowerPoint Presentation</vt:lpstr>
      <vt:lpstr>PowerPoint Presentation</vt:lpstr>
      <vt:lpstr>PowerPoint Presentation</vt:lpstr>
      <vt:lpstr> 7. Skatteparadis svekker og institusjonell kvalitet i fattige land </vt:lpstr>
      <vt:lpstr>Nedriving av offentlige institusjoner (i):  Tyveri av penger som kunne bygd institusjoner</vt:lpstr>
      <vt:lpstr>Nedriving av offentlige institusjoner (ii): Påvirkning av demokratiske institusjoner</vt:lpstr>
      <vt:lpstr>PowerPoint Presentation</vt:lpstr>
      <vt:lpstr>PowerPoint Presentation</vt:lpstr>
      <vt:lpstr>Hva er forklaringen på rikdommens paradoks?</vt:lpstr>
      <vt:lpstr>PowerPoint Presentation</vt:lpstr>
      <vt:lpstr>Debatten om skatteparadis i Norge</vt:lpstr>
      <vt:lpstr>OECD Global Forum og CRS-avtalene</vt:lpstr>
      <vt:lpstr>Hva er erfaringene så langt fra avtalene om informasjonsutveksling </vt:lpstr>
      <vt:lpstr>Det er vanskelig å stenge ned skatteparadisene</vt:lpstr>
    </vt:vector>
  </TitlesOfParts>
  <Company>Norges Handelshøyskole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Secrecy JUrisdictions</dc:title>
  <dc:creator>Guttorm Schjelderup</dc:creator>
  <cp:lastModifiedBy>Guttorm Schjelderup</cp:lastModifiedBy>
  <cp:revision>286</cp:revision>
  <cp:lastPrinted>2019-09-16T12:06:04Z</cp:lastPrinted>
  <dcterms:created xsi:type="dcterms:W3CDTF">2015-04-13T07:31:59Z</dcterms:created>
  <dcterms:modified xsi:type="dcterms:W3CDTF">2025-02-19T09:25:35Z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 by">
    <vt:lpwstr>addpoint.no</vt:lpwstr>
  </property>
  <property fmtid="{D5CDD505-2E9C-101B-9397-08002B2CF9AE}" pid="3" name="ContentTypeId">
    <vt:lpwstr>0x01010039109439179B544F8D88A46EC3854F27</vt:lpwstr>
  </property>
</Properties>
</file>