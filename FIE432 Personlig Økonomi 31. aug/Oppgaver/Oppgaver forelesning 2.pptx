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3" d="100"/>
          <a:sy n="53" d="100"/>
        </p:scale>
        <p:origin x="4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torm Schjelderup" userId="e0ac67c0-b505-4405-ab95-266cbfcd4586" providerId="ADAL" clId="{DA518085-5423-451E-9872-189478E3AAAE}"/>
    <pc:docChg chg="custSel modSld">
      <pc:chgData name="Guttorm Schjelderup" userId="e0ac67c0-b505-4405-ab95-266cbfcd4586" providerId="ADAL" clId="{DA518085-5423-451E-9872-189478E3AAAE}" dt="2023-05-08T16:03:48.103" v="313" actId="20577"/>
      <pc:docMkLst>
        <pc:docMk/>
      </pc:docMkLst>
      <pc:sldChg chg="modSp mod">
        <pc:chgData name="Guttorm Schjelderup" userId="e0ac67c0-b505-4405-ab95-266cbfcd4586" providerId="ADAL" clId="{DA518085-5423-451E-9872-189478E3AAAE}" dt="2023-05-08T16:01:33.040" v="211" actId="20577"/>
        <pc:sldMkLst>
          <pc:docMk/>
          <pc:sldMk cId="2377579242" sldId="257"/>
        </pc:sldMkLst>
        <pc:spChg chg="mod">
          <ac:chgData name="Guttorm Schjelderup" userId="e0ac67c0-b505-4405-ab95-266cbfcd4586" providerId="ADAL" clId="{DA518085-5423-451E-9872-189478E3AAAE}" dt="2023-05-08T16:01:33.040" v="211" actId="20577"/>
          <ac:spMkLst>
            <pc:docMk/>
            <pc:sldMk cId="2377579242" sldId="257"/>
            <ac:spMk id="3" creationId="{4603DF4F-B684-40A0-89CC-2FA345BFAA2C}"/>
          </ac:spMkLst>
        </pc:spChg>
      </pc:sldChg>
      <pc:sldChg chg="modSp mod">
        <pc:chgData name="Guttorm Schjelderup" userId="e0ac67c0-b505-4405-ab95-266cbfcd4586" providerId="ADAL" clId="{DA518085-5423-451E-9872-189478E3AAAE}" dt="2023-05-08T16:03:48.103" v="313" actId="20577"/>
        <pc:sldMkLst>
          <pc:docMk/>
          <pc:sldMk cId="2769298678" sldId="258"/>
        </pc:sldMkLst>
        <pc:spChg chg="mod">
          <ac:chgData name="Guttorm Schjelderup" userId="e0ac67c0-b505-4405-ab95-266cbfcd4586" providerId="ADAL" clId="{DA518085-5423-451E-9872-189478E3AAAE}" dt="2023-05-08T16:03:41.169" v="301" actId="20577"/>
          <ac:spMkLst>
            <pc:docMk/>
            <pc:sldMk cId="2769298678" sldId="258"/>
            <ac:spMk id="2" creationId="{A21ECF33-79F7-4A6A-8DE3-601BB8B64801}"/>
          </ac:spMkLst>
        </pc:spChg>
        <pc:spChg chg="mod">
          <ac:chgData name="Guttorm Schjelderup" userId="e0ac67c0-b505-4405-ab95-266cbfcd4586" providerId="ADAL" clId="{DA518085-5423-451E-9872-189478E3AAAE}" dt="2023-05-08T16:03:48.103" v="313" actId="20577"/>
          <ac:spMkLst>
            <pc:docMk/>
            <pc:sldMk cId="2769298678" sldId="258"/>
            <ac:spMk id="3" creationId="{05061B7D-3FB3-48C0-9457-2961C7913C90}"/>
          </ac:spMkLst>
        </pc:spChg>
      </pc:sldChg>
    </pc:docChg>
  </pc:docChgLst>
  <pc:docChgLst>
    <pc:chgData name="Guttorm Schjelderup" userId="e0ac67c0-b505-4405-ab95-266cbfcd4586" providerId="ADAL" clId="{49F4CFA4-6550-4CCB-9436-CFE154229289}"/>
    <pc:docChg chg="modSld">
      <pc:chgData name="Guttorm Schjelderup" userId="e0ac67c0-b505-4405-ab95-266cbfcd4586" providerId="ADAL" clId="{49F4CFA4-6550-4CCB-9436-CFE154229289}" dt="2023-06-13T08:27:27.503" v="0" actId="14100"/>
      <pc:docMkLst>
        <pc:docMk/>
      </pc:docMkLst>
      <pc:sldChg chg="modSp mod">
        <pc:chgData name="Guttorm Schjelderup" userId="e0ac67c0-b505-4405-ab95-266cbfcd4586" providerId="ADAL" clId="{49F4CFA4-6550-4CCB-9436-CFE154229289}" dt="2023-06-13T08:27:27.503" v="0" actId="14100"/>
        <pc:sldMkLst>
          <pc:docMk/>
          <pc:sldMk cId="2769298678" sldId="258"/>
        </pc:sldMkLst>
        <pc:spChg chg="mod">
          <ac:chgData name="Guttorm Schjelderup" userId="e0ac67c0-b505-4405-ab95-266cbfcd4586" providerId="ADAL" clId="{49F4CFA4-6550-4CCB-9436-CFE154229289}" dt="2023-06-13T08:27:27.503" v="0" actId="14100"/>
          <ac:spMkLst>
            <pc:docMk/>
            <pc:sldMk cId="2769298678" sldId="258"/>
            <ac:spMk id="3" creationId="{05061B7D-3FB3-48C0-9457-2961C7913C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50B6-9C1C-4B0D-A54F-EBCDF26E7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405B4-70A2-4AC8-BBAF-C34E9901E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740F-3F51-4D61-90A9-C2CD41D6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2C6F3-4EC6-4B90-9340-97BE507AE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757B3-F724-462D-BFC1-EE9337C4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784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04FD-6E60-4846-A2F4-44D09CD7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D7758-AF1C-4C56-BE36-24D0F1257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A102F-2939-4C95-8184-80F793A9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92A24-7AFF-42F5-AD6E-14814173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1632A-F045-4E47-A2D8-E81C0665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01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F5DC-E658-48D4-9069-C633EE180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E18BB-3EA3-4742-9DC8-58A51372F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0F66C-0C89-4234-9FAA-1D15DDAA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B80BB-08F3-4FD5-921A-15AB3846E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57E16-E503-4EB8-B271-14CB97A6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6015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47BC-70EC-4F8E-BF0F-F5853EF0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CC37F-DBCB-4DCA-8F3B-B1F9666F7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8D5CE-1554-46F1-A428-947EBF873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8A1C8-E564-4368-AC11-B86E1C0A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9A27A-7C39-4BF3-BEC4-9D8B0575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8E93B-C179-4C47-8ADD-71B26D61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35827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3B0A-4765-423F-B904-50F36696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15ECD-3CE2-4040-B86B-EABF3B075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3994F-4382-46AA-BE03-AF11FA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C1EA7-D548-408B-8010-8589509A2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58CEE-863A-4795-AE83-E82B4428D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404CE-7DCA-43F8-827D-4A88DDFC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3E76D-5BB0-4908-956C-F47A6AF0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E25D9-1944-43FC-8257-432813E3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42234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ADE67-6EDD-4D25-B19D-993134D61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32915-0EE8-4A42-B2DA-027FE41B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640DF-0612-432D-B538-20F9CE52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DCA09-EEDA-4424-8FA8-2F8D03D7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76747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1E929-5215-4038-91BD-472D78E7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473C8-DEC1-47C6-BBB4-9F6968A0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C2CD7-A7FE-4028-8CD3-D6E486CB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823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47C5-F8A9-4778-A6D3-537D8EF2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AE6B-F107-4A98-99F5-E667D8244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FBB0F-EA72-490E-BDC7-AB67BF955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20EA3-7194-48BD-8BB4-000EA135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C2255-1AEB-44EE-9FE8-55B3DDBB6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5CE77-F232-47AC-BEBD-F5C260B8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4495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9A16-7363-44F8-A400-59B11EA5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27118-B4E4-4C7C-89ED-DAB1E2C4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7172-8072-4451-B6F5-BBF8C3BC8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0891E-B57E-414A-999B-F1CA9F43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2AA5F-7FEF-417C-9D85-24760750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5E2D1-0926-476A-8878-DD2F17C7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1221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766D-37D6-4F07-BAF7-DF7CEFEF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891A4-805F-475D-86FC-E0FB17E8D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E3B98-26C2-4155-A7AC-10328CD1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7909-946B-47E9-8497-44662E2BB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75A28-662A-4FF7-86E8-6E73FDC6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8457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6D7E2-FE46-489D-8329-534069D7C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59F2D-7301-48CD-8204-8C9D5A8B6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B45D9-3DB8-486D-8B5D-14DFF2B1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3423D-5B9C-4F8E-A100-17426166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9C9D9-AFE9-412F-A831-67F72B6F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095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490A4-9A64-4012-A199-368D97ABE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EC21B-BD47-4AF3-A920-A112BE4E4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1546E-A55A-497F-B05D-A41BD698ED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810B2-DFEE-4C5C-B319-A7E169942007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678FE-B51A-4010-9719-CC6237417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DA34B-0FCF-4578-8AF1-0CA505A92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121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A84E-9288-453B-9361-C3AAABC9D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Oppgaver forelesning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AD81D-2325-4986-965B-4B7B05761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425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C99E-CE82-427C-8E3E-7A5B8CB2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Du skal investere i sekundærbolig for utleie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3DF4F-B684-40A0-89CC-2FA345BFA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dirty="0"/>
              <a:t>Anita kjøper en leilighet sentralt i Bergen for 5 millioner kroner. Hun betaler kontant. Netto leieinntekter pr år etter fradrag for utgifter men før skatt på 22% er kr 240 000. Anita har en et avkastningskrav før skatt på 8 %</a:t>
            </a:r>
          </a:p>
          <a:p>
            <a:endParaRPr lang="nb-NO" dirty="0"/>
          </a:p>
          <a:p>
            <a:r>
              <a:rPr lang="nb-NO" dirty="0"/>
              <a:t>Spørsmål 1: Hva er markedsverdien av denne investeringen om vi forutsetter at inntektsstrømmen er sikker og varer ut i evigheten og vi tar hensyn til at det skal betales skatt?</a:t>
            </a:r>
          </a:p>
          <a:p>
            <a:endParaRPr lang="nb-NO" dirty="0"/>
          </a:p>
          <a:p>
            <a:r>
              <a:rPr lang="nb-NO" dirty="0"/>
              <a:t>Spørsmål 2: Har Anita gjort en god investering?</a:t>
            </a:r>
          </a:p>
          <a:p>
            <a:endParaRPr lang="nb-NO" dirty="0"/>
          </a:p>
          <a:p>
            <a:r>
              <a:rPr lang="nb-NO" dirty="0"/>
              <a:t>Spørsmål 3. Anta at Anita er fornøyd med 4 % avkastning før skatt. Hvordan skal vi vurdere da investeringen?</a:t>
            </a:r>
          </a:p>
        </p:txBody>
      </p:sp>
    </p:spTree>
    <p:extLst>
      <p:ext uri="{BB962C8B-B14F-4D97-AF65-F5344CB8AC3E}">
        <p14:creationId xmlns:p14="http://schemas.microsoft.com/office/powerpoint/2010/main" val="237757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ECF33-79F7-4A6A-8DE3-601BB8B64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Svar på spørsmål 1,2 og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61B7D-3FB3-48C0-9457-2961C7913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r>
                  <a:rPr lang="nb-NO" dirty="0"/>
                  <a:t>Spørsmål 1: Vi justerer overskuddet og diskonteringsrenten for skatt slik at vi får etter-skatt verdier slik og bruker </a:t>
                </a:r>
                <a:r>
                  <a:rPr lang="nb-NO" dirty="0" err="1"/>
                  <a:t>formlen</a:t>
                </a:r>
                <a:r>
                  <a:rPr lang="nb-NO" dirty="0"/>
                  <a:t> for en uendelig rekke: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𝑁𝑉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240 000(1−22%)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8%(1−22%)</m:t>
                          </m:r>
                        </m:den>
                      </m:f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187 200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6,4%</m:t>
                          </m:r>
                        </m:den>
                      </m:f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=2 925 000</m:t>
                      </m:r>
                    </m:oMath>
                  </m:oMathPara>
                </a14:m>
                <a:endParaRPr lang="nb-NO" dirty="0"/>
              </a:p>
              <a:p>
                <a:endParaRPr lang="nb-NO" dirty="0"/>
              </a:p>
              <a:p>
                <a:r>
                  <a:rPr lang="nb-NO" dirty="0"/>
                  <a:t>Spørsmål 2. Leiligheten skaper kun verdier for 2 925 000 mens Anita har betalt 5 000 000. Hun har betalt for mye.</a:t>
                </a:r>
              </a:p>
              <a:p>
                <a:r>
                  <a:rPr lang="nb-NO" dirty="0"/>
                  <a:t>Spørsmål 3. Med et avkastningskrav på 4% er kravet etter skatt 3,12% er NV av investeringen 6 000 000 og Anita har gjort et godt kjøp. </a:t>
                </a:r>
              </a:p>
              <a:p>
                <a:endParaRPr lang="nb-NO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61B7D-3FB3-48C0-9457-2961C7913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92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29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214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Oppgaver forelesning 2</vt:lpstr>
      <vt:lpstr>Du skal investere i sekundærbolig for utleie</vt:lpstr>
      <vt:lpstr>Svar på spørsmål 1,2 og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Oppgaver forelesning 2</dc:title>
  <dc:creator>Guttorm Schjelderup</dc:creator>
  <cp:lastModifiedBy>Guttorm Schjelderup</cp:lastModifiedBy>
  <cp:revision>1</cp:revision>
  <dcterms:created xsi:type="dcterms:W3CDTF">2023-05-08T10:28:43Z</dcterms:created>
  <dcterms:modified xsi:type="dcterms:W3CDTF">2023-06-13T08:27:36Z</dcterms:modified>
</cp:coreProperties>
</file>